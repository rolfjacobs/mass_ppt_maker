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18.xml" ContentType="application/vnd.openxmlformats-officedocument.presentationml.slideMaster+xml"/>
  <Override PartName="/ppt/slideMasters/slideMaster19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20.xml" ContentType="application/vnd.openxmlformats-officedocument.presentationml.slideMaster+xml"/>
  <Override PartName="/ppt/slideMasters/slideMaster21.xml" ContentType="application/vnd.openxmlformats-officedocument.presentationml.slideMaster+xml"/>
  <Override PartName="/ppt/slideMasters/slideMaster22.xml" ContentType="application/vnd.openxmlformats-officedocument.presentationml.slideMaster+xml"/>
  <Override PartName="/ppt/slideMasters/slideMaster23.xml" ContentType="application/vnd.openxmlformats-officedocument.presentationml.slideMaster+xml"/>
  <Override PartName="/ppt/slideMasters/slideMaster24.xml" ContentType="application/vnd.openxmlformats-officedocument.presentationml.slideMaster+xml"/>
  <Override PartName="/ppt/slideMasters/slideMaster25.xml" ContentType="application/vnd.openxmlformats-officedocument.presentationml.slideMaster+xml"/>
  <Override PartName="/ppt/slideMasters/slideMaster26.xml" ContentType="application/vnd.openxmlformats-officedocument.presentationml.slideMaster+xml"/>
  <Override PartName="/ppt/slideMasters/slideMaster27.xml" ContentType="application/vnd.openxmlformats-officedocument.presentationml.slideMaster+xml"/>
  <Override PartName="/ppt/slideMasters/slideMaster28.xml" ContentType="application/vnd.openxmlformats-officedocument.presentationml.slideMaster+xml"/>
  <Override PartName="/ppt/slideMasters/slideMaster29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30.xml" ContentType="application/vnd.openxmlformats-officedocument.presentationml.slideMaster+xml"/>
  <Override PartName="/ppt/slideMasters/slideMaster31.xml" ContentType="application/vnd.openxmlformats-officedocument.presentationml.slideMaster+xml"/>
  <Override PartName="/ppt/slideMasters/slideMaster32.xml" ContentType="application/vnd.openxmlformats-officedocument.presentationml.slideMaster+xml"/>
  <Override PartName="/ppt/slideMasters/slideMaster3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theme/theme12.xml" ContentType="application/vnd.openxmlformats-officedocument.theme+xml"/>
  <Override PartName="/ppt/theme/theme13.xml" ContentType="application/vnd.openxmlformats-officedocument.theme+xml"/>
  <Override PartName="/ppt/theme/theme14.xml" ContentType="application/vnd.openxmlformats-officedocument.theme+xml"/>
  <Override PartName="/ppt/theme/theme15.xml" ContentType="application/vnd.openxmlformats-officedocument.theme+xml"/>
  <Override PartName="/ppt/theme/theme16.xml" ContentType="application/vnd.openxmlformats-officedocument.theme+xml"/>
  <Override PartName="/ppt/theme/theme17.xml" ContentType="application/vnd.openxmlformats-officedocument.theme+xml"/>
  <Override PartName="/ppt/theme/theme18.xml" ContentType="application/vnd.openxmlformats-officedocument.theme+xml"/>
  <Override PartName="/ppt/theme/theme19.xml" ContentType="application/vnd.openxmlformats-officedocument.theme+xml"/>
  <Override PartName="/ppt/theme/theme2.xml" ContentType="application/vnd.openxmlformats-officedocument.theme+xml"/>
  <Override PartName="/ppt/theme/theme20.xml" ContentType="application/vnd.openxmlformats-officedocument.theme+xml"/>
  <Override PartName="/ppt/theme/theme21.xml" ContentType="application/vnd.openxmlformats-officedocument.theme+xml"/>
  <Override PartName="/ppt/theme/theme22.xml" ContentType="application/vnd.openxmlformats-officedocument.theme+xml"/>
  <Override PartName="/ppt/theme/theme23.xml" ContentType="application/vnd.openxmlformats-officedocument.theme+xml"/>
  <Override PartName="/ppt/theme/theme24.xml" ContentType="application/vnd.openxmlformats-officedocument.theme+xml"/>
  <Override PartName="/ppt/theme/theme25.xml" ContentType="application/vnd.openxmlformats-officedocument.theme+xml"/>
  <Override PartName="/ppt/theme/theme26.xml" ContentType="application/vnd.openxmlformats-officedocument.theme+xml"/>
  <Override PartName="/ppt/theme/theme27.xml" ContentType="application/vnd.openxmlformats-officedocument.theme+xml"/>
  <Override PartName="/ppt/theme/theme28.xml" ContentType="application/vnd.openxmlformats-officedocument.theme+xml"/>
  <Override PartName="/ppt/theme/theme29.xml" ContentType="application/vnd.openxmlformats-officedocument.theme+xml"/>
  <Override PartName="/ppt/theme/theme3.xml" ContentType="application/vnd.openxmlformats-officedocument.theme+xml"/>
  <Override PartName="/ppt/theme/theme30.xml" ContentType="application/vnd.openxmlformats-officedocument.theme+xml"/>
  <Override PartName="/ppt/theme/theme31.xml" ContentType="application/vnd.openxmlformats-officedocument.theme+xml"/>
  <Override PartName="/ppt/theme/theme32.xml" ContentType="application/vnd.openxmlformats-officedocument.theme+xml"/>
  <Override PartName="/ppt/theme/theme33.xml" ContentType="application/vnd.openxmlformats-officedocument.theme+xml"/>
  <Override PartName="/ppt/theme/theme34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1" r:id="rId3"/>
    <p:sldMasterId id="2147483654" r:id="rId4"/>
    <p:sldMasterId id="2147483657" r:id="rId5"/>
    <p:sldMasterId id="2147483660" r:id="rId6"/>
    <p:sldMasterId id="2147483663" r:id="rId7"/>
    <p:sldMasterId id="2147483666" r:id="rId8"/>
    <p:sldMasterId id="2147483669" r:id="rId9"/>
    <p:sldMasterId id="2147483672" r:id="rId10"/>
    <p:sldMasterId id="2147483675" r:id="rId11"/>
    <p:sldMasterId id="2147483678" r:id="rId12"/>
    <p:sldMasterId id="2147483681" r:id="rId13"/>
    <p:sldMasterId id="2147483684" r:id="rId14"/>
    <p:sldMasterId id="2147483687" r:id="rId15"/>
    <p:sldMasterId id="2147483690" r:id="rId16"/>
    <p:sldMasterId id="2147483693" r:id="rId17"/>
    <p:sldMasterId id="2147483696" r:id="rId18"/>
    <p:sldMasterId id="2147483699" r:id="rId19"/>
    <p:sldMasterId id="2147483702" r:id="rId20"/>
    <p:sldMasterId id="2147483705" r:id="rId21"/>
    <p:sldMasterId id="2147483708" r:id="rId22"/>
    <p:sldMasterId id="2147483711" r:id="rId23"/>
    <p:sldMasterId id="2147483714" r:id="rId24"/>
    <p:sldMasterId id="2147483717" r:id="rId25"/>
    <p:sldMasterId id="2147483720" r:id="rId26"/>
    <p:sldMasterId id="2147483723" r:id="rId27"/>
    <p:sldMasterId id="2147483726" r:id="rId28"/>
    <p:sldMasterId id="2147483729" r:id="rId29"/>
    <p:sldMasterId id="2147483732" r:id="rId30"/>
    <p:sldMasterId id="2147483735" r:id="rId31"/>
    <p:sldMasterId id="2147483738" r:id="rId32"/>
    <p:sldMasterId id="2147483741" r:id="rId33"/>
    <p:sldMasterId id="2147483744" r:id="rId34"/>
  </p:sldMasterIdLst>
  <p:notesMasterIdLst>
    <p:notesMasterId r:id="rId36"/>
  </p:notesMasterIdLst>
  <p:sldIdLst>
    <p:sldId id="256" r:id="rId35"/>
    <p:sldId id="257" r:id="rId37"/>
    <p:sldId id="258" r:id="rId38"/>
    <p:sldId id="259" r:id="rId39"/>
    <p:sldId id="260" r:id="rId40"/>
    <p:sldId id="266" r:id="rId41"/>
    <p:sldId id="267" r:id="rId42"/>
    <p:sldId id="268" r:id="rId43"/>
    <p:sldId id="269" r:id="rId44"/>
    <p:sldId id="270" r:id="rId45"/>
    <p:sldId id="271" r:id="rId46"/>
    <p:sldId id="272" r:id="rId47"/>
    <p:sldId id="273" r:id="rId48"/>
    <p:sldId id="274" r:id="rId49"/>
    <p:sldId id="275" r:id="rId50"/>
    <p:sldId id="276" r:id="rId51"/>
    <p:sldId id="277" r:id="rId52"/>
    <p:sldId id="278" r:id="rId53"/>
    <p:sldId id="279" r:id="rId54"/>
    <p:sldId id="280" r:id="rId55"/>
    <p:sldId id="281" r:id="rId56"/>
    <p:sldId id="282" r:id="rId57"/>
    <p:sldId id="283" r:id="rId58"/>
    <p:sldId id="284" r:id="rId59"/>
    <p:sldId id="285" r:id="rId60"/>
    <p:sldId id="286" r:id="rId61"/>
    <p:sldId id="287" r:id="rId62"/>
    <p:sldId id="288" r:id="rId63"/>
    <p:sldId id="289" r:id="rId64"/>
    <p:sldId id="292" r:id="rId65"/>
    <p:sldId id="293" r:id="rId66"/>
    <p:sldId id="294" r:id="rId67"/>
    <p:sldId id="295" r:id="rId68"/>
    <p:sldId id="304" r:id="rId69"/>
    <p:sldId id="327" r:id="rId70"/>
    <p:sldId id="328" r:id="rId71"/>
    <p:sldId id="329" r:id="rId72"/>
    <p:sldId id="330" r:id="rId73"/>
    <p:sldId id="305" r:id="rId74"/>
    <p:sldId id="306" r:id="rId75"/>
    <p:sldId id="307" r:id="rId76"/>
    <p:sldId id="308" r:id="rId77"/>
    <p:sldId id="309" r:id="rId78"/>
    <p:sldId id="310" r:id="rId79"/>
    <p:sldId id="311" r:id="rId80"/>
    <p:sldId id="312" r:id="rId81"/>
    <p:sldId id="313" r:id="rId82"/>
    <p:sldId id="314" r:id="rId83"/>
    <p:sldId id="316" r:id="rId84"/>
    <p:sldId id="318" r:id="rId85"/>
    <p:sldId id="331" r:id="rId86"/>
    <p:sldId id="332" r:id="rId87"/>
    <p:sldId id="333" r:id="rId88"/>
    <p:sldId id="334" r:id="rId89"/>
    <p:sldId id="319" r:id="rId90"/>
    <p:sldId id="320" r:id="rId91"/>
    <p:sldId id="321" r:id="rId92"/>
    <p:sldId id="322" r:id="rId93"/>
    <p:sldId id="323" r:id="rId94"/>
    <p:sldId id="324" r:id="rId95"/>
    <p:sldId id="325" r:id="rId96"/>
    <p:sldId id="326" r:id="rId97"/>
  </p:sldIdLst>
  <p:sldSz cx="9144000" cy="6858000" type="screen4x3"/>
  <p:notesSz cx="6858000" cy="9144000"/>
  <p:defaultTextStyle>
    <a:lvl1pPr marL="0" indent="0" algn="l" defTabSz="914400" rtl="0">
      <a:lnSpc>
        <a:spcPct val="100000"/>
      </a:lnSpc>
      <a:spcBef>
        <a:spcPts val="0"/>
      </a:spcBef>
      <a:spcAft>
        <a:spcPts val="0"/>
      </a:spcAft>
      <a:buNone/>
      <a:defRPr lang="en-US" sz="1800" b="0" i="0">
        <a:solidFill>
          <a:schemeClr val="dk1"/>
        </a:solidFill>
        <a:latin typeface="Arial"/>
        <a:ea typeface="Arial"/>
      </a:defRPr>
    </a:lvl1pPr>
    <a:lvl2pPr marL="455295" indent="457200" algn="l" defTabSz="914400" rtl="0">
      <a:lnSpc>
        <a:spcPct val="100000"/>
      </a:lnSpc>
      <a:spcBef>
        <a:spcPts val="0"/>
      </a:spcBef>
      <a:spcAft>
        <a:spcPts val="0"/>
      </a:spcAft>
      <a:buNone/>
      <a:defRPr lang="en-US" sz="1800" b="0" i="0">
        <a:solidFill>
          <a:schemeClr val="dk1"/>
        </a:solidFill>
        <a:latin typeface="Arial"/>
        <a:ea typeface="Arial"/>
      </a:defRPr>
    </a:lvl2pPr>
    <a:lvl3pPr marL="912495" indent="914400" algn="l" defTabSz="914400" rtl="0">
      <a:lnSpc>
        <a:spcPct val="100000"/>
      </a:lnSpc>
      <a:spcBef>
        <a:spcPts val="0"/>
      </a:spcBef>
      <a:spcAft>
        <a:spcPts val="0"/>
      </a:spcAft>
      <a:buNone/>
      <a:defRPr lang="en-US" sz="1800" b="0" i="0">
        <a:solidFill>
          <a:schemeClr val="dk1"/>
        </a:solidFill>
        <a:latin typeface="Arial"/>
        <a:ea typeface="Arial"/>
      </a:defRPr>
    </a:lvl3pPr>
    <a:lvl4pPr marL="1369695" indent="1371600" algn="l" defTabSz="914400" rtl="0">
      <a:lnSpc>
        <a:spcPct val="100000"/>
      </a:lnSpc>
      <a:spcBef>
        <a:spcPts val="0"/>
      </a:spcBef>
      <a:spcAft>
        <a:spcPts val="0"/>
      </a:spcAft>
      <a:buNone/>
      <a:defRPr lang="en-US" sz="1800" b="0" i="0">
        <a:solidFill>
          <a:schemeClr val="dk1"/>
        </a:solidFill>
        <a:latin typeface="Arial"/>
        <a:ea typeface="Arial"/>
      </a:defRPr>
    </a:lvl4pPr>
    <a:lvl5pPr marL="1826895" indent="1828800" algn="l" defTabSz="914400" rtl="0">
      <a:lnSpc>
        <a:spcPct val="100000"/>
      </a:lnSpc>
      <a:spcBef>
        <a:spcPts val="0"/>
      </a:spcBef>
      <a:spcAft>
        <a:spcPts val="0"/>
      </a:spcAft>
      <a:buNone/>
      <a:defRPr lang="en-US" sz="1800" b="0" i="0">
        <a:solidFill>
          <a:schemeClr val="dk1"/>
        </a:solidFill>
        <a:latin typeface="Arial"/>
        <a:ea typeface="Arial"/>
      </a:defRPr>
    </a:lvl5pPr>
    <a:lvl6pPr>
      <a:defRPr lang="en-US" sz="1800"/>
    </a:lvl6pPr>
    <a:lvl7pPr>
      <a:defRPr lang="en-US" sz="1800"/>
    </a:lvl7pPr>
    <a:lvl8pPr>
      <a:defRPr lang="en-US" sz="1800"/>
    </a:lvl8pPr>
    <a:lvl9pPr>
      <a:defRPr lang="en-US" sz="1800"/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4" d="100"/>
          <a:sy n="104" d="100"/>
        </p:scale>
        <p:origin x="-1236" y="-90"/>
      </p:cViewPr>
      <p:guideLst>
        <p:guide orient="horz" pos="2145"/>
        <p:guide pos="2880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9" Type="http://schemas.openxmlformats.org/officeDocument/2006/relationships/viewProps" Target="viewProps.xml"/><Relationship Id="rId98" Type="http://schemas.openxmlformats.org/officeDocument/2006/relationships/presProps" Target="presProps.xml"/><Relationship Id="rId97" Type="http://schemas.openxmlformats.org/officeDocument/2006/relationships/slide" Target="slides/slide62.xml"/><Relationship Id="rId96" Type="http://schemas.openxmlformats.org/officeDocument/2006/relationships/slide" Target="slides/slide61.xml"/><Relationship Id="rId95" Type="http://schemas.openxmlformats.org/officeDocument/2006/relationships/slide" Target="slides/slide60.xml"/><Relationship Id="rId94" Type="http://schemas.openxmlformats.org/officeDocument/2006/relationships/slide" Target="slides/slide59.xml"/><Relationship Id="rId93" Type="http://schemas.openxmlformats.org/officeDocument/2006/relationships/slide" Target="slides/slide58.xml"/><Relationship Id="rId92" Type="http://schemas.openxmlformats.org/officeDocument/2006/relationships/slide" Target="slides/slide57.xml"/><Relationship Id="rId91" Type="http://schemas.openxmlformats.org/officeDocument/2006/relationships/slide" Target="slides/slide56.xml"/><Relationship Id="rId90" Type="http://schemas.openxmlformats.org/officeDocument/2006/relationships/slide" Target="slides/slide55.xml"/><Relationship Id="rId9" Type="http://schemas.openxmlformats.org/officeDocument/2006/relationships/slideMaster" Target="slideMasters/slideMaster8.xml"/><Relationship Id="rId89" Type="http://schemas.openxmlformats.org/officeDocument/2006/relationships/slide" Target="slides/slide54.xml"/><Relationship Id="rId88" Type="http://schemas.openxmlformats.org/officeDocument/2006/relationships/slide" Target="slides/slide53.xml"/><Relationship Id="rId87" Type="http://schemas.openxmlformats.org/officeDocument/2006/relationships/slide" Target="slides/slide52.xml"/><Relationship Id="rId86" Type="http://schemas.openxmlformats.org/officeDocument/2006/relationships/slide" Target="slides/slide51.xml"/><Relationship Id="rId85" Type="http://schemas.openxmlformats.org/officeDocument/2006/relationships/slide" Target="slides/slide50.xml"/><Relationship Id="rId84" Type="http://schemas.openxmlformats.org/officeDocument/2006/relationships/slide" Target="slides/slide49.xml"/><Relationship Id="rId83" Type="http://schemas.openxmlformats.org/officeDocument/2006/relationships/slide" Target="slides/slide48.xml"/><Relationship Id="rId82" Type="http://schemas.openxmlformats.org/officeDocument/2006/relationships/slide" Target="slides/slide47.xml"/><Relationship Id="rId81" Type="http://schemas.openxmlformats.org/officeDocument/2006/relationships/slide" Target="slides/slide46.xml"/><Relationship Id="rId80" Type="http://schemas.openxmlformats.org/officeDocument/2006/relationships/slide" Target="slides/slide45.xml"/><Relationship Id="rId8" Type="http://schemas.openxmlformats.org/officeDocument/2006/relationships/slideMaster" Target="slideMasters/slideMaster7.xml"/><Relationship Id="rId79" Type="http://schemas.openxmlformats.org/officeDocument/2006/relationships/slide" Target="slides/slide44.xml"/><Relationship Id="rId78" Type="http://schemas.openxmlformats.org/officeDocument/2006/relationships/slide" Target="slides/slide43.xml"/><Relationship Id="rId77" Type="http://schemas.openxmlformats.org/officeDocument/2006/relationships/slide" Target="slides/slide42.xml"/><Relationship Id="rId76" Type="http://schemas.openxmlformats.org/officeDocument/2006/relationships/slide" Target="slides/slide41.xml"/><Relationship Id="rId75" Type="http://schemas.openxmlformats.org/officeDocument/2006/relationships/slide" Target="slides/slide40.xml"/><Relationship Id="rId74" Type="http://schemas.openxmlformats.org/officeDocument/2006/relationships/slide" Target="slides/slide39.xml"/><Relationship Id="rId73" Type="http://schemas.openxmlformats.org/officeDocument/2006/relationships/slide" Target="slides/slide38.xml"/><Relationship Id="rId72" Type="http://schemas.openxmlformats.org/officeDocument/2006/relationships/slide" Target="slides/slide37.xml"/><Relationship Id="rId71" Type="http://schemas.openxmlformats.org/officeDocument/2006/relationships/slide" Target="slides/slide36.xml"/><Relationship Id="rId70" Type="http://schemas.openxmlformats.org/officeDocument/2006/relationships/slide" Target="slides/slide35.xml"/><Relationship Id="rId7" Type="http://schemas.openxmlformats.org/officeDocument/2006/relationships/slideMaster" Target="slideMasters/slideMaster6.xml"/><Relationship Id="rId69" Type="http://schemas.openxmlformats.org/officeDocument/2006/relationships/slide" Target="slides/slide34.xml"/><Relationship Id="rId68" Type="http://schemas.openxmlformats.org/officeDocument/2006/relationships/slide" Target="slides/slide33.xml"/><Relationship Id="rId67" Type="http://schemas.openxmlformats.org/officeDocument/2006/relationships/slide" Target="slides/slide32.xml"/><Relationship Id="rId66" Type="http://schemas.openxmlformats.org/officeDocument/2006/relationships/slide" Target="slides/slide31.xml"/><Relationship Id="rId65" Type="http://schemas.openxmlformats.org/officeDocument/2006/relationships/slide" Target="slides/slide30.xml"/><Relationship Id="rId64" Type="http://schemas.openxmlformats.org/officeDocument/2006/relationships/slide" Target="slides/slide29.xml"/><Relationship Id="rId63" Type="http://schemas.openxmlformats.org/officeDocument/2006/relationships/slide" Target="slides/slide28.xml"/><Relationship Id="rId62" Type="http://schemas.openxmlformats.org/officeDocument/2006/relationships/slide" Target="slides/slide27.xml"/><Relationship Id="rId61" Type="http://schemas.openxmlformats.org/officeDocument/2006/relationships/slide" Target="slides/slide26.xml"/><Relationship Id="rId60" Type="http://schemas.openxmlformats.org/officeDocument/2006/relationships/slide" Target="slides/slide25.xml"/><Relationship Id="rId6" Type="http://schemas.openxmlformats.org/officeDocument/2006/relationships/slideMaster" Target="slideMasters/slideMaster5.xml"/><Relationship Id="rId59" Type="http://schemas.openxmlformats.org/officeDocument/2006/relationships/slide" Target="slides/slide24.xml"/><Relationship Id="rId58" Type="http://schemas.openxmlformats.org/officeDocument/2006/relationships/slide" Target="slides/slide23.xml"/><Relationship Id="rId57" Type="http://schemas.openxmlformats.org/officeDocument/2006/relationships/slide" Target="slides/slide22.xml"/><Relationship Id="rId56" Type="http://schemas.openxmlformats.org/officeDocument/2006/relationships/slide" Target="slides/slide21.xml"/><Relationship Id="rId55" Type="http://schemas.openxmlformats.org/officeDocument/2006/relationships/slide" Target="slides/slide20.xml"/><Relationship Id="rId54" Type="http://schemas.openxmlformats.org/officeDocument/2006/relationships/slide" Target="slides/slide19.xml"/><Relationship Id="rId53" Type="http://schemas.openxmlformats.org/officeDocument/2006/relationships/slide" Target="slides/slide18.xml"/><Relationship Id="rId52" Type="http://schemas.openxmlformats.org/officeDocument/2006/relationships/slide" Target="slides/slide17.xml"/><Relationship Id="rId51" Type="http://schemas.openxmlformats.org/officeDocument/2006/relationships/slide" Target="slides/slide16.xml"/><Relationship Id="rId50" Type="http://schemas.openxmlformats.org/officeDocument/2006/relationships/slide" Target="slides/slide15.xml"/><Relationship Id="rId5" Type="http://schemas.openxmlformats.org/officeDocument/2006/relationships/slideMaster" Target="slideMasters/slideMaster4.xml"/><Relationship Id="rId49" Type="http://schemas.openxmlformats.org/officeDocument/2006/relationships/slide" Target="slides/slide14.xml"/><Relationship Id="rId48" Type="http://schemas.openxmlformats.org/officeDocument/2006/relationships/slide" Target="slides/slide13.xml"/><Relationship Id="rId47" Type="http://schemas.openxmlformats.org/officeDocument/2006/relationships/slide" Target="slides/slide12.xml"/><Relationship Id="rId46" Type="http://schemas.openxmlformats.org/officeDocument/2006/relationships/slide" Target="slides/slide11.xml"/><Relationship Id="rId45" Type="http://schemas.openxmlformats.org/officeDocument/2006/relationships/slide" Target="slides/slide10.xml"/><Relationship Id="rId44" Type="http://schemas.openxmlformats.org/officeDocument/2006/relationships/slide" Target="slides/slide9.xml"/><Relationship Id="rId43" Type="http://schemas.openxmlformats.org/officeDocument/2006/relationships/slide" Target="slides/slide8.xml"/><Relationship Id="rId42" Type="http://schemas.openxmlformats.org/officeDocument/2006/relationships/slide" Target="slides/slide7.xml"/><Relationship Id="rId41" Type="http://schemas.openxmlformats.org/officeDocument/2006/relationships/slide" Target="slides/slide6.xml"/><Relationship Id="rId40" Type="http://schemas.openxmlformats.org/officeDocument/2006/relationships/slide" Target="slides/slide5.xml"/><Relationship Id="rId4" Type="http://schemas.openxmlformats.org/officeDocument/2006/relationships/slideMaster" Target="slideMasters/slideMaster3.xml"/><Relationship Id="rId39" Type="http://schemas.openxmlformats.org/officeDocument/2006/relationships/slide" Target="slides/slide4.xml"/><Relationship Id="rId38" Type="http://schemas.openxmlformats.org/officeDocument/2006/relationships/slide" Target="slides/slide3.xml"/><Relationship Id="rId37" Type="http://schemas.openxmlformats.org/officeDocument/2006/relationships/slide" Target="slides/slide2.xml"/><Relationship Id="rId36" Type="http://schemas.openxmlformats.org/officeDocument/2006/relationships/notesMaster" Target="notesMasters/notesMaster1.xml"/><Relationship Id="rId35" Type="http://schemas.openxmlformats.org/officeDocument/2006/relationships/slide" Target="slides/slide1.xml"/><Relationship Id="rId34" Type="http://schemas.openxmlformats.org/officeDocument/2006/relationships/slideMaster" Target="slideMasters/slideMaster33.xml"/><Relationship Id="rId33" Type="http://schemas.openxmlformats.org/officeDocument/2006/relationships/slideMaster" Target="slideMasters/slideMaster32.xml"/><Relationship Id="rId32" Type="http://schemas.openxmlformats.org/officeDocument/2006/relationships/slideMaster" Target="slideMasters/slideMaster31.xml"/><Relationship Id="rId31" Type="http://schemas.openxmlformats.org/officeDocument/2006/relationships/slideMaster" Target="slideMasters/slideMaster30.xml"/><Relationship Id="rId30" Type="http://schemas.openxmlformats.org/officeDocument/2006/relationships/slideMaster" Target="slideMasters/slideMaster29.xml"/><Relationship Id="rId3" Type="http://schemas.openxmlformats.org/officeDocument/2006/relationships/slideMaster" Target="slideMasters/slideMaster2.xml"/><Relationship Id="rId29" Type="http://schemas.openxmlformats.org/officeDocument/2006/relationships/slideMaster" Target="slideMasters/slideMaster28.xml"/><Relationship Id="rId28" Type="http://schemas.openxmlformats.org/officeDocument/2006/relationships/slideMaster" Target="slideMasters/slideMaster27.xml"/><Relationship Id="rId27" Type="http://schemas.openxmlformats.org/officeDocument/2006/relationships/slideMaster" Target="slideMasters/slideMaster26.xml"/><Relationship Id="rId26" Type="http://schemas.openxmlformats.org/officeDocument/2006/relationships/slideMaster" Target="slideMasters/slideMaster25.xml"/><Relationship Id="rId25" Type="http://schemas.openxmlformats.org/officeDocument/2006/relationships/slideMaster" Target="slideMasters/slideMaster24.xml"/><Relationship Id="rId24" Type="http://schemas.openxmlformats.org/officeDocument/2006/relationships/slideMaster" Target="slideMasters/slideMaster23.xml"/><Relationship Id="rId23" Type="http://schemas.openxmlformats.org/officeDocument/2006/relationships/slideMaster" Target="slideMasters/slideMaster22.xml"/><Relationship Id="rId22" Type="http://schemas.openxmlformats.org/officeDocument/2006/relationships/slideMaster" Target="slideMasters/slideMaster21.xml"/><Relationship Id="rId21" Type="http://schemas.openxmlformats.org/officeDocument/2006/relationships/slideMaster" Target="slideMasters/slideMaster20.xml"/><Relationship Id="rId20" Type="http://schemas.openxmlformats.org/officeDocument/2006/relationships/slideMaster" Target="slideMasters/slideMaster19.xml"/><Relationship Id="rId2" Type="http://schemas.openxmlformats.org/officeDocument/2006/relationships/theme" Target="theme/theme1.xml"/><Relationship Id="rId19" Type="http://schemas.openxmlformats.org/officeDocument/2006/relationships/slideMaster" Target="slideMasters/slideMaster18.xml"/><Relationship Id="rId18" Type="http://schemas.openxmlformats.org/officeDocument/2006/relationships/slideMaster" Target="slideMasters/slideMaster17.xml"/><Relationship Id="rId17" Type="http://schemas.openxmlformats.org/officeDocument/2006/relationships/slideMaster" Target="slideMasters/slideMaster16.xml"/><Relationship Id="rId16" Type="http://schemas.openxmlformats.org/officeDocument/2006/relationships/slideMaster" Target="slideMasters/slideMaster15.xml"/><Relationship Id="rId15" Type="http://schemas.openxmlformats.org/officeDocument/2006/relationships/slideMaster" Target="slideMasters/slideMaster14.xml"/><Relationship Id="rId14" Type="http://schemas.openxmlformats.org/officeDocument/2006/relationships/slideMaster" Target="slideMasters/slideMaster13.xml"/><Relationship Id="rId13" Type="http://schemas.openxmlformats.org/officeDocument/2006/relationships/slideMaster" Target="slideMasters/slideMaster12.xml"/><Relationship Id="rId12" Type="http://schemas.openxmlformats.org/officeDocument/2006/relationships/slideMaster" Target="slideMasters/slideMaster11.xml"/><Relationship Id="rId11" Type="http://schemas.openxmlformats.org/officeDocument/2006/relationships/slideMaster" Target="slideMasters/slideMaster10.xml"/><Relationship Id="rId100" Type="http://schemas.openxmlformats.org/officeDocument/2006/relationships/tableStyles" Target="tableStyles.xml"/><Relationship Id="rId10" Type="http://schemas.openxmlformats.org/officeDocument/2006/relationships/slideMaster" Target="slideMasters/slideMaster9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40654771" name="Header Placeholder 1"/>
          <p:cNvSpPr>
            <a:spLocks noGrp="1" noChangeShapeType="1"/>
          </p:cNvSpPr>
          <p:nvPr>
            <p:ph type="hdr"/>
          </p:nvPr>
        </p:nvSpPr>
        <p:spPr bwMode="auto">
          <a:xfrm>
            <a:off x="0" y="0"/>
            <a:ext cx="2971800" cy="458787"/>
          </a:xfrm>
          <a:prstGeom prst="rect">
            <a:avLst/>
          </a:prstGeom>
          <a:noFill/>
        </p:spPr>
        <p:txBody>
          <a:bodyPr lIns="91440" tIns="45720" rIns="91440" bIns="45720"/>
          <a:lstStyle/>
          <a:p>
            <a:pPr>
              <a:defRPr/>
            </a:pPr>
            <a:endParaRPr sz="1400"/>
          </a:p>
        </p:txBody>
      </p:sp>
      <p:sp>
        <p:nvSpPr>
          <p:cNvPr id="1718800724" name="Date Placeholder 2"/>
          <p:cNvSpPr>
            <a:spLocks noGrp="1" noChangeShapeType="1"/>
          </p:cNvSpPr>
          <p:nvPr>
            <p:ph type="dt" idx="1"/>
          </p:nvPr>
        </p:nvSpPr>
        <p:spPr bwMode="auto">
          <a:xfrm>
            <a:off x="3884612" y="0"/>
            <a:ext cx="2971800" cy="458787"/>
          </a:xfrm>
          <a:prstGeom prst="rect">
            <a:avLst/>
          </a:prstGeom>
          <a:noFill/>
        </p:spPr>
        <p:txBody>
          <a:bodyPr lIns="91440" tIns="45720" rIns="91440" bIns="45720"/>
          <a:lstStyle>
            <a:lvl1pPr marL="0" indent="0" algn="l" defTabSz="91249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Calibri"/>
              </a:defRPr>
            </a:lvl1pPr>
            <a:lvl2pPr marL="455295" indent="455295" algn="l" defTabSz="91249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Calibri"/>
              </a:defRPr>
            </a:lvl2pPr>
            <a:lvl3pPr marL="912495" indent="912495" algn="l" defTabSz="91249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Calibri"/>
              </a:defRPr>
            </a:lvl3pPr>
            <a:lvl4pPr marL="1369695" indent="1369695" algn="l" defTabSz="91249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Calibri"/>
              </a:defRPr>
            </a:lvl4pPr>
            <a:lvl5pPr marL="1826895" indent="1826895" algn="l" defTabSz="91249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Calibri"/>
              </a:defRPr>
            </a:lvl5pPr>
          </a:lstStyle>
          <a:p>
            <a:pPr marL="0" lvl="0" indent="0" algn="r">
              <a:spcBef>
                <a:spcPts val="0"/>
              </a:spcBef>
              <a:buNone/>
              <a:defRPr/>
            </a:pPr>
            <a:r>
              <a:rPr lang="en-ZA" sz="1200">
                <a:latin typeface="Calibri"/>
              </a:rPr>
              <a:t>*</a:t>
            </a:r>
            <a:endParaRPr lang="en-ZA" sz="1200">
              <a:latin typeface="Calibri"/>
            </a:endParaRPr>
          </a:p>
        </p:txBody>
      </p:sp>
      <p:sp>
        <p:nvSpPr>
          <p:cNvPr id="1016407210" name="Slide Image Placeholder 3"/>
          <p:cNvSpPr>
            <a:spLocks noGrp="1" noChangeShapeType="1"/>
          </p:cNvSpPr>
          <p:nvPr>
            <p:ph type="sldImg" idx="2"/>
          </p:nvPr>
        </p:nvSpPr>
        <p:spPr bwMode="auto"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srgbClr val="000000"/>
            </a:solidFill>
            <a:round/>
          </a:ln>
        </p:spPr>
        <p:txBody>
          <a:bodyPr lIns="91440" tIns="45720" rIns="91440" bIns="45720" anchor="ctr" anchorCtr="0"/>
          <a:lstStyle/>
          <a:p>
            <a:pPr>
              <a:defRPr/>
            </a:pPr>
            <a:endParaRPr sz="1400"/>
          </a:p>
        </p:txBody>
      </p:sp>
      <p:sp>
        <p:nvSpPr>
          <p:cNvPr id="1979806702" name="Notes Placeholder 4"/>
          <p:cNvSpPr>
            <a:spLocks noGrp="1" noChangeShapeType="1"/>
          </p:cNvSpPr>
          <p:nvPr>
            <p:ph type="body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  <a:noFill/>
        </p:spPr>
        <p:txBody>
          <a:bodyPr lIns="91440" tIns="45720" rIns="91440" bIns="45720"/>
          <a:lstStyle>
            <a:lvl1pPr mar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>
                <a:solidFill>
                  <a:schemeClr val="dk1"/>
                </a:solidFill>
                <a:latin typeface="Calibri"/>
              </a:defRPr>
            </a:lvl1pPr>
            <a:lvl2pPr marL="455295" indent="455295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>
                <a:solidFill>
                  <a:schemeClr val="dk1"/>
                </a:solidFill>
                <a:latin typeface="Calibri"/>
              </a:defRPr>
            </a:lvl2pPr>
            <a:lvl3pPr marL="912495" indent="912495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>
                <a:solidFill>
                  <a:schemeClr val="dk1"/>
                </a:solidFill>
                <a:latin typeface="Calibri"/>
              </a:defRPr>
            </a:lvl3pPr>
            <a:lvl4pPr marL="1369695" indent="1369695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>
                <a:solidFill>
                  <a:schemeClr val="dk1"/>
                </a:solidFill>
                <a:latin typeface="Calibri"/>
              </a:defRPr>
            </a:lvl4pPr>
            <a:lvl5pPr marL="1826895" indent="1826895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>
                <a:solidFill>
                  <a:schemeClr val="dk1"/>
                </a:solidFill>
                <a:latin typeface="Calibri"/>
              </a:defRPr>
            </a:lvl5pPr>
          </a:lstStyle>
          <a:p>
            <a:pPr marL="0" lvl="0" indent="0">
              <a:spcBef>
                <a:spcPts val="0"/>
              </a:spcBef>
              <a:buNone/>
              <a:defRPr/>
            </a:pPr>
            <a:r>
              <a:t>Click to edit Master text styles</a:t>
            </a:r>
          </a:p>
          <a:p>
            <a:pPr marL="455295" lvl="1" indent="0">
              <a:spcBef>
                <a:spcPts val="0"/>
              </a:spcBef>
              <a:buNone/>
              <a:defRPr/>
            </a:pPr>
            <a:r>
              <a:t>Second level</a:t>
            </a:r>
          </a:p>
          <a:p>
            <a:pPr marL="912495" lvl="2" indent="0">
              <a:spcBef>
                <a:spcPts val="0"/>
              </a:spcBef>
              <a:buNone/>
              <a:defRPr/>
            </a:pPr>
            <a:r>
              <a:t>Third level</a:t>
            </a:r>
          </a:p>
          <a:p>
            <a:pPr marL="1369695" lvl="3" indent="0">
              <a:spcBef>
                <a:spcPts val="0"/>
              </a:spcBef>
              <a:buNone/>
              <a:defRPr/>
            </a:pPr>
            <a:r>
              <a:t>Fourth level</a:t>
            </a:r>
          </a:p>
          <a:p>
            <a:pPr marL="1826895" lvl="4" indent="0">
              <a:spcBef>
                <a:spcPts val="0"/>
              </a:spcBef>
              <a:buNone/>
              <a:defRPr/>
            </a:pPr>
            <a:r>
              <a:t>Fifth level</a:t>
            </a:r>
          </a:p>
        </p:txBody>
      </p:sp>
      <p:sp>
        <p:nvSpPr>
          <p:cNvPr id="222064043" name="Footer Placeholder 5"/>
          <p:cNvSpPr>
            <a:spLocks noGrp="1" noChangeShapeType="1"/>
          </p:cNvSpPr>
          <p:nvPr>
            <p:ph type="ftr" idx="4"/>
          </p:nvPr>
        </p:nvSpPr>
        <p:spPr bwMode="auto">
          <a:xfrm>
            <a:off x="0" y="8685212"/>
            <a:ext cx="2971800" cy="458787"/>
          </a:xfrm>
          <a:prstGeom prst="rect">
            <a:avLst/>
          </a:prstGeom>
          <a:noFill/>
        </p:spPr>
        <p:txBody>
          <a:bodyPr lIns="91440" tIns="45720" rIns="91440" bIns="45720" anchor="b"/>
          <a:lstStyle/>
          <a:p>
            <a:pPr>
              <a:defRPr/>
            </a:pPr>
            <a:endParaRPr sz="1400"/>
          </a:p>
        </p:txBody>
      </p:sp>
      <p:sp>
        <p:nvSpPr>
          <p:cNvPr id="401771926" name="Slide Number Placeholder 6"/>
          <p:cNvSpPr>
            <a:spLocks noGrp="1" noChangeShapeType="1"/>
          </p:cNvSpPr>
          <p:nvPr>
            <p:ph type="sldNum" idx="5"/>
          </p:nvPr>
        </p:nvSpPr>
        <p:spPr bwMode="auto">
          <a:xfrm>
            <a:off x="3884612" y="8685212"/>
            <a:ext cx="2971800" cy="458787"/>
          </a:xfrm>
          <a:prstGeom prst="rect">
            <a:avLst/>
          </a:prstGeom>
          <a:noFill/>
        </p:spPr>
        <p:txBody>
          <a:bodyPr lIns="91440" tIns="45720" rIns="91440" bIns="45720" anchor="b"/>
          <a:lstStyle>
            <a:lvl1pPr marL="0" indent="0" algn="l" defTabSz="91249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Calibri"/>
              </a:defRPr>
            </a:lvl1pPr>
            <a:lvl2pPr marL="455295" indent="455295" algn="l" defTabSz="91249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Calibri"/>
              </a:defRPr>
            </a:lvl2pPr>
            <a:lvl3pPr marL="912495" indent="912495" algn="l" defTabSz="91249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Calibri"/>
              </a:defRPr>
            </a:lvl3pPr>
            <a:lvl4pPr marL="1369695" indent="1369695" algn="l" defTabSz="91249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Calibri"/>
              </a:defRPr>
            </a:lvl4pPr>
            <a:lvl5pPr marL="1826895" indent="1826895" algn="l" defTabSz="91249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Calibri"/>
              </a:defRPr>
            </a:lvl5pPr>
          </a:lstStyle>
          <a:p>
            <a:pPr marL="0" lvl="0" indent="0" algn="r">
              <a:spcBef>
                <a:spcPts val="0"/>
              </a:spcBef>
              <a:buNone/>
              <a:defRPr/>
            </a:pPr>
            <a:fld id="{D038279B-FC19-497E-A7D1-5ADD9CAF016F}" type="slidenum">
              <a:rPr lang="en-ZA" sz="1200">
                <a:latin typeface="Calibri"/>
              </a:rPr>
            </a:fld>
            <a:endParaRPr lang="en-ZA" sz="1200"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/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8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9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0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2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3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4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5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6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7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8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9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0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2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3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4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5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6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7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8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9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0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8517813" name="Slide Number Placeholder 6"/>
          <p:cNvSpPr txBox="1">
            <a:spLocks noGrp="1" noChangeShapeType="1"/>
          </p:cNvSpPr>
          <p:nvPr>
            <p:ph type="sldNum"/>
          </p:nvPr>
        </p:nvSpPr>
        <p:spPr bwMode="auto">
          <a:xfrm>
            <a:off x="3884612" y="8685212"/>
            <a:ext cx="2971800" cy="458787"/>
          </a:xfrm>
          <a:prstGeom prst="rect">
            <a:avLst/>
          </a:prstGeom>
          <a:noFill/>
        </p:spPr>
        <p:txBody>
          <a:bodyPr lIns="0" tIns="0" rIns="0" bIns="0" anchor="b"/>
          <a:lstStyle/>
          <a:p>
            <a:pPr lvl="0" algn="r">
              <a:defRPr/>
            </a:pPr>
            <a:fld id="{D038279B-FC19-497E-A7D1-5ADD9CAF016F}" type="slidenum">
              <a:rPr sz="1200">
                <a:latin typeface="Calibri"/>
              </a:rPr>
            </a:fld>
            <a:endParaRPr sz="1200">
              <a:latin typeface="Calibri"/>
            </a:endParaRPr>
          </a:p>
        </p:txBody>
      </p:sp>
      <p:sp>
        <p:nvSpPr>
          <p:cNvPr id="1057091940" name="Slide Image Placeholder 1"/>
          <p:cNvSpPr>
            <a:spLocks noGrp="1" noChangeShapeType="1"/>
          </p:cNvSpPr>
          <p:nvPr>
            <p:ph type="sldImg"/>
          </p:nvPr>
        </p:nvSpPr>
        <p:spPr bwMode="auto">
          <a:xfrm>
            <a:off x="1106487" y="812800"/>
            <a:ext cx="5345112" cy="4008437"/>
          </a:xfrm>
          <a:prstGeom prst="rect">
            <a:avLst/>
          </a:prstGeom>
          <a:solidFill>
            <a:srgbClr val="729FCF"/>
          </a:solidFill>
          <a:ln w="25400">
            <a:solidFill>
              <a:srgbClr val="3465A4"/>
            </a:solidFill>
            <a:miter/>
          </a:ln>
        </p:spPr>
        <p:txBody>
          <a:bodyPr lIns="91440" tIns="45720" rIns="91440" bIns="45720" anchor="ctr" anchorCtr="0"/>
          <a:lstStyle/>
          <a:p>
            <a:pPr>
              <a:defRPr/>
            </a:pPr>
            <a:endParaRPr sz="1400"/>
          </a:p>
        </p:txBody>
      </p:sp>
      <p:sp>
        <p:nvSpPr>
          <p:cNvPr id="47851130" name="Notes Placeholder 2"/>
          <p:cNvSpPr>
            <a:spLocks noGrp="1" noChangeShapeType="1"/>
          </p:cNvSpPr>
          <p:nvPr>
            <p:ph type="body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  <a:noFill/>
        </p:spPr>
        <p:txBody>
          <a:bodyPr lIns="91440" tIns="45720" rIns="91440" bIns="45720" anchor="t">
            <a:spAutoFit/>
          </a:bodyPr>
          <a:lstStyle/>
          <a:p>
            <a:pPr>
              <a:defRPr/>
            </a:pPr>
            <a:endParaRPr sz="140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463546D-40D2-8C85-F98B-E035A97141F6}" type="slidenum">
              <a:rPr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56238113" name="Slide Number Placeholder 6"/>
          <p:cNvSpPr txBox="1">
            <a:spLocks noGrp="1" noChangeShapeType="1"/>
          </p:cNvSpPr>
          <p:nvPr>
            <p:ph type="sldNum"/>
          </p:nvPr>
        </p:nvSpPr>
        <p:spPr bwMode="auto">
          <a:xfrm>
            <a:off x="3884611" y="8685211"/>
            <a:ext cx="2971800" cy="458786"/>
          </a:xfrm>
          <a:prstGeom prst="rect">
            <a:avLst/>
          </a:prstGeom>
          <a:noFill/>
        </p:spPr>
        <p:txBody>
          <a:bodyPr lIns="0" tIns="0" rIns="0" bIns="0" anchor="b"/>
          <a:lstStyle/>
          <a:p>
            <a:pPr lvl="0" algn="r">
              <a:defRPr/>
            </a:pPr>
            <a:fld id="{CC76543A-08FF-27DD-08C0-C3C591E0DB0C}" type="slidenum">
              <a:rPr sz="1200">
                <a:latin typeface="Calibri"/>
              </a:rPr>
            </a:fld>
            <a:endParaRPr sz="1200">
              <a:latin typeface="Calibri"/>
            </a:endParaRPr>
          </a:p>
        </p:txBody>
      </p:sp>
      <p:sp>
        <p:nvSpPr>
          <p:cNvPr id="994898015" name="Slide Image Placeholder 1"/>
          <p:cNvSpPr>
            <a:spLocks noGrp="1" noChangeShapeType="1"/>
          </p:cNvSpPr>
          <p:nvPr>
            <p:ph type="sldImg"/>
          </p:nvPr>
        </p:nvSpPr>
        <p:spPr bwMode="auto">
          <a:xfrm>
            <a:off x="1106487" y="812799"/>
            <a:ext cx="5345111" cy="4008436"/>
          </a:xfrm>
          <a:prstGeom prst="rect">
            <a:avLst/>
          </a:prstGeom>
          <a:solidFill>
            <a:srgbClr val="729FCF"/>
          </a:solidFill>
          <a:ln w="25400">
            <a:solidFill>
              <a:srgbClr val="3465A4"/>
            </a:solidFill>
            <a:miter/>
          </a:ln>
        </p:spPr>
        <p:txBody>
          <a:bodyPr lIns="91440" tIns="45720" rIns="91440" bIns="45720" anchor="ctr" anchorCtr="0"/>
          <a:lstStyle/>
          <a:p>
            <a:pPr>
              <a:defRPr/>
            </a:pPr>
            <a:endParaRPr sz="1400"/>
          </a:p>
        </p:txBody>
      </p:sp>
      <p:sp>
        <p:nvSpPr>
          <p:cNvPr id="1658891802" name="Notes Placeholder 2"/>
          <p:cNvSpPr>
            <a:spLocks noGrp="1" noChangeShapeType="1"/>
          </p:cNvSpPr>
          <p:nvPr>
            <p:ph type="body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  <a:noFill/>
        </p:spPr>
        <p:txBody>
          <a:bodyPr lIns="91440" tIns="45720" rIns="91440" bIns="45720" anchor="t">
            <a:spAutoFit/>
          </a:bodyPr>
          <a:lstStyle/>
          <a:p>
            <a:pPr>
              <a:defRPr/>
            </a:pPr>
            <a:endParaRPr sz="140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39638261" name="Rectangle 1"/>
          <p:cNvSpPr>
            <a:spLocks noGrp="1" noChangeShapeType="1"/>
          </p:cNvSpPr>
          <p:nvPr>
            <p:ph type="sldImg"/>
          </p:nvPr>
        </p:nvSpPr>
        <p:spPr bwMode="auto">
          <a:xfrm>
            <a:off x="1143000" y="695325"/>
            <a:ext cx="4572000" cy="3429000"/>
          </a:xfrm>
          <a:prstGeom prst="rect">
            <a:avLst/>
          </a:prstGeom>
          <a:solidFill>
            <a:srgbClr val="FFFFFF"/>
          </a:solidFill>
          <a:ln w="9524">
            <a:solidFill>
              <a:srgbClr val="000000"/>
            </a:solidFill>
            <a:miter/>
          </a:ln>
        </p:spPr>
        <p:txBody>
          <a:bodyPr wrap="none" anchor="ctr" anchorCtr="0"/>
          <a:lstStyle/>
          <a:p>
            <a:pPr>
              <a:defRPr/>
            </a:pPr>
            <a:endParaRPr sz="1400"/>
          </a:p>
        </p:txBody>
      </p:sp>
      <p:sp>
        <p:nvSpPr>
          <p:cNvPr id="1207937960" name="Rectangle 2"/>
          <p:cNvSpPr>
            <a:spLocks noGrp="1" noChangeShapeType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</p:spPr>
        <p:txBody>
          <a:bodyPr wrap="none" anchor="ctr" anchorCtr="0"/>
          <a:lstStyle/>
          <a:p>
            <a:pPr>
              <a:defRPr/>
            </a:pPr>
            <a:endParaRPr sz="140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78616489" name="Rectangle 1"/>
          <p:cNvSpPr>
            <a:spLocks noGrp="1" noChangeShapeType="1"/>
          </p:cNvSpPr>
          <p:nvPr>
            <p:ph type="sldImg"/>
          </p:nvPr>
        </p:nvSpPr>
        <p:spPr bwMode="auto">
          <a:xfrm>
            <a:off x="1143000" y="695325"/>
            <a:ext cx="4572000" cy="3429000"/>
          </a:xfrm>
          <a:prstGeom prst="rect">
            <a:avLst/>
          </a:prstGeom>
          <a:solidFill>
            <a:srgbClr val="FFFFFF"/>
          </a:solidFill>
          <a:ln w="9524">
            <a:solidFill>
              <a:srgbClr val="000000"/>
            </a:solidFill>
            <a:miter/>
          </a:ln>
        </p:spPr>
        <p:txBody>
          <a:bodyPr wrap="none" anchor="ctr" anchorCtr="0"/>
          <a:lstStyle/>
          <a:p>
            <a:pPr>
              <a:defRPr/>
            </a:pPr>
            <a:endParaRPr sz="1400"/>
          </a:p>
        </p:txBody>
      </p:sp>
      <p:sp>
        <p:nvSpPr>
          <p:cNvPr id="1304059531" name="Rectangle 2"/>
          <p:cNvSpPr>
            <a:spLocks noGrp="1" noChangeShapeType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</p:spPr>
        <p:txBody>
          <a:bodyPr wrap="none" anchor="ctr" anchorCtr="0"/>
          <a:lstStyle/>
          <a:p>
            <a:pPr>
              <a:defRPr/>
            </a:pPr>
            <a:endParaRPr sz="140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04476383" name="Rectangle 1"/>
          <p:cNvSpPr>
            <a:spLocks noGrp="1" noChangeShapeType="1"/>
          </p:cNvSpPr>
          <p:nvPr>
            <p:ph type="sldImg"/>
          </p:nvPr>
        </p:nvSpPr>
        <p:spPr bwMode="auto">
          <a:xfrm>
            <a:off x="1143000" y="695325"/>
            <a:ext cx="4572000" cy="3429000"/>
          </a:xfrm>
          <a:prstGeom prst="rect">
            <a:avLst/>
          </a:prstGeom>
          <a:solidFill>
            <a:srgbClr val="FFFFFF"/>
          </a:solidFill>
          <a:ln w="9524">
            <a:solidFill>
              <a:srgbClr val="000000"/>
            </a:solidFill>
            <a:miter/>
          </a:ln>
        </p:spPr>
        <p:txBody>
          <a:bodyPr wrap="none" anchor="ctr" anchorCtr="0"/>
          <a:lstStyle/>
          <a:p>
            <a:pPr>
              <a:defRPr/>
            </a:pPr>
            <a:endParaRPr sz="1400"/>
          </a:p>
        </p:txBody>
      </p:sp>
      <p:sp>
        <p:nvSpPr>
          <p:cNvPr id="835881524" name="Rectangle 2"/>
          <p:cNvSpPr>
            <a:spLocks noGrp="1" noChangeShapeType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</p:spPr>
        <p:txBody>
          <a:bodyPr wrap="none" anchor="ctr" anchorCtr="0"/>
          <a:lstStyle/>
          <a:p>
            <a:pPr>
              <a:defRPr/>
            </a:pPr>
            <a:endParaRPr sz="140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14109138" name="Slide Number Placeholder 6"/>
          <p:cNvSpPr txBox="1">
            <a:spLocks noGrp="1" noChangeShapeType="1"/>
          </p:cNvSpPr>
          <p:nvPr>
            <p:ph type="sldNum"/>
          </p:nvPr>
        </p:nvSpPr>
        <p:spPr bwMode="auto">
          <a:xfrm>
            <a:off x="3884611" y="8685211"/>
            <a:ext cx="2971800" cy="458786"/>
          </a:xfrm>
          <a:prstGeom prst="rect">
            <a:avLst/>
          </a:prstGeom>
          <a:noFill/>
        </p:spPr>
        <p:txBody>
          <a:bodyPr lIns="0" tIns="0" rIns="0" bIns="0" anchor="b"/>
          <a:lstStyle/>
          <a:p>
            <a:pPr lvl="0" algn="r">
              <a:defRPr/>
            </a:pPr>
            <a:fld id="{21A36535-15EA-39B0-3D25-A446C33DE1C7}" type="slidenum">
              <a:rPr sz="1200">
                <a:latin typeface="Calibri"/>
              </a:rPr>
            </a:fld>
            <a:endParaRPr sz="1200">
              <a:latin typeface="Calibri"/>
            </a:endParaRPr>
          </a:p>
        </p:txBody>
      </p:sp>
      <p:sp>
        <p:nvSpPr>
          <p:cNvPr id="294451491" name="Slide Image Placeholder 1"/>
          <p:cNvSpPr>
            <a:spLocks noGrp="1" noChangeShapeType="1"/>
          </p:cNvSpPr>
          <p:nvPr>
            <p:ph type="sldImg"/>
          </p:nvPr>
        </p:nvSpPr>
        <p:spPr bwMode="auto">
          <a:xfrm>
            <a:off x="1106487" y="812799"/>
            <a:ext cx="5345111" cy="4008436"/>
          </a:xfrm>
          <a:prstGeom prst="rect">
            <a:avLst/>
          </a:prstGeom>
          <a:solidFill>
            <a:srgbClr val="729FCF"/>
          </a:solidFill>
          <a:ln w="25400">
            <a:solidFill>
              <a:srgbClr val="3465A4"/>
            </a:solidFill>
            <a:miter/>
          </a:ln>
        </p:spPr>
        <p:txBody>
          <a:bodyPr lIns="91440" tIns="45720" rIns="91440" bIns="45720" anchor="ctr" anchorCtr="0"/>
          <a:lstStyle/>
          <a:p>
            <a:pPr>
              <a:defRPr/>
            </a:pPr>
            <a:endParaRPr sz="1400"/>
          </a:p>
        </p:txBody>
      </p:sp>
      <p:sp>
        <p:nvSpPr>
          <p:cNvPr id="1067654230" name="Notes Placeholder 2"/>
          <p:cNvSpPr>
            <a:spLocks noGrp="1" noChangeShapeType="1"/>
          </p:cNvSpPr>
          <p:nvPr>
            <p:ph type="body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  <a:noFill/>
        </p:spPr>
        <p:txBody>
          <a:bodyPr lIns="91440" tIns="45720" rIns="91440" bIns="45720" anchor="t">
            <a:spAutoFit/>
          </a:bodyPr>
          <a:lstStyle/>
          <a:p>
            <a:pPr>
              <a:defRPr/>
            </a:pPr>
            <a:endParaRPr sz="140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5CDD93E-8090-EF03-E1AB-6392852FA617}" type="slidenum">
              <a:rPr/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D4A4155-D3BB-4B3D-93D4-B9AED7E1F6DE}" type="slidenum">
              <a:rPr/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94247433" name="Slide Number Placeholder 6"/>
          <p:cNvSpPr txBox="1">
            <a:spLocks noGrp="1" noChangeShapeType="1"/>
          </p:cNvSpPr>
          <p:nvPr>
            <p:ph type="sldNum"/>
          </p:nvPr>
        </p:nvSpPr>
        <p:spPr bwMode="auto">
          <a:xfrm>
            <a:off x="3884611" y="8685211"/>
            <a:ext cx="2971800" cy="458786"/>
          </a:xfrm>
          <a:prstGeom prst="rect">
            <a:avLst/>
          </a:prstGeom>
          <a:noFill/>
        </p:spPr>
        <p:txBody>
          <a:bodyPr lIns="0" tIns="0" rIns="0" bIns="0" anchor="b"/>
          <a:lstStyle/>
          <a:p>
            <a:pPr lvl="0" algn="r">
              <a:defRPr/>
            </a:pPr>
            <a:fld id="{528AC24A-88C5-58A6-0EF6-4B70506983E3}" type="slidenum">
              <a:rPr sz="1200">
                <a:latin typeface="Calibri"/>
              </a:rPr>
            </a:fld>
            <a:endParaRPr sz="1200">
              <a:latin typeface="Calibri"/>
            </a:endParaRPr>
          </a:p>
        </p:txBody>
      </p:sp>
      <p:sp>
        <p:nvSpPr>
          <p:cNvPr id="710909972" name="Slide Image Placeholder 1"/>
          <p:cNvSpPr>
            <a:spLocks noGrp="1" noChangeShapeType="1"/>
          </p:cNvSpPr>
          <p:nvPr>
            <p:ph type="sldImg"/>
          </p:nvPr>
        </p:nvSpPr>
        <p:spPr bwMode="auto">
          <a:xfrm>
            <a:off x="1106487" y="812799"/>
            <a:ext cx="5345111" cy="4008436"/>
          </a:xfrm>
          <a:prstGeom prst="rect">
            <a:avLst/>
          </a:prstGeom>
          <a:solidFill>
            <a:srgbClr val="729FCF"/>
          </a:solidFill>
          <a:ln w="25400">
            <a:solidFill>
              <a:srgbClr val="3465A4"/>
            </a:solidFill>
            <a:miter/>
          </a:ln>
        </p:spPr>
        <p:txBody>
          <a:bodyPr lIns="91440" tIns="45720" rIns="91440" bIns="45720" anchor="ctr" anchorCtr="0"/>
          <a:lstStyle/>
          <a:p>
            <a:pPr>
              <a:defRPr/>
            </a:pPr>
            <a:endParaRPr sz="1400"/>
          </a:p>
        </p:txBody>
      </p:sp>
      <p:sp>
        <p:nvSpPr>
          <p:cNvPr id="1278284663" name="Notes Placeholder 2"/>
          <p:cNvSpPr>
            <a:spLocks noGrp="1" noChangeShapeType="1"/>
          </p:cNvSpPr>
          <p:nvPr>
            <p:ph type="body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  <a:noFill/>
        </p:spPr>
        <p:txBody>
          <a:bodyPr lIns="91440" tIns="45720" rIns="91440" bIns="45720" anchor="t">
            <a:spAutoFit/>
          </a:bodyPr>
          <a:lstStyle/>
          <a:p>
            <a:pPr>
              <a:defRPr/>
            </a:pPr>
            <a:endParaRPr sz="140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5139483-27F3-2967-D4D4-6955F2DFA2F0}" type="slidenum">
              <a:rPr/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57014108" name="Slide Number Placeholder 6"/>
          <p:cNvSpPr txBox="1">
            <a:spLocks noGrp="1" noChangeShapeType="1"/>
          </p:cNvSpPr>
          <p:nvPr>
            <p:ph type="sldNum"/>
          </p:nvPr>
        </p:nvSpPr>
        <p:spPr bwMode="auto">
          <a:xfrm>
            <a:off x="3884611" y="8685211"/>
            <a:ext cx="2971800" cy="458786"/>
          </a:xfrm>
          <a:prstGeom prst="rect">
            <a:avLst/>
          </a:prstGeom>
          <a:noFill/>
        </p:spPr>
        <p:txBody>
          <a:bodyPr lIns="0" tIns="0" rIns="0" bIns="0" anchor="b"/>
          <a:lstStyle/>
          <a:p>
            <a:pPr lvl="0" algn="r">
              <a:defRPr/>
            </a:pPr>
            <a:fld id="{151D7C8B-7414-438B-FEB5-BB4D06676740}" type="slidenum">
              <a:rPr sz="1200">
                <a:latin typeface="Calibri"/>
              </a:rPr>
            </a:fld>
            <a:endParaRPr sz="1200">
              <a:latin typeface="Calibri"/>
            </a:endParaRPr>
          </a:p>
        </p:txBody>
      </p:sp>
      <p:sp>
        <p:nvSpPr>
          <p:cNvPr id="1814255320" name="Slide Image Placeholder 1"/>
          <p:cNvSpPr>
            <a:spLocks noGrp="1" noChangeShapeType="1"/>
          </p:cNvSpPr>
          <p:nvPr>
            <p:ph type="sldImg"/>
          </p:nvPr>
        </p:nvSpPr>
        <p:spPr bwMode="auto">
          <a:xfrm>
            <a:off x="1106487" y="812799"/>
            <a:ext cx="5345111" cy="4008436"/>
          </a:xfrm>
          <a:prstGeom prst="rect">
            <a:avLst/>
          </a:prstGeom>
          <a:solidFill>
            <a:srgbClr val="729FCF"/>
          </a:solidFill>
          <a:ln w="25400">
            <a:solidFill>
              <a:srgbClr val="3465A4"/>
            </a:solidFill>
            <a:miter/>
          </a:ln>
        </p:spPr>
        <p:txBody>
          <a:bodyPr lIns="91440" tIns="45720" rIns="91440" bIns="45720" anchor="ctr" anchorCtr="0"/>
          <a:lstStyle/>
          <a:p>
            <a:pPr>
              <a:defRPr/>
            </a:pPr>
            <a:endParaRPr sz="1400"/>
          </a:p>
        </p:txBody>
      </p:sp>
      <p:sp>
        <p:nvSpPr>
          <p:cNvPr id="29861869" name="Notes Placeholder 2"/>
          <p:cNvSpPr>
            <a:spLocks noGrp="1" noChangeShapeType="1"/>
          </p:cNvSpPr>
          <p:nvPr>
            <p:ph type="body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  <a:noFill/>
        </p:spPr>
        <p:txBody>
          <a:bodyPr lIns="91440" tIns="45720" rIns="91440" bIns="45720" anchor="t">
            <a:spAutoFit/>
          </a:bodyPr>
          <a:lstStyle/>
          <a:p>
            <a:pPr>
              <a:defRPr/>
            </a:pPr>
            <a:endParaRPr sz="140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61E912F-C2BE-E4B4-978D-5DA90498785B}" type="slidenum">
              <a:rPr/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F95EF07-EA68-DEAC-550C-03AE67E065FE}" type="slidenum">
              <a:rPr/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8BA1C4E-C8E2-928C-EE7F-A1FDF8103D88}" type="slidenum">
              <a:rPr/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70FF9DA-50D8-B07C-CDBE-356671EFC4FD}" type="slidenum">
              <a:rPr/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88856434" name="Slide Number Placeholder 6"/>
          <p:cNvSpPr txBox="1">
            <a:spLocks noGrp="1" noChangeShapeType="1"/>
          </p:cNvSpPr>
          <p:nvPr>
            <p:ph type="sldNum"/>
          </p:nvPr>
        </p:nvSpPr>
        <p:spPr bwMode="auto">
          <a:xfrm>
            <a:off x="3884611" y="8685211"/>
            <a:ext cx="2971800" cy="458786"/>
          </a:xfrm>
          <a:prstGeom prst="rect">
            <a:avLst/>
          </a:prstGeom>
          <a:noFill/>
        </p:spPr>
        <p:txBody>
          <a:bodyPr lIns="0" tIns="0" rIns="0" bIns="0" anchor="b"/>
          <a:lstStyle/>
          <a:p>
            <a:pPr lvl="0" algn="r">
              <a:defRPr/>
            </a:pPr>
            <a:fld id="{EC77D6A6-889F-BA7B-7E95-5FB49A2DFF7F}" type="slidenum">
              <a:rPr sz="1200">
                <a:latin typeface="Calibri"/>
              </a:rPr>
            </a:fld>
            <a:endParaRPr sz="1200">
              <a:latin typeface="Calibri"/>
            </a:endParaRPr>
          </a:p>
        </p:txBody>
      </p:sp>
      <p:sp>
        <p:nvSpPr>
          <p:cNvPr id="1362258771" name="Slide Image Placeholder 1"/>
          <p:cNvSpPr>
            <a:spLocks noGrp="1" noChangeShapeType="1"/>
          </p:cNvSpPr>
          <p:nvPr>
            <p:ph type="sldImg"/>
          </p:nvPr>
        </p:nvSpPr>
        <p:spPr bwMode="auto">
          <a:xfrm>
            <a:off x="1106487" y="812799"/>
            <a:ext cx="5345111" cy="4008436"/>
          </a:xfrm>
          <a:prstGeom prst="rect">
            <a:avLst/>
          </a:prstGeom>
          <a:solidFill>
            <a:srgbClr val="729FCF"/>
          </a:solidFill>
          <a:ln w="25400">
            <a:solidFill>
              <a:srgbClr val="3465A4"/>
            </a:solidFill>
            <a:miter/>
          </a:ln>
        </p:spPr>
        <p:txBody>
          <a:bodyPr lIns="91440" tIns="45720" rIns="91440" bIns="45720" anchor="ctr" anchorCtr="0"/>
          <a:lstStyle/>
          <a:p>
            <a:pPr>
              <a:defRPr/>
            </a:pPr>
            <a:endParaRPr sz="1400"/>
          </a:p>
        </p:txBody>
      </p:sp>
      <p:sp>
        <p:nvSpPr>
          <p:cNvPr id="1409082291" name="Notes Placeholder 2"/>
          <p:cNvSpPr>
            <a:spLocks noGrp="1" noChangeShapeType="1"/>
          </p:cNvSpPr>
          <p:nvPr>
            <p:ph type="body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  <a:noFill/>
        </p:spPr>
        <p:txBody>
          <a:bodyPr lIns="91440" tIns="45720" rIns="91440" bIns="45720" anchor="t">
            <a:spAutoFit/>
          </a:bodyPr>
          <a:lstStyle/>
          <a:p>
            <a:pPr>
              <a:defRPr/>
            </a:pPr>
            <a:endParaRPr sz="140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293B9D1-557B-FFCE-0B96-F5358EE8024A}" type="slidenum">
              <a:rPr/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13148159" name="Slide Number Placeholder 6"/>
          <p:cNvSpPr txBox="1">
            <a:spLocks noGrp="1" noChangeShapeType="1"/>
          </p:cNvSpPr>
          <p:nvPr>
            <p:ph type="sldNum"/>
          </p:nvPr>
        </p:nvSpPr>
        <p:spPr bwMode="auto">
          <a:xfrm>
            <a:off x="3884611" y="8685211"/>
            <a:ext cx="2971800" cy="458786"/>
          </a:xfrm>
          <a:prstGeom prst="rect">
            <a:avLst/>
          </a:prstGeom>
          <a:noFill/>
        </p:spPr>
        <p:txBody>
          <a:bodyPr lIns="0" tIns="0" rIns="0" bIns="0" anchor="b"/>
          <a:lstStyle/>
          <a:p>
            <a:pPr lvl="0" algn="r">
              <a:defRPr/>
            </a:pPr>
            <a:fld id="{D98387A1-85D0-9236-BF3E-62B05B8E3580}" type="slidenum">
              <a:rPr sz="1200">
                <a:latin typeface="Calibri"/>
              </a:rPr>
            </a:fld>
            <a:endParaRPr sz="1200">
              <a:latin typeface="Calibri"/>
            </a:endParaRPr>
          </a:p>
        </p:txBody>
      </p:sp>
      <p:sp>
        <p:nvSpPr>
          <p:cNvPr id="1011639490" name="Slide Image Placeholder 1"/>
          <p:cNvSpPr>
            <a:spLocks noGrp="1" noChangeShapeType="1"/>
          </p:cNvSpPr>
          <p:nvPr>
            <p:ph type="sldImg"/>
          </p:nvPr>
        </p:nvSpPr>
        <p:spPr bwMode="auto">
          <a:xfrm>
            <a:off x="1106487" y="812799"/>
            <a:ext cx="5345111" cy="4008436"/>
          </a:xfrm>
          <a:prstGeom prst="rect">
            <a:avLst/>
          </a:prstGeom>
          <a:solidFill>
            <a:srgbClr val="729FCF"/>
          </a:solidFill>
          <a:ln w="25400">
            <a:solidFill>
              <a:srgbClr val="3465A4"/>
            </a:solidFill>
            <a:miter/>
          </a:ln>
        </p:spPr>
        <p:txBody>
          <a:bodyPr lIns="91440" tIns="45720" rIns="91440" bIns="45720" anchor="ctr" anchorCtr="0"/>
          <a:lstStyle/>
          <a:p>
            <a:pPr>
              <a:defRPr/>
            </a:pPr>
            <a:endParaRPr sz="1400"/>
          </a:p>
        </p:txBody>
      </p:sp>
      <p:sp>
        <p:nvSpPr>
          <p:cNvPr id="999075475" name="Notes Placeholder 2"/>
          <p:cNvSpPr>
            <a:spLocks noGrp="1" noChangeShapeType="1"/>
          </p:cNvSpPr>
          <p:nvPr>
            <p:ph type="body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  <a:noFill/>
        </p:spPr>
        <p:txBody>
          <a:bodyPr lIns="91440" tIns="45720" rIns="91440" bIns="45720" anchor="t">
            <a:spAutoFit/>
          </a:bodyPr>
          <a:lstStyle/>
          <a:p>
            <a:pPr>
              <a:defRPr/>
            </a:pPr>
            <a:endParaRPr sz="140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42232245" name="Rectangle 1"/>
          <p:cNvSpPr>
            <a:spLocks noGrp="1" noChangeShapeType="1"/>
          </p:cNvSpPr>
          <p:nvPr>
            <p:ph type="sldImg"/>
          </p:nvPr>
        </p:nvSpPr>
        <p:spPr bwMode="auto">
          <a:xfrm>
            <a:off x="1143000" y="695325"/>
            <a:ext cx="4572000" cy="3429000"/>
          </a:xfrm>
          <a:prstGeom prst="rect">
            <a:avLst/>
          </a:prstGeom>
          <a:solidFill>
            <a:srgbClr val="FFFFFF"/>
          </a:solidFill>
          <a:ln w="9524">
            <a:solidFill>
              <a:srgbClr val="000000"/>
            </a:solidFill>
            <a:miter/>
          </a:ln>
        </p:spPr>
        <p:txBody>
          <a:bodyPr lIns="91440" tIns="45720" rIns="91440" bIns="45720" anchor="ctr" anchorCtr="0"/>
          <a:lstStyle/>
          <a:p>
            <a:pPr>
              <a:defRPr/>
            </a:pPr>
            <a:endParaRPr sz="1400"/>
          </a:p>
        </p:txBody>
      </p:sp>
      <p:sp>
        <p:nvSpPr>
          <p:cNvPr id="1720899202" name="Rectangle 2"/>
          <p:cNvSpPr>
            <a:spLocks noGrp="1" noChangeShapeType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</p:spPr>
        <p:txBody>
          <a:bodyPr wrap="none" anchor="ctr" anchorCtr="0"/>
          <a:lstStyle/>
          <a:p>
            <a:pPr>
              <a:defRPr/>
            </a:pPr>
            <a:endParaRPr sz="140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98335990" name="Rectangle 1"/>
          <p:cNvSpPr>
            <a:spLocks noGrp="1" noChangeShapeType="1"/>
          </p:cNvSpPr>
          <p:nvPr>
            <p:ph type="sldImg"/>
          </p:nvPr>
        </p:nvSpPr>
        <p:spPr bwMode="auto">
          <a:xfrm>
            <a:off x="1143000" y="695325"/>
            <a:ext cx="4572000" cy="3429000"/>
          </a:xfrm>
          <a:prstGeom prst="rect">
            <a:avLst/>
          </a:prstGeom>
          <a:solidFill>
            <a:srgbClr val="FFFFFF"/>
          </a:solidFill>
          <a:ln w="9524">
            <a:solidFill>
              <a:srgbClr val="000000"/>
            </a:solidFill>
            <a:miter/>
          </a:ln>
        </p:spPr>
        <p:txBody>
          <a:bodyPr lIns="91440" tIns="45720" rIns="91440" bIns="45720" anchor="ctr" anchorCtr="0"/>
          <a:lstStyle/>
          <a:p>
            <a:pPr>
              <a:defRPr/>
            </a:pPr>
            <a:endParaRPr sz="1400"/>
          </a:p>
        </p:txBody>
      </p:sp>
      <p:sp>
        <p:nvSpPr>
          <p:cNvPr id="1883140883" name="Rectangle 2"/>
          <p:cNvSpPr>
            <a:spLocks noGrp="1" noChangeShapeType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</p:spPr>
        <p:txBody>
          <a:bodyPr wrap="none" anchor="ctr" anchorCtr="0"/>
          <a:lstStyle/>
          <a:p>
            <a:pPr>
              <a:defRPr/>
            </a:pPr>
            <a:endParaRPr sz="140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8364364" name="Rectangle 1"/>
          <p:cNvSpPr>
            <a:spLocks noGrp="1" noChangeShapeType="1"/>
          </p:cNvSpPr>
          <p:nvPr>
            <p:ph type="sldImg"/>
          </p:nvPr>
        </p:nvSpPr>
        <p:spPr bwMode="auto">
          <a:xfrm>
            <a:off x="1143000" y="695325"/>
            <a:ext cx="4572000" cy="3429000"/>
          </a:xfrm>
          <a:prstGeom prst="rect">
            <a:avLst/>
          </a:prstGeom>
          <a:solidFill>
            <a:srgbClr val="FFFFFF"/>
          </a:solidFill>
          <a:ln w="9524">
            <a:solidFill>
              <a:srgbClr val="000000"/>
            </a:solidFill>
            <a:miter/>
          </a:ln>
        </p:spPr>
        <p:txBody>
          <a:bodyPr lIns="91440" tIns="45720" rIns="91440" bIns="45720" anchor="ctr" anchorCtr="0"/>
          <a:lstStyle/>
          <a:p>
            <a:pPr>
              <a:defRPr/>
            </a:pPr>
            <a:endParaRPr sz="1400"/>
          </a:p>
        </p:txBody>
      </p:sp>
      <p:sp>
        <p:nvSpPr>
          <p:cNvPr id="1122518495" name="Rectangle 2"/>
          <p:cNvSpPr>
            <a:spLocks noGrp="1" noChangeShapeType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</p:spPr>
        <p:txBody>
          <a:bodyPr wrap="none" anchor="ctr" anchorCtr="0"/>
          <a:lstStyle/>
          <a:p>
            <a:pPr>
              <a:defRPr/>
            </a:pPr>
            <a:endParaRPr sz="140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01407385" name="Rectangle 1"/>
          <p:cNvSpPr>
            <a:spLocks noGrp="1" noChangeShapeType="1"/>
          </p:cNvSpPr>
          <p:nvPr>
            <p:ph type="sldImg"/>
          </p:nvPr>
        </p:nvSpPr>
        <p:spPr bwMode="auto">
          <a:xfrm>
            <a:off x="1143000" y="695325"/>
            <a:ext cx="4572000" cy="3429000"/>
          </a:xfrm>
          <a:prstGeom prst="rect">
            <a:avLst/>
          </a:prstGeom>
          <a:solidFill>
            <a:srgbClr val="FFFFFF"/>
          </a:solidFill>
          <a:ln w="9524">
            <a:solidFill>
              <a:srgbClr val="000000"/>
            </a:solidFill>
            <a:miter/>
          </a:ln>
        </p:spPr>
        <p:txBody>
          <a:bodyPr lIns="91440" tIns="45720" rIns="91440" bIns="45720" anchor="ctr" anchorCtr="0"/>
          <a:lstStyle/>
          <a:p>
            <a:pPr>
              <a:defRPr/>
            </a:pPr>
            <a:endParaRPr sz="1400"/>
          </a:p>
        </p:txBody>
      </p:sp>
      <p:sp>
        <p:nvSpPr>
          <p:cNvPr id="1381120928" name="Rectangle 2"/>
          <p:cNvSpPr>
            <a:spLocks noGrp="1" noChangeShapeType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</p:spPr>
        <p:txBody>
          <a:bodyPr wrap="none" anchor="ctr" anchorCtr="0"/>
          <a:lstStyle/>
          <a:p>
            <a:pPr>
              <a:defRPr/>
            </a:pPr>
            <a:endParaRPr sz="140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78752270" name="Rectangle 1"/>
          <p:cNvSpPr>
            <a:spLocks noGrp="1" noChangeShapeType="1"/>
          </p:cNvSpPr>
          <p:nvPr>
            <p:ph type="sldImg"/>
          </p:nvPr>
        </p:nvSpPr>
        <p:spPr bwMode="auto">
          <a:xfrm>
            <a:off x="1143000" y="695325"/>
            <a:ext cx="4572000" cy="3429000"/>
          </a:xfrm>
          <a:prstGeom prst="rect">
            <a:avLst/>
          </a:prstGeom>
          <a:solidFill>
            <a:srgbClr val="FFFFFF"/>
          </a:solidFill>
          <a:ln w="9524">
            <a:solidFill>
              <a:srgbClr val="000000"/>
            </a:solidFill>
            <a:miter/>
          </a:ln>
        </p:spPr>
        <p:txBody>
          <a:bodyPr lIns="91440" tIns="45720" rIns="91440" bIns="45720" anchor="ctr" anchorCtr="0"/>
          <a:lstStyle/>
          <a:p>
            <a:pPr>
              <a:defRPr/>
            </a:pPr>
            <a:endParaRPr sz="1400"/>
          </a:p>
        </p:txBody>
      </p:sp>
      <p:sp>
        <p:nvSpPr>
          <p:cNvPr id="1361117274" name="Rectangle 2"/>
          <p:cNvSpPr>
            <a:spLocks noGrp="1" noChangeShapeType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</p:spPr>
        <p:txBody>
          <a:bodyPr wrap="none" anchor="ctr" anchorCtr="0"/>
          <a:lstStyle/>
          <a:p>
            <a:pPr>
              <a:defRPr/>
            </a:pPr>
            <a:endParaRPr sz="1400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30144827" name="Rectangle 1"/>
          <p:cNvSpPr>
            <a:spLocks noGrp="1" noChangeShapeType="1"/>
          </p:cNvSpPr>
          <p:nvPr>
            <p:ph type="sldImg"/>
          </p:nvPr>
        </p:nvSpPr>
        <p:spPr bwMode="auto">
          <a:xfrm>
            <a:off x="1143000" y="695325"/>
            <a:ext cx="4572000" cy="3429000"/>
          </a:xfrm>
          <a:prstGeom prst="rect">
            <a:avLst/>
          </a:prstGeom>
          <a:solidFill>
            <a:srgbClr val="FFFFFF"/>
          </a:solidFill>
          <a:ln w="9524">
            <a:solidFill>
              <a:srgbClr val="000000"/>
            </a:solidFill>
            <a:miter/>
          </a:ln>
        </p:spPr>
        <p:txBody>
          <a:bodyPr lIns="91440" tIns="45720" rIns="91440" bIns="45720" anchor="ctr" anchorCtr="0"/>
          <a:lstStyle/>
          <a:p>
            <a:pPr>
              <a:defRPr/>
            </a:pPr>
            <a:endParaRPr sz="1400"/>
          </a:p>
        </p:txBody>
      </p:sp>
      <p:sp>
        <p:nvSpPr>
          <p:cNvPr id="1336030694" name="Rectangle 2"/>
          <p:cNvSpPr>
            <a:spLocks noGrp="1" noChangeShapeType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</p:spPr>
        <p:txBody>
          <a:bodyPr wrap="none" anchor="ctr" anchorCtr="0"/>
          <a:lstStyle/>
          <a:p>
            <a:pPr>
              <a:defRPr/>
            </a:pPr>
            <a:endParaRPr sz="1400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82164447" name="Rectangle 1"/>
          <p:cNvSpPr>
            <a:spLocks noGrp="1" noChangeShapeType="1"/>
          </p:cNvSpPr>
          <p:nvPr>
            <p:ph type="sldImg"/>
          </p:nvPr>
        </p:nvSpPr>
        <p:spPr bwMode="auto">
          <a:xfrm>
            <a:off x="1143000" y="695325"/>
            <a:ext cx="4572000" cy="3429000"/>
          </a:xfrm>
          <a:prstGeom prst="rect">
            <a:avLst/>
          </a:prstGeom>
          <a:solidFill>
            <a:srgbClr val="FFFFFF"/>
          </a:solidFill>
          <a:ln w="9524">
            <a:solidFill>
              <a:srgbClr val="000000"/>
            </a:solidFill>
            <a:miter/>
          </a:ln>
        </p:spPr>
        <p:txBody>
          <a:bodyPr lIns="91440" tIns="45720" rIns="91440" bIns="45720" anchor="ctr" anchorCtr="0"/>
          <a:lstStyle/>
          <a:p>
            <a:pPr>
              <a:defRPr/>
            </a:pPr>
            <a:endParaRPr sz="1400"/>
          </a:p>
        </p:txBody>
      </p:sp>
      <p:sp>
        <p:nvSpPr>
          <p:cNvPr id="58023239" name="Rectangle 2"/>
          <p:cNvSpPr>
            <a:spLocks noGrp="1" noChangeShapeType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</p:spPr>
        <p:txBody>
          <a:bodyPr wrap="none" anchor="ctr" anchorCtr="0"/>
          <a:lstStyle/>
          <a:p>
            <a:pPr>
              <a:defRPr/>
            </a:pPr>
            <a:endParaRPr sz="1400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30298014" name="Slide Number Placeholder 6"/>
          <p:cNvSpPr txBox="1">
            <a:spLocks noGrp="1" noChangeShapeType="1"/>
          </p:cNvSpPr>
          <p:nvPr>
            <p:ph type="sldNum"/>
          </p:nvPr>
        </p:nvSpPr>
        <p:spPr bwMode="auto">
          <a:xfrm>
            <a:off x="3884611" y="8685211"/>
            <a:ext cx="2971800" cy="458786"/>
          </a:xfrm>
          <a:prstGeom prst="rect">
            <a:avLst/>
          </a:prstGeom>
          <a:noFill/>
        </p:spPr>
        <p:txBody>
          <a:bodyPr lIns="0" tIns="0" rIns="0" bIns="0" anchor="b"/>
          <a:lstStyle/>
          <a:p>
            <a:pPr lvl="0" algn="r">
              <a:defRPr/>
            </a:pPr>
            <a:fld id="{8908C887-78F2-E167-0D11-C67C2DC0B4D9}" type="slidenum">
              <a:rPr sz="1200">
                <a:latin typeface="Calibri"/>
              </a:rPr>
            </a:fld>
            <a:endParaRPr sz="1200">
              <a:latin typeface="Calibri"/>
            </a:endParaRPr>
          </a:p>
        </p:txBody>
      </p:sp>
      <p:sp>
        <p:nvSpPr>
          <p:cNvPr id="554993990" name="Slide Image Placeholder 1"/>
          <p:cNvSpPr>
            <a:spLocks noGrp="1" noChangeShapeType="1"/>
          </p:cNvSpPr>
          <p:nvPr>
            <p:ph type="sldImg"/>
          </p:nvPr>
        </p:nvSpPr>
        <p:spPr bwMode="auto">
          <a:xfrm>
            <a:off x="1106487" y="812799"/>
            <a:ext cx="5345111" cy="4008436"/>
          </a:xfrm>
          <a:prstGeom prst="rect">
            <a:avLst/>
          </a:prstGeom>
          <a:solidFill>
            <a:srgbClr val="729FCF"/>
          </a:solidFill>
          <a:ln w="25400">
            <a:solidFill>
              <a:srgbClr val="3465A4"/>
            </a:solidFill>
            <a:miter/>
          </a:ln>
        </p:spPr>
        <p:txBody>
          <a:bodyPr lIns="91440" tIns="45720" rIns="91440" bIns="45720" anchor="ctr" anchorCtr="0"/>
          <a:lstStyle/>
          <a:p>
            <a:pPr>
              <a:defRPr/>
            </a:pPr>
            <a:endParaRPr sz="1400"/>
          </a:p>
        </p:txBody>
      </p:sp>
      <p:sp>
        <p:nvSpPr>
          <p:cNvPr id="1306020107" name="Notes Placeholder 2"/>
          <p:cNvSpPr>
            <a:spLocks noGrp="1" noChangeShapeType="1"/>
          </p:cNvSpPr>
          <p:nvPr>
            <p:ph type="body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  <a:noFill/>
        </p:spPr>
        <p:txBody>
          <a:bodyPr lIns="91440" tIns="45720" rIns="91440" bIns="45720" anchor="t">
            <a:spAutoFit/>
          </a:bodyPr>
          <a:lstStyle/>
          <a:p>
            <a:pPr>
              <a:defRPr/>
            </a:pPr>
            <a:endParaRPr sz="1400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FED3010-74DA-0E67-A739-83E19FAE309F}" type="slidenum">
              <a:rPr/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654BE86-6F1F-C5C7-632C-0A92659CFA6F}" type="slidenum">
              <a:rPr/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1B9E31A-E4B6-4111-D920-55AC667A04DA}" type="slidenum">
              <a:rPr/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19140575" name="Slide Number Placeholder 6"/>
          <p:cNvSpPr txBox="1">
            <a:spLocks noGrp="1" noChangeShapeType="1"/>
          </p:cNvSpPr>
          <p:nvPr>
            <p:ph type="sldNum"/>
          </p:nvPr>
        </p:nvSpPr>
        <p:spPr bwMode="auto">
          <a:xfrm>
            <a:off x="3884611" y="8685211"/>
            <a:ext cx="2971800" cy="458786"/>
          </a:xfrm>
          <a:prstGeom prst="rect">
            <a:avLst/>
          </a:prstGeom>
          <a:noFill/>
        </p:spPr>
        <p:txBody>
          <a:bodyPr lIns="0" tIns="0" rIns="0" bIns="0" anchor="b"/>
          <a:lstStyle/>
          <a:p>
            <a:pPr lvl="0" algn="r">
              <a:defRPr/>
            </a:pPr>
            <a:fld id="{516DBFF6-94F7-5282-6E4F-E0D482014AE6}" type="slidenum">
              <a:rPr sz="1200">
                <a:latin typeface="Calibri"/>
              </a:rPr>
            </a:fld>
            <a:endParaRPr sz="1200">
              <a:latin typeface="Calibri"/>
            </a:endParaRPr>
          </a:p>
        </p:txBody>
      </p:sp>
      <p:sp>
        <p:nvSpPr>
          <p:cNvPr id="559999637" name="Slide Image Placeholder 1"/>
          <p:cNvSpPr>
            <a:spLocks noGrp="1" noChangeShapeType="1"/>
          </p:cNvSpPr>
          <p:nvPr>
            <p:ph type="sldImg"/>
          </p:nvPr>
        </p:nvSpPr>
        <p:spPr bwMode="auto">
          <a:xfrm>
            <a:off x="1106487" y="812799"/>
            <a:ext cx="5345111" cy="4008436"/>
          </a:xfrm>
          <a:prstGeom prst="rect">
            <a:avLst/>
          </a:prstGeom>
          <a:solidFill>
            <a:srgbClr val="729FCF"/>
          </a:solidFill>
          <a:ln w="25400">
            <a:solidFill>
              <a:srgbClr val="3465A4"/>
            </a:solidFill>
            <a:miter/>
          </a:ln>
        </p:spPr>
        <p:txBody>
          <a:bodyPr lIns="91440" tIns="45720" rIns="91440" bIns="45720" anchor="ctr" anchorCtr="0"/>
          <a:lstStyle/>
          <a:p>
            <a:pPr>
              <a:defRPr/>
            </a:pPr>
            <a:endParaRPr sz="1400"/>
          </a:p>
        </p:txBody>
      </p:sp>
      <p:sp>
        <p:nvSpPr>
          <p:cNvPr id="268111464" name="Notes Placeholder 2"/>
          <p:cNvSpPr>
            <a:spLocks noGrp="1" noChangeShapeType="1"/>
          </p:cNvSpPr>
          <p:nvPr>
            <p:ph type="body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  <a:noFill/>
        </p:spPr>
        <p:txBody>
          <a:bodyPr lIns="91440" tIns="45720" rIns="91440" bIns="45720" anchor="t">
            <a:spAutoFit/>
          </a:bodyPr>
          <a:lstStyle/>
          <a:p>
            <a:pPr>
              <a:defRPr/>
            </a:pPr>
            <a:endParaRPr sz="1400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44079AC-73AA-F908-5E09-7DD397F173B5}" type="slidenum">
              <a:rPr/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0DB4447-83A5-F74D-0237-8A819B6B4042}" type="slidenum">
              <a:rPr/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20A8C74-3440-B1C8-3A1F-B2B682318E54}" type="slidenum">
              <a:rPr/>
            </a:fld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19140575" name="Slide Number Placeholder 6"/>
          <p:cNvSpPr txBox="1">
            <a:spLocks noGrp="1" noChangeShapeType="1"/>
          </p:cNvSpPr>
          <p:nvPr>
            <p:ph type="sldNum"/>
          </p:nvPr>
        </p:nvSpPr>
        <p:spPr bwMode="auto">
          <a:xfrm>
            <a:off x="3884611" y="8685211"/>
            <a:ext cx="2971800" cy="458786"/>
          </a:xfrm>
          <a:prstGeom prst="rect">
            <a:avLst/>
          </a:prstGeom>
          <a:noFill/>
        </p:spPr>
        <p:txBody>
          <a:bodyPr lIns="0" tIns="0" rIns="0" bIns="0" anchor="b"/>
          <a:lstStyle/>
          <a:p>
            <a:pPr lvl="0" algn="r">
              <a:defRPr/>
            </a:pPr>
            <a:fld id="{516DBFF6-94F7-5282-6E4F-E0D482014AE6}" type="slidenum">
              <a:rPr sz="1200">
                <a:latin typeface="Calibri"/>
              </a:rPr>
            </a:fld>
            <a:endParaRPr sz="1200">
              <a:latin typeface="Calibri"/>
            </a:endParaRPr>
          </a:p>
        </p:txBody>
      </p:sp>
      <p:sp>
        <p:nvSpPr>
          <p:cNvPr id="559999637" name="Slide Image Placeholder 1"/>
          <p:cNvSpPr>
            <a:spLocks noGrp="1" noChangeShapeType="1"/>
          </p:cNvSpPr>
          <p:nvPr>
            <p:ph type="sldImg"/>
          </p:nvPr>
        </p:nvSpPr>
        <p:spPr bwMode="auto">
          <a:xfrm>
            <a:off x="1106487" y="812799"/>
            <a:ext cx="5345111" cy="4008436"/>
          </a:xfrm>
          <a:prstGeom prst="rect">
            <a:avLst/>
          </a:prstGeom>
          <a:solidFill>
            <a:srgbClr val="729FCF"/>
          </a:solidFill>
          <a:ln w="25400">
            <a:solidFill>
              <a:srgbClr val="3465A4"/>
            </a:solidFill>
            <a:miter/>
          </a:ln>
        </p:spPr>
        <p:txBody>
          <a:bodyPr lIns="91440" tIns="45720" rIns="91440" bIns="45720" anchor="ctr" anchorCtr="0"/>
          <a:lstStyle/>
          <a:p>
            <a:pPr>
              <a:defRPr/>
            </a:pPr>
            <a:endParaRPr sz="1400"/>
          </a:p>
        </p:txBody>
      </p:sp>
      <p:sp>
        <p:nvSpPr>
          <p:cNvPr id="268111464" name="Notes Placeholder 2"/>
          <p:cNvSpPr>
            <a:spLocks noGrp="1" noChangeShapeType="1"/>
          </p:cNvSpPr>
          <p:nvPr>
            <p:ph type="body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  <a:noFill/>
        </p:spPr>
        <p:txBody>
          <a:bodyPr lIns="91440" tIns="45720" rIns="91440" bIns="45720" anchor="t">
            <a:spAutoFit/>
          </a:bodyPr>
          <a:lstStyle/>
          <a:p>
            <a:pPr>
              <a:defRPr/>
            </a:pPr>
            <a:endParaRPr sz="1400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44079AC-73AA-F908-5E09-7DD397F173B5}" type="slidenum">
              <a:rPr/>
            </a:fld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0DB4447-83A5-F74D-0237-8A819B6B4042}" type="slidenum">
              <a:rPr/>
            </a:fld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20A8C74-3440-B1C8-3A1F-B2B682318E54}" type="slidenum">
              <a:rPr/>
            </a:fld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55696751" name="Slide Number Placeholder 6"/>
          <p:cNvSpPr txBox="1">
            <a:spLocks noGrp="1" noChangeShapeType="1"/>
          </p:cNvSpPr>
          <p:nvPr>
            <p:ph type="sldNum"/>
          </p:nvPr>
        </p:nvSpPr>
        <p:spPr bwMode="auto">
          <a:xfrm>
            <a:off x="3884611" y="8685211"/>
            <a:ext cx="2971800" cy="458786"/>
          </a:xfrm>
          <a:prstGeom prst="rect">
            <a:avLst/>
          </a:prstGeom>
          <a:noFill/>
        </p:spPr>
        <p:txBody>
          <a:bodyPr lIns="0" tIns="0" rIns="0" bIns="0" anchor="b"/>
          <a:lstStyle/>
          <a:p>
            <a:pPr lvl="0" algn="r">
              <a:defRPr/>
            </a:pPr>
            <a:fld id="{F155697B-68D3-0824-6108-41EB0B591A8E}" type="slidenum">
              <a:rPr sz="1200">
                <a:latin typeface="Calibri"/>
              </a:rPr>
            </a:fld>
            <a:endParaRPr sz="1200">
              <a:latin typeface="Calibri"/>
            </a:endParaRPr>
          </a:p>
        </p:txBody>
      </p:sp>
      <p:sp>
        <p:nvSpPr>
          <p:cNvPr id="39644315" name="Slide Image Placeholder 1"/>
          <p:cNvSpPr>
            <a:spLocks noGrp="1" noChangeShapeType="1"/>
          </p:cNvSpPr>
          <p:nvPr>
            <p:ph type="sldImg"/>
          </p:nvPr>
        </p:nvSpPr>
        <p:spPr bwMode="auto">
          <a:xfrm>
            <a:off x="1106487" y="812799"/>
            <a:ext cx="5345111" cy="4008436"/>
          </a:xfrm>
          <a:prstGeom prst="rect">
            <a:avLst/>
          </a:prstGeom>
          <a:solidFill>
            <a:srgbClr val="729FCF"/>
          </a:solidFill>
          <a:ln w="25400">
            <a:solidFill>
              <a:srgbClr val="3465A4"/>
            </a:solidFill>
            <a:miter/>
          </a:ln>
        </p:spPr>
        <p:txBody>
          <a:bodyPr lIns="91440" tIns="45720" rIns="91440" bIns="45720" anchor="ctr" anchorCtr="0"/>
          <a:lstStyle/>
          <a:p>
            <a:pPr>
              <a:defRPr/>
            </a:pPr>
            <a:endParaRPr sz="1400"/>
          </a:p>
        </p:txBody>
      </p:sp>
      <p:sp>
        <p:nvSpPr>
          <p:cNvPr id="755801622" name="Notes Placeholder 2"/>
          <p:cNvSpPr>
            <a:spLocks noGrp="1" noChangeShapeType="1"/>
          </p:cNvSpPr>
          <p:nvPr>
            <p:ph type="body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  <a:noFill/>
        </p:spPr>
        <p:txBody>
          <a:bodyPr lIns="91440" tIns="45720" rIns="91440" bIns="45720" anchor="t">
            <a:spAutoFit/>
          </a:bodyPr>
          <a:lstStyle/>
          <a:p>
            <a:pPr>
              <a:defRPr/>
            </a:pPr>
            <a:endParaRPr sz="1400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069037D-5707-1792-C1E3-F852943D7617}" type="slidenum">
              <a:rPr/>
            </a:fld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E49C576-49CA-4CB2-2E71-FEF4D6713F22}" type="slidenum">
              <a:rPr/>
            </a:fld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07051370" name="Slide Number Placeholder 6"/>
          <p:cNvSpPr txBox="1">
            <a:spLocks noGrp="1" noChangeShapeType="1"/>
          </p:cNvSpPr>
          <p:nvPr>
            <p:ph type="sldNum"/>
          </p:nvPr>
        </p:nvSpPr>
        <p:spPr bwMode="auto">
          <a:xfrm>
            <a:off x="3884611" y="8685211"/>
            <a:ext cx="2971800" cy="458786"/>
          </a:xfrm>
          <a:prstGeom prst="rect">
            <a:avLst/>
          </a:prstGeom>
          <a:noFill/>
        </p:spPr>
        <p:txBody>
          <a:bodyPr lIns="0" tIns="0" rIns="0" bIns="0" anchor="b"/>
          <a:lstStyle/>
          <a:p>
            <a:pPr lvl="0" algn="r">
              <a:defRPr/>
            </a:pPr>
            <a:fld id="{AB63FC73-A1AE-9E36-C301-0B2A8654C5F3}" type="slidenum">
              <a:rPr sz="1200">
                <a:latin typeface="Calibri"/>
              </a:rPr>
            </a:fld>
            <a:endParaRPr sz="1200">
              <a:latin typeface="Calibri"/>
            </a:endParaRPr>
          </a:p>
        </p:txBody>
      </p:sp>
      <p:sp>
        <p:nvSpPr>
          <p:cNvPr id="864585638" name="Slide Image Placeholder 1"/>
          <p:cNvSpPr>
            <a:spLocks noGrp="1" noChangeShapeType="1"/>
          </p:cNvSpPr>
          <p:nvPr>
            <p:ph type="sldImg"/>
          </p:nvPr>
        </p:nvSpPr>
        <p:spPr bwMode="auto">
          <a:xfrm>
            <a:off x="1106487" y="812799"/>
            <a:ext cx="5345111" cy="4008436"/>
          </a:xfrm>
          <a:prstGeom prst="rect">
            <a:avLst/>
          </a:prstGeom>
          <a:solidFill>
            <a:srgbClr val="729FCF"/>
          </a:solidFill>
          <a:ln w="25400">
            <a:solidFill>
              <a:srgbClr val="3465A4"/>
            </a:solidFill>
            <a:miter/>
          </a:ln>
        </p:spPr>
        <p:txBody>
          <a:bodyPr lIns="91440" tIns="45720" rIns="91440" bIns="45720" anchor="ctr" anchorCtr="0"/>
          <a:lstStyle/>
          <a:p>
            <a:pPr>
              <a:defRPr/>
            </a:pPr>
            <a:endParaRPr sz="1400"/>
          </a:p>
        </p:txBody>
      </p:sp>
      <p:sp>
        <p:nvSpPr>
          <p:cNvPr id="1625205894" name="Notes Placeholder 2"/>
          <p:cNvSpPr>
            <a:spLocks noGrp="1" noChangeShapeType="1"/>
          </p:cNvSpPr>
          <p:nvPr>
            <p:ph type="body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  <a:noFill/>
        </p:spPr>
        <p:txBody>
          <a:bodyPr lIns="91440" tIns="45720" rIns="91440" bIns="45720" anchor="t">
            <a:spAutoFit/>
          </a:bodyPr>
          <a:lstStyle/>
          <a:p>
            <a:pPr>
              <a:defRPr/>
            </a:pPr>
            <a:endParaRPr sz="1400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CA51AEC-9863-336B-0680-9AE675C18DEE}" type="slidenum">
              <a:rPr/>
            </a:fld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34217499" name="Slide Number Placeholder 6"/>
          <p:cNvSpPr txBox="1">
            <a:spLocks noGrp="1" noChangeShapeType="1"/>
          </p:cNvSpPr>
          <p:nvPr>
            <p:ph type="sldNum"/>
          </p:nvPr>
        </p:nvSpPr>
        <p:spPr bwMode="auto">
          <a:xfrm>
            <a:off x="3884611" y="8685211"/>
            <a:ext cx="2971800" cy="458786"/>
          </a:xfrm>
          <a:prstGeom prst="rect">
            <a:avLst/>
          </a:prstGeom>
          <a:noFill/>
        </p:spPr>
        <p:txBody>
          <a:bodyPr lIns="0" tIns="0" rIns="0" bIns="0" anchor="b"/>
          <a:lstStyle/>
          <a:p>
            <a:pPr lvl="0" algn="r">
              <a:defRPr/>
            </a:pPr>
            <a:fld id="{8E3988E0-A180-0AE5-524D-8B24E36A21A3}" type="slidenum">
              <a:rPr sz="1200">
                <a:latin typeface="Calibri"/>
              </a:rPr>
            </a:fld>
            <a:endParaRPr sz="1200">
              <a:latin typeface="Calibri"/>
            </a:endParaRPr>
          </a:p>
        </p:txBody>
      </p:sp>
      <p:sp>
        <p:nvSpPr>
          <p:cNvPr id="1382917068" name="Slide Image Placeholder 1"/>
          <p:cNvSpPr>
            <a:spLocks noGrp="1" noChangeShapeType="1"/>
          </p:cNvSpPr>
          <p:nvPr>
            <p:ph type="sldImg"/>
          </p:nvPr>
        </p:nvSpPr>
        <p:spPr bwMode="auto">
          <a:xfrm>
            <a:off x="1106487" y="812799"/>
            <a:ext cx="5345111" cy="4008436"/>
          </a:xfrm>
          <a:prstGeom prst="rect">
            <a:avLst/>
          </a:prstGeom>
          <a:solidFill>
            <a:srgbClr val="729FCF"/>
          </a:solidFill>
          <a:ln w="25400">
            <a:solidFill>
              <a:srgbClr val="3465A4"/>
            </a:solidFill>
            <a:miter/>
          </a:ln>
        </p:spPr>
        <p:txBody>
          <a:bodyPr lIns="91440" tIns="45720" rIns="91440" bIns="45720" anchor="ctr" anchorCtr="0"/>
          <a:lstStyle/>
          <a:p>
            <a:pPr>
              <a:defRPr/>
            </a:pPr>
            <a:endParaRPr sz="1400"/>
          </a:p>
        </p:txBody>
      </p:sp>
      <p:sp>
        <p:nvSpPr>
          <p:cNvPr id="567102135" name="Notes Placeholder 2"/>
          <p:cNvSpPr>
            <a:spLocks noGrp="1" noChangeShapeType="1"/>
          </p:cNvSpPr>
          <p:nvPr>
            <p:ph type="body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  <a:noFill/>
        </p:spPr>
        <p:txBody>
          <a:bodyPr lIns="91440" tIns="45720" rIns="91440" bIns="45720" anchor="t">
            <a:spAutoFit/>
          </a:bodyPr>
          <a:lstStyle/>
          <a:p>
            <a:pPr>
              <a:defRPr/>
            </a:pPr>
            <a:endParaRPr sz="1400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5F78242-55DE-4C1A-164E-F6BEF10DE3FB}" type="slidenum">
              <a:rPr/>
            </a:fld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4D5AAF5-4A9D-FF9B-39D6-015A028B68E5}" type="slidenum">
              <a:rPr/>
            </a:fld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751612" name="Slide Number Placeholder 6"/>
          <p:cNvSpPr txBox="1">
            <a:spLocks noGrp="1" noChangeShapeType="1"/>
          </p:cNvSpPr>
          <p:nvPr>
            <p:ph type="sldNum"/>
          </p:nvPr>
        </p:nvSpPr>
        <p:spPr bwMode="auto">
          <a:xfrm>
            <a:off x="3884611" y="8685211"/>
            <a:ext cx="2971800" cy="458786"/>
          </a:xfrm>
          <a:prstGeom prst="rect">
            <a:avLst/>
          </a:prstGeom>
          <a:noFill/>
        </p:spPr>
        <p:txBody>
          <a:bodyPr lIns="0" tIns="0" rIns="0" bIns="0" anchor="b"/>
          <a:lstStyle/>
          <a:p>
            <a:pPr lvl="0" algn="r">
              <a:defRPr/>
            </a:pPr>
            <a:fld id="{A7FE1E47-2473-EB95-4C8B-EF6FE588CA43}" type="slidenum">
              <a:rPr sz="1200">
                <a:latin typeface="Calibri"/>
              </a:rPr>
            </a:fld>
            <a:endParaRPr sz="1200">
              <a:latin typeface="Calibri"/>
            </a:endParaRPr>
          </a:p>
        </p:txBody>
      </p:sp>
      <p:sp>
        <p:nvSpPr>
          <p:cNvPr id="1462651899" name="Slide Image Placeholder 1"/>
          <p:cNvSpPr>
            <a:spLocks noGrp="1" noChangeShapeType="1"/>
          </p:cNvSpPr>
          <p:nvPr>
            <p:ph type="sldImg"/>
          </p:nvPr>
        </p:nvSpPr>
        <p:spPr bwMode="auto">
          <a:xfrm>
            <a:off x="1106487" y="812799"/>
            <a:ext cx="5345111" cy="4008436"/>
          </a:xfrm>
          <a:prstGeom prst="rect">
            <a:avLst/>
          </a:prstGeom>
          <a:solidFill>
            <a:srgbClr val="729FCF"/>
          </a:solidFill>
          <a:ln w="25400">
            <a:solidFill>
              <a:srgbClr val="3465A4"/>
            </a:solidFill>
            <a:miter/>
          </a:ln>
        </p:spPr>
        <p:txBody>
          <a:bodyPr lIns="91440" tIns="45720" rIns="91440" bIns="45720" anchor="ctr" anchorCtr="0"/>
          <a:lstStyle/>
          <a:p>
            <a:pPr>
              <a:defRPr/>
            </a:pPr>
            <a:endParaRPr sz="1400"/>
          </a:p>
        </p:txBody>
      </p:sp>
      <p:sp>
        <p:nvSpPr>
          <p:cNvPr id="1077112060" name="Notes Placeholder 2"/>
          <p:cNvSpPr>
            <a:spLocks noGrp="1" noChangeShapeType="1"/>
          </p:cNvSpPr>
          <p:nvPr>
            <p:ph type="body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  <a:noFill/>
        </p:spPr>
        <p:txBody>
          <a:bodyPr lIns="91440" tIns="45720" rIns="91440" bIns="45720" anchor="t">
            <a:spAutoFit/>
          </a:bodyPr>
          <a:lstStyle/>
          <a:p>
            <a:pPr>
              <a:defRPr/>
            </a:pPr>
            <a:endParaRPr sz="1400"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B97E1E3-CEFA-5F5B-AF31-7916F135C0D5}" type="slidenum">
              <a:rPr/>
            </a:fld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CF9230B-6957-E676-1D92-0B2EF7C504B8}" type="slidenum">
              <a:rPr/>
            </a:fld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A95A8FA-8DF5-2EFF-8F73-4BECB49907FD}" type="slidenum">
              <a:rPr/>
            </a:fld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751612" name="Slide Number Placeholder 6"/>
          <p:cNvSpPr txBox="1">
            <a:spLocks noGrp="1" noChangeShapeType="1"/>
          </p:cNvSpPr>
          <p:nvPr>
            <p:ph type="sldNum"/>
          </p:nvPr>
        </p:nvSpPr>
        <p:spPr bwMode="auto">
          <a:xfrm>
            <a:off x="3884611" y="8685211"/>
            <a:ext cx="2971800" cy="458786"/>
          </a:xfrm>
          <a:prstGeom prst="rect">
            <a:avLst/>
          </a:prstGeom>
          <a:noFill/>
        </p:spPr>
        <p:txBody>
          <a:bodyPr lIns="0" tIns="0" rIns="0" bIns="0" anchor="b"/>
          <a:lstStyle/>
          <a:p>
            <a:pPr lvl="0" algn="r">
              <a:defRPr/>
            </a:pPr>
            <a:fld id="{A7FE1E47-2473-EB95-4C8B-EF6FE588CA43}" type="slidenum">
              <a:rPr sz="1200">
                <a:latin typeface="Calibri"/>
              </a:rPr>
            </a:fld>
            <a:endParaRPr sz="1200">
              <a:latin typeface="Calibri"/>
            </a:endParaRPr>
          </a:p>
        </p:txBody>
      </p:sp>
      <p:sp>
        <p:nvSpPr>
          <p:cNvPr id="1462651899" name="Slide Image Placeholder 1"/>
          <p:cNvSpPr>
            <a:spLocks noGrp="1" noChangeShapeType="1"/>
          </p:cNvSpPr>
          <p:nvPr>
            <p:ph type="sldImg"/>
          </p:nvPr>
        </p:nvSpPr>
        <p:spPr bwMode="auto">
          <a:xfrm>
            <a:off x="1106487" y="812799"/>
            <a:ext cx="5345111" cy="4008436"/>
          </a:xfrm>
          <a:prstGeom prst="rect">
            <a:avLst/>
          </a:prstGeom>
          <a:solidFill>
            <a:srgbClr val="729FCF"/>
          </a:solidFill>
          <a:ln w="25400">
            <a:solidFill>
              <a:srgbClr val="3465A4"/>
            </a:solidFill>
            <a:miter/>
          </a:ln>
        </p:spPr>
        <p:txBody>
          <a:bodyPr lIns="91440" tIns="45720" rIns="91440" bIns="45720" anchor="ctr" anchorCtr="0"/>
          <a:lstStyle/>
          <a:p>
            <a:pPr>
              <a:defRPr/>
            </a:pPr>
            <a:endParaRPr sz="1400"/>
          </a:p>
        </p:txBody>
      </p:sp>
      <p:sp>
        <p:nvSpPr>
          <p:cNvPr id="1077112060" name="Notes Placeholder 2"/>
          <p:cNvSpPr>
            <a:spLocks noGrp="1" noChangeShapeType="1"/>
          </p:cNvSpPr>
          <p:nvPr>
            <p:ph type="body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  <a:noFill/>
        </p:spPr>
        <p:txBody>
          <a:bodyPr lIns="91440" tIns="45720" rIns="91440" bIns="45720" anchor="t">
            <a:spAutoFit/>
          </a:bodyPr>
          <a:lstStyle/>
          <a:p>
            <a:pPr>
              <a:defRPr/>
            </a:pPr>
            <a:endParaRPr sz="1400"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B97E1E3-CEFA-5F5B-AF31-7916F135C0D5}" type="slidenum">
              <a:rPr/>
            </a:fld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CF9230B-6957-E676-1D92-0B2EF7C504B8}" type="slidenum">
              <a:rPr/>
            </a:fld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A95A8FA-8DF5-2EFF-8F73-4BECB49907FD}" type="slidenum">
              <a:rPr/>
            </a:fld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42007487" name="Slide Number Placeholder 6"/>
          <p:cNvSpPr txBox="1">
            <a:spLocks noGrp="1" noChangeShapeType="1"/>
          </p:cNvSpPr>
          <p:nvPr>
            <p:ph type="sldNum"/>
          </p:nvPr>
        </p:nvSpPr>
        <p:spPr bwMode="auto">
          <a:xfrm>
            <a:off x="3884611" y="8685211"/>
            <a:ext cx="2971800" cy="458786"/>
          </a:xfrm>
          <a:prstGeom prst="rect">
            <a:avLst/>
          </a:prstGeom>
          <a:noFill/>
        </p:spPr>
        <p:txBody>
          <a:bodyPr lIns="0" tIns="0" rIns="0" bIns="0" anchor="b"/>
          <a:lstStyle/>
          <a:p>
            <a:pPr lvl="0" algn="r">
              <a:defRPr/>
            </a:pPr>
            <a:fld id="{84E35010-9484-C9C2-ED79-BC76D6F4E302}" type="slidenum">
              <a:rPr sz="1200">
                <a:latin typeface="Calibri"/>
              </a:rPr>
            </a:fld>
            <a:endParaRPr sz="1200">
              <a:latin typeface="Calibri"/>
            </a:endParaRPr>
          </a:p>
        </p:txBody>
      </p:sp>
      <p:sp>
        <p:nvSpPr>
          <p:cNvPr id="1679476538" name="Slide Image Placeholder 1"/>
          <p:cNvSpPr>
            <a:spLocks noGrp="1" noChangeShapeType="1"/>
          </p:cNvSpPr>
          <p:nvPr>
            <p:ph type="sldImg"/>
          </p:nvPr>
        </p:nvSpPr>
        <p:spPr bwMode="auto">
          <a:xfrm>
            <a:off x="1106487" y="812799"/>
            <a:ext cx="5345111" cy="4008436"/>
          </a:xfrm>
          <a:prstGeom prst="rect">
            <a:avLst/>
          </a:prstGeom>
          <a:solidFill>
            <a:srgbClr val="729FCF"/>
          </a:solidFill>
          <a:ln w="25400">
            <a:solidFill>
              <a:srgbClr val="3465A4"/>
            </a:solidFill>
            <a:miter/>
          </a:ln>
        </p:spPr>
        <p:txBody>
          <a:bodyPr lIns="91440" tIns="45720" rIns="91440" bIns="45720" anchor="ctr" anchorCtr="0"/>
          <a:lstStyle/>
          <a:p>
            <a:pPr>
              <a:defRPr/>
            </a:pPr>
            <a:endParaRPr sz="1400"/>
          </a:p>
        </p:txBody>
      </p:sp>
      <p:sp>
        <p:nvSpPr>
          <p:cNvPr id="973762502" name="Notes Placeholder 2"/>
          <p:cNvSpPr>
            <a:spLocks noGrp="1" noChangeShapeType="1"/>
          </p:cNvSpPr>
          <p:nvPr>
            <p:ph type="body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  <a:noFill/>
        </p:spPr>
        <p:txBody>
          <a:bodyPr lIns="91440" tIns="45720" rIns="91440" bIns="45720" anchor="t">
            <a:spAutoFit/>
          </a:bodyPr>
          <a:lstStyle/>
          <a:p>
            <a:pPr>
              <a:defRPr/>
            </a:pPr>
            <a:endParaRPr sz="1400"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7EDD77C-D5B6-D44D-EE2F-09E930400974}" type="slidenum">
              <a:rPr/>
            </a:fld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3F5C805-42AE-943F-880D-5887932E7F3C}" type="slidenum">
              <a:rPr/>
            </a:fld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92455676" name="Slide Number Placeholder 6"/>
          <p:cNvSpPr txBox="1">
            <a:spLocks noGrp="1" noChangeShapeType="1"/>
          </p:cNvSpPr>
          <p:nvPr>
            <p:ph type="sldNum"/>
          </p:nvPr>
        </p:nvSpPr>
        <p:spPr bwMode="auto">
          <a:xfrm>
            <a:off x="3884611" y="8685211"/>
            <a:ext cx="2971800" cy="458786"/>
          </a:xfrm>
          <a:prstGeom prst="rect">
            <a:avLst/>
          </a:prstGeom>
          <a:noFill/>
        </p:spPr>
        <p:txBody>
          <a:bodyPr lIns="0" tIns="0" rIns="0" bIns="0" anchor="b"/>
          <a:lstStyle/>
          <a:p>
            <a:pPr lvl="0" algn="r">
              <a:defRPr/>
            </a:pPr>
            <a:fld id="{BDD77B4B-7C5A-6425-C314-F01E5F1EC106}" type="slidenum">
              <a:rPr sz="1200">
                <a:latin typeface="Calibri"/>
              </a:rPr>
            </a:fld>
            <a:endParaRPr sz="1200">
              <a:latin typeface="Calibri"/>
            </a:endParaRPr>
          </a:p>
        </p:txBody>
      </p:sp>
      <p:sp>
        <p:nvSpPr>
          <p:cNvPr id="1089051148" name="Slide Image Placeholder 1"/>
          <p:cNvSpPr>
            <a:spLocks noGrp="1" noChangeShapeType="1"/>
          </p:cNvSpPr>
          <p:nvPr>
            <p:ph type="sldImg"/>
          </p:nvPr>
        </p:nvSpPr>
        <p:spPr bwMode="auto">
          <a:xfrm>
            <a:off x="1106487" y="812799"/>
            <a:ext cx="5345111" cy="4008436"/>
          </a:xfrm>
          <a:prstGeom prst="rect">
            <a:avLst/>
          </a:prstGeom>
          <a:solidFill>
            <a:srgbClr val="729FCF"/>
          </a:solidFill>
          <a:ln w="25400">
            <a:solidFill>
              <a:srgbClr val="3465A4"/>
            </a:solidFill>
            <a:miter/>
          </a:ln>
        </p:spPr>
        <p:txBody>
          <a:bodyPr lIns="91440" tIns="45720" rIns="91440" bIns="45720" anchor="ctr" anchorCtr="0"/>
          <a:lstStyle/>
          <a:p>
            <a:pPr>
              <a:defRPr/>
            </a:pPr>
            <a:endParaRPr sz="1400"/>
          </a:p>
        </p:txBody>
      </p:sp>
      <p:sp>
        <p:nvSpPr>
          <p:cNvPr id="1139740102" name="Notes Placeholder 2"/>
          <p:cNvSpPr>
            <a:spLocks noGrp="1" noChangeShapeType="1"/>
          </p:cNvSpPr>
          <p:nvPr>
            <p:ph type="body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  <a:noFill/>
        </p:spPr>
        <p:txBody>
          <a:bodyPr lIns="91440" tIns="45720" rIns="91440" bIns="45720" anchor="t">
            <a:spAutoFit/>
          </a:bodyPr>
          <a:lstStyle/>
          <a:p>
            <a:pPr>
              <a:defRPr/>
            </a:pPr>
            <a:endParaRPr sz="1400"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E7C901D-52E4-D224-2A65-6CBDF70A9C2A}" type="slidenum">
              <a:rPr/>
            </a:fld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DB59E25-0B23-92AE-E48E-3B9368D59F7F}" type="slidenum">
              <a:rPr/>
            </a:fld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22A5402-8A20-0483-CE19-11B952CB35B5}" type="slidenum">
              <a:rPr/>
            </a:fld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49586295" name="Slide Number Placeholder 6"/>
          <p:cNvSpPr txBox="1">
            <a:spLocks noGrp="1" noChangeShapeType="1"/>
          </p:cNvSpPr>
          <p:nvPr>
            <p:ph type="sldNum"/>
          </p:nvPr>
        </p:nvSpPr>
        <p:spPr bwMode="auto">
          <a:xfrm>
            <a:off x="3884611" y="8685211"/>
            <a:ext cx="2971800" cy="458786"/>
          </a:xfrm>
          <a:prstGeom prst="rect">
            <a:avLst/>
          </a:prstGeom>
          <a:noFill/>
        </p:spPr>
        <p:txBody>
          <a:bodyPr lIns="0" tIns="0" rIns="0" bIns="0" anchor="b"/>
          <a:lstStyle/>
          <a:p>
            <a:pPr lvl="0" algn="r">
              <a:defRPr/>
            </a:pPr>
            <a:fld id="{A19DB8E1-3C09-6FAC-C679-37F406903922}" type="slidenum">
              <a:rPr sz="1200">
                <a:latin typeface="Calibri"/>
              </a:rPr>
            </a:fld>
            <a:endParaRPr sz="1200">
              <a:latin typeface="Calibri"/>
            </a:endParaRPr>
          </a:p>
        </p:txBody>
      </p:sp>
      <p:sp>
        <p:nvSpPr>
          <p:cNvPr id="1764028247" name="Slide Image Placeholder 1"/>
          <p:cNvSpPr>
            <a:spLocks noGrp="1" noChangeShapeType="1"/>
          </p:cNvSpPr>
          <p:nvPr>
            <p:ph type="sldImg"/>
          </p:nvPr>
        </p:nvSpPr>
        <p:spPr bwMode="auto">
          <a:xfrm>
            <a:off x="1106487" y="812799"/>
            <a:ext cx="5345111" cy="4008436"/>
          </a:xfrm>
          <a:prstGeom prst="rect">
            <a:avLst/>
          </a:prstGeom>
          <a:solidFill>
            <a:srgbClr val="729FCF"/>
          </a:solidFill>
          <a:ln w="25400">
            <a:solidFill>
              <a:srgbClr val="3465A4"/>
            </a:solidFill>
            <a:miter/>
          </a:ln>
        </p:spPr>
        <p:txBody>
          <a:bodyPr lIns="91440" tIns="45720" rIns="91440" bIns="45720" anchor="ctr" anchorCtr="0"/>
          <a:lstStyle/>
          <a:p>
            <a:pPr>
              <a:defRPr/>
            </a:pPr>
            <a:endParaRPr sz="1400"/>
          </a:p>
        </p:txBody>
      </p:sp>
      <p:sp>
        <p:nvSpPr>
          <p:cNvPr id="420405839" name="Notes Placeholder 2"/>
          <p:cNvSpPr>
            <a:spLocks noGrp="1" noChangeShapeType="1"/>
          </p:cNvSpPr>
          <p:nvPr>
            <p:ph type="body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  <a:noFill/>
        </p:spPr>
        <p:txBody>
          <a:bodyPr lIns="91440" tIns="45720" rIns="91440" bIns="45720" anchor="t">
            <a:spAutoFit/>
          </a:bodyPr>
          <a:lstStyle/>
          <a:p>
            <a:pPr>
              <a:defRPr/>
            </a:pPr>
            <a:endParaRPr sz="140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3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4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5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6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7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8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9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0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4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5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6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7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8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9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0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2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3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4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6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7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8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9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30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31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32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3.xml"/></Relationships>
</file>

<file path=ppt/slideLayouts/_rels/slideLayout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3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PhAnim="0" userDrawn="1">
  <p:cSld name="Title and Object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5319067" name="Shape 1026"/>
          <p:cNvSpPr>
            <a:spLocks noGrp="1" noChangeShapeType="1"/>
          </p:cNvSpPr>
          <p:nvPr>
            <p:ph type="title"/>
          </p:nvPr>
        </p:nvSpPr>
        <p:spPr bwMode="auto">
          <a:xfrm>
            <a:off x="628650" y="365125"/>
            <a:ext cx="7886700" cy="1325562"/>
          </a:xfrm>
          <a:prstGeom prst="rect">
            <a:avLst/>
          </a:prstGeom>
          <a:noFill/>
        </p:spPr>
        <p:txBody>
          <a:bodyPr lIns="91423" tIns="45711" rIns="91423" bIns="45711" anchor="ctr" anchorCtr="0"/>
          <a:lstStyle/>
          <a:p>
            <a:pPr marL="0" lvl="0" indent="0">
              <a:spcBef>
                <a:spcPts val="0"/>
              </a:spcBef>
              <a:buNone/>
              <a:defRPr/>
            </a:pPr>
            <a:r>
              <a:t>Click to edit Master title style</a:t>
            </a:r>
          </a:p>
        </p:txBody>
      </p:sp>
      <p:sp>
        <p:nvSpPr>
          <p:cNvPr id="1073388690" name="Shape 1027"/>
          <p:cNvSpPr>
            <a:spLocks noGrp="1" noChangeShapeType="1"/>
          </p:cNvSpPr>
          <p:nvPr>
            <p:ph idx="1"/>
          </p:nvPr>
        </p:nvSpPr>
        <p:spPr bwMode="auto">
          <a:xfrm>
            <a:off x="628650" y="1825625"/>
            <a:ext cx="7886700" cy="4351337"/>
          </a:xfrm>
          <a:prstGeom prst="rect">
            <a:avLst/>
          </a:prstGeom>
          <a:noFill/>
        </p:spPr>
        <p:txBody>
          <a:bodyPr lIns="91423" tIns="45711" rIns="91423" bIns="45711"/>
          <a:lstStyle>
            <a:lvl1pPr marL="226695" indent="0" algn="l" defTabSz="914400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har char="•"/>
              <a:defRPr sz="2800" b="0" i="0">
                <a:solidFill>
                  <a:schemeClr val="dk1"/>
                </a:solidFill>
                <a:latin typeface="Calibri"/>
              </a:defRPr>
            </a:lvl1pPr>
            <a:lvl2pPr marL="683895" indent="457200" algn="l" defTabSz="914400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 sz="2400" b="0" i="0">
                <a:solidFill>
                  <a:schemeClr val="dk1"/>
                </a:solidFill>
                <a:latin typeface="Calibri"/>
              </a:defRPr>
            </a:lvl2pPr>
            <a:lvl3pPr marL="1141095" indent="914400" algn="l" defTabSz="914400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 sz="2000" b="0" i="0">
                <a:solidFill>
                  <a:schemeClr val="dk1"/>
                </a:solidFill>
                <a:latin typeface="Calibri"/>
              </a:defRPr>
            </a:lvl3pPr>
            <a:lvl4pPr marL="1598295" indent="1371600" algn="l" defTabSz="914400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 sz="1800" b="0" i="0">
                <a:solidFill>
                  <a:schemeClr val="dk1"/>
                </a:solidFill>
                <a:latin typeface="Calibri"/>
              </a:defRPr>
            </a:lvl4pPr>
            <a:lvl5pPr marL="2055495" indent="1828800" algn="l" defTabSz="914400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 sz="1800" b="0" i="0">
                <a:solidFill>
                  <a:schemeClr val="dk1"/>
                </a:solidFill>
                <a:latin typeface="Calibri"/>
              </a:defRPr>
            </a:lvl5pPr>
          </a:lstStyle>
          <a:p>
            <a:pPr marL="226695" lvl="0" indent="-226695">
              <a:spcBef>
                <a:spcPts val="1000"/>
              </a:spcBef>
              <a:buFont typeface="Arial"/>
              <a:buChar char="•"/>
              <a:defRPr/>
            </a:pPr>
            <a:r>
              <a:t>Click to edit Master text styles</a:t>
            </a:r>
          </a:p>
          <a:p>
            <a:pPr marL="683895" lvl="1" indent="-226695">
              <a:spcBef>
                <a:spcPts val="500"/>
              </a:spcBef>
              <a:buFont typeface="Arial"/>
              <a:buChar char="•"/>
              <a:defRPr/>
            </a:pPr>
            <a:r>
              <a:t>Second level</a:t>
            </a:r>
          </a:p>
          <a:p>
            <a:pPr marL="1141095" lvl="2" indent="-226695">
              <a:spcBef>
                <a:spcPts val="500"/>
              </a:spcBef>
              <a:buFont typeface="Arial"/>
              <a:buChar char="•"/>
              <a:defRPr/>
            </a:pPr>
            <a:r>
              <a:t>Third level</a:t>
            </a:r>
          </a:p>
          <a:p>
            <a:pPr marL="1598295" lvl="3" indent="-226695">
              <a:spcBef>
                <a:spcPts val="500"/>
              </a:spcBef>
              <a:buFont typeface="Arial"/>
              <a:buChar char="•"/>
              <a:defRPr/>
            </a:pPr>
            <a:r>
              <a:t>Fourth level</a:t>
            </a:r>
          </a:p>
          <a:p>
            <a:pPr marL="2055495" lvl="4" indent="-226695">
              <a:spcBef>
                <a:spcPts val="500"/>
              </a:spcBef>
              <a:buFont typeface="Arial"/>
              <a:buChar char="•"/>
              <a:defRPr/>
            </a:pPr>
            <a:r>
              <a:t>Fifth level</a:t>
            </a:r>
          </a:p>
        </p:txBody>
      </p:sp>
      <p:sp>
        <p:nvSpPr>
          <p:cNvPr id="2014639105" name="Shape 1028"/>
          <p:cNvSpPr>
            <a:spLocks noGrp="1" noChangeShapeType="1"/>
          </p:cNvSpPr>
          <p:nvPr>
            <p:ph type="dt" idx="2"/>
          </p:nvPr>
        </p:nvSpPr>
        <p:spPr bwMode="auto">
          <a:xfrm>
            <a:off x="628650" y="6356350"/>
            <a:ext cx="2057400" cy="365125"/>
          </a:xfrm>
          <a:prstGeom prst="rect">
            <a:avLst/>
          </a:prstGeom>
          <a:noFill/>
        </p:spPr>
        <p:txBody>
          <a:bodyPr lIns="91423" tIns="45711" rIns="91423" bIns="45711" anchor="ctr" anchorCtr="0"/>
          <a:lstStyle>
            <a:lvl1pPr marL="0" indent="0" algn="l" defTabSz="91249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Calibri"/>
              </a:defRPr>
            </a:lvl1pPr>
            <a:lvl2pPr marL="455295" indent="455295" algn="l" defTabSz="91249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Calibri"/>
              </a:defRPr>
            </a:lvl2pPr>
            <a:lvl3pPr marL="912495" indent="912495" algn="l" defTabSz="91249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Calibri"/>
              </a:defRPr>
            </a:lvl3pPr>
            <a:lvl4pPr marL="1369695" indent="1369695" algn="l" defTabSz="91249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Calibri"/>
              </a:defRPr>
            </a:lvl4pPr>
            <a:lvl5pPr marL="1826895" indent="1826895" algn="l" defTabSz="91249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Calibri"/>
              </a:defRPr>
            </a:lvl5pPr>
          </a:lstStyle>
          <a:p>
            <a:pPr marL="0" lvl="0" indent="0">
              <a:spcBef>
                <a:spcPts val="0"/>
              </a:spcBef>
              <a:buNone/>
              <a:defRPr/>
            </a:pPr>
            <a:endParaRPr lang="en-US" sz="1200"/>
          </a:p>
        </p:txBody>
      </p:sp>
      <p:sp>
        <p:nvSpPr>
          <p:cNvPr id="1484111667" name="Shape 1029"/>
          <p:cNvSpPr>
            <a:spLocks noGrp="1" noChangeShapeType="1"/>
          </p:cNvSpPr>
          <p:nvPr>
            <p:ph type="ftr" idx="3"/>
          </p:nvPr>
        </p:nvSpPr>
        <p:spPr bwMode="auto">
          <a:xfrm>
            <a:off x="3028950" y="6356350"/>
            <a:ext cx="3086100" cy="365125"/>
          </a:xfrm>
          <a:prstGeom prst="rect">
            <a:avLst/>
          </a:prstGeom>
          <a:noFill/>
        </p:spPr>
        <p:txBody>
          <a:bodyPr lIns="91423" tIns="45711" rIns="91423" bIns="45711" anchor="ctr" anchorCtr="0"/>
          <a:lstStyle/>
          <a:p>
            <a:pPr>
              <a:defRPr/>
            </a:pPr>
            <a:endParaRPr sz="1400"/>
          </a:p>
        </p:txBody>
      </p:sp>
      <p:sp>
        <p:nvSpPr>
          <p:cNvPr id="1557498182" name="Shape 1030"/>
          <p:cNvSpPr>
            <a:spLocks noGrp="1" noChangeShapeType="1"/>
          </p:cNvSpPr>
          <p:nvPr>
            <p:ph type="sldNum" idx="4"/>
          </p:nvPr>
        </p:nvSpPr>
        <p:spPr bwMode="auto">
          <a:xfrm>
            <a:off x="6457950" y="6356350"/>
            <a:ext cx="2057400" cy="365125"/>
          </a:xfrm>
          <a:prstGeom prst="rect">
            <a:avLst/>
          </a:prstGeom>
          <a:noFill/>
        </p:spPr>
        <p:txBody>
          <a:bodyPr lIns="91423" tIns="45711" rIns="91423" bIns="45711" anchor="ctr" anchorCtr="0"/>
          <a:lstStyle>
            <a:lvl1pPr marL="0" indent="0" algn="l" defTabSz="91249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Calibri"/>
              </a:defRPr>
            </a:lvl1pPr>
            <a:lvl2pPr marL="455295" indent="455295" algn="l" defTabSz="91249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Calibri"/>
              </a:defRPr>
            </a:lvl2pPr>
            <a:lvl3pPr marL="912495" indent="912495" algn="l" defTabSz="91249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Calibri"/>
              </a:defRPr>
            </a:lvl3pPr>
            <a:lvl4pPr marL="1369695" indent="1369695" algn="l" defTabSz="91249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Calibri"/>
              </a:defRPr>
            </a:lvl4pPr>
            <a:lvl5pPr marL="1826895" indent="1826895" algn="l" defTabSz="91249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Calibri"/>
              </a:defRPr>
            </a:lvl5pPr>
          </a:lstStyle>
          <a:p>
            <a:pPr marL="0" lvl="0" indent="0" algn="r">
              <a:spcBef>
                <a:spcPts val="0"/>
              </a:spcBef>
              <a:buNone/>
              <a:defRPr/>
            </a:pPr>
            <a:fld id="{D038279B-FC19-497E-A7D1-5ADD9CAF016F}" type="slidenum">
              <a:rPr lang="en-ZA" sz="1200">
                <a:solidFill>
                  <a:srgbClr val="898989"/>
                </a:solidFill>
                <a:latin typeface="Calibri"/>
              </a:rPr>
            </a:fld>
            <a:endParaRPr lang="en-ZA" sz="1200">
              <a:solidFill>
                <a:srgbClr val="898989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PhAnim="0" userDrawn="1">
  <p:cSld name="Blank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PhAnim="0" userDrawn="1">
  <p:cSld name="Title and Object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88370854" name="Shape 2050"/>
          <p:cNvSpPr>
            <a:spLocks noGrp="1" noChangeShapeType="1"/>
          </p:cNvSpPr>
          <p:nvPr>
            <p:ph type="title"/>
          </p:nvPr>
        </p:nvSpPr>
        <p:spPr bwMode="auto">
          <a:xfrm>
            <a:off x="628650" y="365125"/>
            <a:ext cx="7886700" cy="1325562"/>
          </a:xfrm>
          <a:prstGeom prst="rect">
            <a:avLst/>
          </a:prstGeom>
          <a:noFill/>
        </p:spPr>
        <p:txBody>
          <a:bodyPr lIns="91423" tIns="45711" rIns="91423" bIns="45711" anchor="ctr" anchorCtr="0"/>
          <a:lstStyle/>
          <a:p>
            <a:pPr marL="0" lvl="0" indent="0">
              <a:spcBef>
                <a:spcPts val="0"/>
              </a:spcBef>
              <a:buNone/>
              <a:defRPr/>
            </a:pPr>
            <a:r>
              <a:t>Click to edit Master title style</a:t>
            </a:r>
          </a:p>
        </p:txBody>
      </p:sp>
      <p:sp>
        <p:nvSpPr>
          <p:cNvPr id="1453521992" name="Shape 2051"/>
          <p:cNvSpPr>
            <a:spLocks noGrp="1" noChangeShapeType="1"/>
          </p:cNvSpPr>
          <p:nvPr>
            <p:ph idx="1"/>
          </p:nvPr>
        </p:nvSpPr>
        <p:spPr bwMode="auto">
          <a:xfrm>
            <a:off x="628650" y="1825625"/>
            <a:ext cx="7886700" cy="4351337"/>
          </a:xfrm>
          <a:prstGeom prst="rect">
            <a:avLst/>
          </a:prstGeom>
          <a:noFill/>
        </p:spPr>
        <p:txBody>
          <a:bodyPr lIns="91423" tIns="45711" rIns="91423" bIns="45711"/>
          <a:lstStyle>
            <a:lvl1pPr marL="226695" indent="0" algn="l" defTabSz="914400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har char="•"/>
              <a:defRPr sz="2800" b="0" i="0">
                <a:solidFill>
                  <a:schemeClr val="dk1"/>
                </a:solidFill>
                <a:latin typeface="Calibri"/>
              </a:defRPr>
            </a:lvl1pPr>
            <a:lvl2pPr marL="683895" indent="457200" algn="l" defTabSz="914400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 sz="2400" b="0" i="0">
                <a:solidFill>
                  <a:schemeClr val="dk1"/>
                </a:solidFill>
                <a:latin typeface="Calibri"/>
              </a:defRPr>
            </a:lvl2pPr>
            <a:lvl3pPr marL="1141095" indent="914400" algn="l" defTabSz="914400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 sz="2000" b="0" i="0">
                <a:solidFill>
                  <a:schemeClr val="dk1"/>
                </a:solidFill>
                <a:latin typeface="Calibri"/>
              </a:defRPr>
            </a:lvl3pPr>
            <a:lvl4pPr marL="1598295" indent="1371600" algn="l" defTabSz="914400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 sz="1800" b="0" i="0">
                <a:solidFill>
                  <a:schemeClr val="dk1"/>
                </a:solidFill>
                <a:latin typeface="Calibri"/>
              </a:defRPr>
            </a:lvl4pPr>
            <a:lvl5pPr marL="2055495" indent="1828800" algn="l" defTabSz="914400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 sz="1800" b="0" i="0">
                <a:solidFill>
                  <a:schemeClr val="dk1"/>
                </a:solidFill>
                <a:latin typeface="Calibri"/>
              </a:defRPr>
            </a:lvl5pPr>
          </a:lstStyle>
          <a:p>
            <a:pPr marL="226695" lvl="0" indent="-226695">
              <a:spcBef>
                <a:spcPts val="1000"/>
              </a:spcBef>
              <a:buFont typeface="Arial"/>
              <a:buChar char="•"/>
              <a:defRPr/>
            </a:pPr>
            <a:r>
              <a:t>Click to edit Master text styles</a:t>
            </a:r>
          </a:p>
          <a:p>
            <a:pPr marL="683895" lvl="1" indent="-226695">
              <a:spcBef>
                <a:spcPts val="500"/>
              </a:spcBef>
              <a:buFont typeface="Arial"/>
              <a:buChar char="•"/>
              <a:defRPr/>
            </a:pPr>
            <a:r>
              <a:t>Second level</a:t>
            </a:r>
          </a:p>
          <a:p>
            <a:pPr marL="1141095" lvl="2" indent="-226695">
              <a:spcBef>
                <a:spcPts val="500"/>
              </a:spcBef>
              <a:buFont typeface="Arial"/>
              <a:buChar char="•"/>
              <a:defRPr/>
            </a:pPr>
            <a:r>
              <a:t>Third level</a:t>
            </a:r>
          </a:p>
          <a:p>
            <a:pPr marL="1598295" lvl="3" indent="-226695">
              <a:spcBef>
                <a:spcPts val="500"/>
              </a:spcBef>
              <a:buFont typeface="Arial"/>
              <a:buChar char="•"/>
              <a:defRPr/>
            </a:pPr>
            <a:r>
              <a:t>Fourth level</a:t>
            </a:r>
          </a:p>
          <a:p>
            <a:pPr marL="2055495" lvl="4" indent="-226695">
              <a:spcBef>
                <a:spcPts val="500"/>
              </a:spcBef>
              <a:buFont typeface="Arial"/>
              <a:buChar char="•"/>
              <a:defRPr/>
            </a:pPr>
            <a:r>
              <a:t>Fifth level</a:t>
            </a:r>
          </a:p>
        </p:txBody>
      </p:sp>
      <p:sp>
        <p:nvSpPr>
          <p:cNvPr id="238028942" name="Shape 2052"/>
          <p:cNvSpPr>
            <a:spLocks noGrp="1" noChangeShapeType="1"/>
          </p:cNvSpPr>
          <p:nvPr>
            <p:ph type="dt" idx="2"/>
          </p:nvPr>
        </p:nvSpPr>
        <p:spPr bwMode="auto">
          <a:xfrm>
            <a:off x="628650" y="6356350"/>
            <a:ext cx="2057400" cy="365125"/>
          </a:xfrm>
          <a:prstGeom prst="rect">
            <a:avLst/>
          </a:prstGeom>
          <a:noFill/>
        </p:spPr>
        <p:txBody>
          <a:bodyPr lIns="91423" tIns="45711" rIns="91423" bIns="45711" anchor="ctr" anchorCtr="0"/>
          <a:lstStyle>
            <a:lvl1pPr marL="0" indent="0" algn="l" defTabSz="91249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Calibri"/>
              </a:defRPr>
            </a:lvl1pPr>
            <a:lvl2pPr marL="455295" indent="455295" algn="l" defTabSz="91249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Calibri"/>
              </a:defRPr>
            </a:lvl2pPr>
            <a:lvl3pPr marL="912495" indent="912495" algn="l" defTabSz="91249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Calibri"/>
              </a:defRPr>
            </a:lvl3pPr>
            <a:lvl4pPr marL="1369695" indent="1369695" algn="l" defTabSz="91249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Calibri"/>
              </a:defRPr>
            </a:lvl4pPr>
            <a:lvl5pPr marL="1826895" indent="1826895" algn="l" defTabSz="91249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Calibri"/>
              </a:defRPr>
            </a:lvl5pPr>
          </a:lstStyle>
          <a:p>
            <a:pPr marL="0" lvl="0" indent="0">
              <a:spcBef>
                <a:spcPts val="0"/>
              </a:spcBef>
              <a:buNone/>
              <a:defRPr/>
            </a:pPr>
            <a:endParaRPr lang="en-US" sz="1200"/>
          </a:p>
        </p:txBody>
      </p:sp>
      <p:sp>
        <p:nvSpPr>
          <p:cNvPr id="697250375" name="Shape 2053"/>
          <p:cNvSpPr>
            <a:spLocks noGrp="1" noChangeShapeType="1"/>
          </p:cNvSpPr>
          <p:nvPr>
            <p:ph type="ftr" idx="3"/>
          </p:nvPr>
        </p:nvSpPr>
        <p:spPr bwMode="auto">
          <a:xfrm>
            <a:off x="3028950" y="6356350"/>
            <a:ext cx="3086100" cy="365125"/>
          </a:xfrm>
          <a:prstGeom prst="rect">
            <a:avLst/>
          </a:prstGeom>
          <a:noFill/>
        </p:spPr>
        <p:txBody>
          <a:bodyPr lIns="91423" tIns="45711" rIns="91423" bIns="45711" anchor="ctr" anchorCtr="0"/>
          <a:lstStyle/>
          <a:p>
            <a:pPr>
              <a:defRPr/>
            </a:pPr>
            <a:endParaRPr sz="1400"/>
          </a:p>
        </p:txBody>
      </p:sp>
      <p:sp>
        <p:nvSpPr>
          <p:cNvPr id="546658760" name="Shape 2054"/>
          <p:cNvSpPr>
            <a:spLocks noGrp="1" noChangeShapeType="1"/>
          </p:cNvSpPr>
          <p:nvPr>
            <p:ph type="sldNum" idx="4"/>
          </p:nvPr>
        </p:nvSpPr>
        <p:spPr bwMode="auto">
          <a:xfrm>
            <a:off x="6457950" y="6356350"/>
            <a:ext cx="2057400" cy="365125"/>
          </a:xfrm>
          <a:prstGeom prst="rect">
            <a:avLst/>
          </a:prstGeom>
          <a:noFill/>
        </p:spPr>
        <p:txBody>
          <a:bodyPr lIns="91423" tIns="45711" rIns="91423" bIns="45711" anchor="ctr" anchorCtr="0"/>
          <a:lstStyle>
            <a:lvl1pPr marL="0" indent="0" algn="l" defTabSz="91249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Calibri"/>
              </a:defRPr>
            </a:lvl1pPr>
            <a:lvl2pPr marL="455295" indent="455295" algn="l" defTabSz="91249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Calibri"/>
              </a:defRPr>
            </a:lvl2pPr>
            <a:lvl3pPr marL="912495" indent="912495" algn="l" defTabSz="91249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Calibri"/>
              </a:defRPr>
            </a:lvl3pPr>
            <a:lvl4pPr marL="1369695" indent="1369695" algn="l" defTabSz="91249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Calibri"/>
              </a:defRPr>
            </a:lvl4pPr>
            <a:lvl5pPr marL="1826895" indent="1826895" algn="l" defTabSz="91249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Calibri"/>
              </a:defRPr>
            </a:lvl5pPr>
          </a:lstStyle>
          <a:p>
            <a:pPr marL="0" lvl="0" indent="0" algn="r">
              <a:spcBef>
                <a:spcPts val="0"/>
              </a:spcBef>
              <a:buNone/>
              <a:defRPr/>
            </a:pPr>
            <a:fld id="{D038279B-FC19-497E-A7D1-5ADD9CAF016F}" type="slidenum">
              <a:rPr lang="en-ZA" sz="1200">
                <a:solidFill>
                  <a:srgbClr val="898989"/>
                </a:solidFill>
                <a:latin typeface="Calibri"/>
              </a:rPr>
            </a:fld>
            <a:endParaRPr lang="en-ZA" sz="1200">
              <a:solidFill>
                <a:srgbClr val="898989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PhAnim="0" userDrawn="1">
  <p:cSld name="Blank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PhAnim="0" userDrawn="1">
  <p:cSld name="Title and Object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17906246" name="Shape 3074"/>
          <p:cNvSpPr>
            <a:spLocks noGrp="1" noChangeShapeType="1"/>
          </p:cNvSpPr>
          <p:nvPr>
            <p:ph type="title"/>
          </p:nvPr>
        </p:nvSpPr>
        <p:spPr bwMode="auto">
          <a:xfrm>
            <a:off x="457200" y="274637"/>
            <a:ext cx="8229600" cy="1143000"/>
          </a:xfrm>
          <a:prstGeom prst="rect">
            <a:avLst/>
          </a:prstGeom>
          <a:noFill/>
        </p:spPr>
        <p:txBody>
          <a:bodyPr lIns="91423" tIns="45711" rIns="91423" bIns="45711" anchor="ctr" anchorCtr="0"/>
          <a:lstStyle/>
          <a:p>
            <a:pPr marL="0" lvl="0" indent="0">
              <a:spcBef>
                <a:spcPts val="0"/>
              </a:spcBef>
              <a:buNone/>
              <a:defRPr/>
            </a:pPr>
            <a:r>
              <a:t>Click to edit Master title style</a:t>
            </a:r>
          </a:p>
        </p:txBody>
      </p:sp>
      <p:sp>
        <p:nvSpPr>
          <p:cNvPr id="1802954965" name="Shape 3075"/>
          <p:cNvSpPr>
            <a:spLocks noGrp="1" noChangeShapeType="1"/>
          </p:cNvSpPr>
          <p:nvPr>
            <p:ph idx="1"/>
          </p:nvPr>
        </p:nvSpPr>
        <p:spPr bwMode="auto">
          <a:xfrm>
            <a:off x="457200" y="1600200"/>
            <a:ext cx="8229600" cy="4708525"/>
          </a:xfrm>
          <a:prstGeom prst="rect">
            <a:avLst/>
          </a:prstGeom>
          <a:noFill/>
        </p:spPr>
        <p:txBody>
          <a:bodyPr lIns="91423" tIns="45711" rIns="91423" bIns="45711"/>
          <a:lstStyle>
            <a:lvl1pPr marL="546100" indent="136525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9F9F9"/>
              </a:buClr>
              <a:buSzPct val="65000"/>
              <a:buChar char=""/>
              <a:defRPr sz="2800" b="0" i="0">
                <a:solidFill>
                  <a:schemeClr val="dk1"/>
                </a:solidFill>
                <a:latin typeface="Book Antiqua"/>
              </a:defRPr>
            </a:lvl1pPr>
            <a:lvl2pPr marL="866775" indent="58547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80000"/>
              <a:buChar char=""/>
              <a:defRPr sz="2400" b="0" i="0">
                <a:solidFill>
                  <a:schemeClr val="dk1"/>
                </a:solidFill>
                <a:latin typeface="Book Antiqua"/>
              </a:defRPr>
            </a:lvl2pPr>
            <a:lvl3pPr marL="1131570" indent="904875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95000"/>
              <a:buChar char=""/>
              <a:defRPr sz="2200" b="0" i="0">
                <a:solidFill>
                  <a:schemeClr val="dk1"/>
                </a:solidFill>
                <a:latin typeface="Book Antiqua"/>
              </a:defRPr>
            </a:lvl3pPr>
            <a:lvl4pPr marL="1350645" indent="116967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00000"/>
              <a:buChar char=""/>
              <a:defRPr sz="2000" b="0" i="0">
                <a:solidFill>
                  <a:schemeClr val="dk1"/>
                </a:solidFill>
                <a:latin typeface="Book Antiqua"/>
              </a:defRPr>
            </a:lvl4pPr>
            <a:lvl5pPr marL="1543050" indent="1362075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00000"/>
              <a:buChar char=""/>
              <a:defRPr sz="2000" b="0" i="0">
                <a:solidFill>
                  <a:schemeClr val="dk1"/>
                </a:solidFill>
                <a:latin typeface="Book Antiqua"/>
              </a:defRPr>
            </a:lvl5pPr>
          </a:lstStyle>
          <a:p>
            <a:pPr marL="546100" lvl="0" indent="-409575">
              <a:spcBef>
                <a:spcPts val="0"/>
              </a:spcBef>
              <a:buClr>
                <a:srgbClr val="F9F9F9"/>
              </a:buClr>
              <a:buSzPct val="65000"/>
              <a:buFont typeface="Wingdings 2"/>
              <a:buChar char=""/>
              <a:defRPr/>
            </a:pPr>
            <a:r>
              <a:t>Click to edit Master text styles</a:t>
            </a:r>
          </a:p>
          <a:p>
            <a:pPr marL="866775" lvl="1" indent="-281305">
              <a:spcBef>
                <a:spcPts val="0"/>
              </a:spcBef>
              <a:buClr>
                <a:srgbClr val="FFFFFF"/>
              </a:buClr>
              <a:buSzPct val="80000"/>
              <a:buChar char=""/>
              <a:defRPr/>
            </a:pPr>
            <a:r>
              <a:t>Second level</a:t>
            </a:r>
          </a:p>
          <a:p>
            <a:pPr marL="1131570" lvl="2" indent="-226695">
              <a:spcBef>
                <a:spcPts val="0"/>
              </a:spcBef>
              <a:buClr>
                <a:srgbClr val="FFFFFF"/>
              </a:buClr>
              <a:buSzPct val="95000"/>
              <a:buFont typeface="Wingdings"/>
              <a:buChar char=""/>
              <a:defRPr/>
            </a:pPr>
            <a:r>
              <a:t>Third level</a:t>
            </a:r>
          </a:p>
          <a:p>
            <a:pPr marL="1350645" lvl="3" indent="-180975">
              <a:spcBef>
                <a:spcPts val="0"/>
              </a:spcBef>
              <a:buClr>
                <a:srgbClr val="FFFFFF"/>
              </a:buClr>
              <a:buSzPct val="100000"/>
              <a:buFont typeface="Wingdings 3"/>
              <a:buChar char=""/>
              <a:defRPr/>
            </a:pPr>
            <a:r>
              <a:t>Fourth level</a:t>
            </a:r>
          </a:p>
          <a:p>
            <a:pPr marL="1543050" lvl="4" indent="-180975">
              <a:spcBef>
                <a:spcPts val="0"/>
              </a:spcBef>
              <a:buClr>
                <a:srgbClr val="FFFFFF"/>
              </a:buClr>
              <a:buSzPct val="100000"/>
              <a:buFont typeface="Wingdings 2"/>
              <a:buChar char=""/>
              <a:defRPr/>
            </a:pPr>
            <a:r>
              <a:t>Fifth level</a:t>
            </a:r>
          </a:p>
        </p:txBody>
      </p:sp>
      <p:sp>
        <p:nvSpPr>
          <p:cNvPr id="377237499" name="Shape 3076"/>
          <p:cNvSpPr>
            <a:spLocks noGrp="1" noChangeShapeType="1"/>
          </p:cNvSpPr>
          <p:nvPr>
            <p:ph type="dt" idx="2"/>
          </p:nvPr>
        </p:nvSpPr>
        <p:spPr bwMode="auto">
          <a:xfrm>
            <a:off x="457200" y="6416675"/>
            <a:ext cx="2133600" cy="365125"/>
          </a:xfrm>
          <a:prstGeom prst="rect">
            <a:avLst/>
          </a:prstGeom>
          <a:noFill/>
        </p:spPr>
        <p:txBody>
          <a:bodyPr lIns="91423" tIns="45711" rIns="91423" bIns="45711" anchor="b"/>
          <a:lstStyle/>
          <a:p>
            <a:pPr>
              <a:defRPr/>
            </a:pPr>
            <a:endParaRPr sz="1400"/>
          </a:p>
        </p:txBody>
      </p:sp>
      <p:sp>
        <p:nvSpPr>
          <p:cNvPr id="688345044" name="Shape 3077"/>
          <p:cNvSpPr>
            <a:spLocks noGrp="1" noChangeShapeType="1"/>
          </p:cNvSpPr>
          <p:nvPr>
            <p:ph type="ftr" idx="3"/>
          </p:nvPr>
        </p:nvSpPr>
        <p:spPr bwMode="auto">
          <a:xfrm>
            <a:off x="3124200" y="6416675"/>
            <a:ext cx="2895600" cy="365125"/>
          </a:xfrm>
          <a:prstGeom prst="rect">
            <a:avLst/>
          </a:prstGeom>
          <a:noFill/>
        </p:spPr>
        <p:txBody>
          <a:bodyPr lIns="91423" tIns="45711" rIns="91423" bIns="45711" anchor="b"/>
          <a:lstStyle/>
          <a:p>
            <a:pPr>
              <a:defRPr/>
            </a:pPr>
            <a:endParaRPr sz="1400"/>
          </a:p>
        </p:txBody>
      </p:sp>
      <p:sp>
        <p:nvSpPr>
          <p:cNvPr id="1707886465" name="Shape 3078"/>
          <p:cNvSpPr>
            <a:spLocks noGrp="1" noChangeShapeType="1"/>
          </p:cNvSpPr>
          <p:nvPr>
            <p:ph type="sldNum" idx="4"/>
          </p:nvPr>
        </p:nvSpPr>
        <p:spPr bwMode="auto">
          <a:xfrm>
            <a:off x="7924800" y="6416675"/>
            <a:ext cx="762000" cy="365125"/>
          </a:xfrm>
          <a:prstGeom prst="rect">
            <a:avLst/>
          </a:prstGeom>
          <a:noFill/>
        </p:spPr>
        <p:txBody>
          <a:bodyPr lIns="0" tIns="45711" rIns="0" bIns="45711" anchor="b"/>
          <a:lstStyle>
            <a:lvl1pPr mar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Book Antiqua"/>
              </a:defRPr>
            </a:lvl1pPr>
            <a:lvl2pPr marL="455295" indent="455295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Book Antiqua"/>
              </a:defRPr>
            </a:lvl2pPr>
            <a:lvl3pPr marL="912495" indent="912495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Book Antiqua"/>
              </a:defRPr>
            </a:lvl3pPr>
            <a:lvl4pPr marL="1369695" indent="1369695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Book Antiqua"/>
              </a:defRPr>
            </a:lvl4pPr>
            <a:lvl5pPr marL="1826895" indent="1826895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Book Antiqua"/>
              </a:defRPr>
            </a:lvl5pPr>
          </a:lstStyle>
          <a:p>
            <a:pPr marL="0" lvl="0" indent="0" algn="r">
              <a:spcBef>
                <a:spcPts val="0"/>
              </a:spcBef>
              <a:buNone/>
              <a:defRPr/>
            </a:pPr>
            <a:fld id="{D038279B-FC19-497E-A7D1-5ADD9CAF016F}" type="slidenum">
              <a:rPr lang="en-GB" sz="1200" b="1" i="0" u="none">
                <a:solidFill>
                  <a:srgbClr val="BCBCBC"/>
                </a:solidFill>
              </a:rPr>
            </a:fld>
            <a:endParaRPr lang="en-GB" sz="1200" b="1" i="0" u="none">
              <a:solidFill>
                <a:srgbClr val="BCBCBC"/>
              </a:solidFill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PhAnim="0" showMasterSp="0" userDrawn="1">
  <p:cSld name="43_Theme2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90905948" name="Title Placeholder 21"/>
          <p:cNvSpPr>
            <a:spLocks noGrp="1" noChangeShapeType="1"/>
          </p:cNvSpPr>
          <p:nvPr>
            <p:ph type="title"/>
          </p:nvPr>
        </p:nvSpPr>
        <p:spPr bwMode="auto">
          <a:xfrm>
            <a:off x="457200" y="274637"/>
            <a:ext cx="8229600" cy="1143000"/>
          </a:xfrm>
          <a:prstGeom prst="rect">
            <a:avLst/>
          </a:prstGeom>
          <a:noFill/>
        </p:spPr>
        <p:txBody>
          <a:bodyPr lIns="91423" tIns="45711" rIns="91423" bIns="45711" anchor="ctr" anchorCtr="0"/>
          <a:lstStyle/>
          <a:p>
            <a:pPr marL="0" lvl="0" indent="0">
              <a:spcBef>
                <a:spcPts val="0"/>
              </a:spcBef>
              <a:buNone/>
              <a:defRPr/>
            </a:pPr>
            <a:r>
              <a:t>Click to edit Master title style</a:t>
            </a:r>
          </a:p>
        </p:txBody>
      </p:sp>
      <p:sp>
        <p:nvSpPr>
          <p:cNvPr id="2024974301" name="Text Placeholder 12"/>
          <p:cNvSpPr>
            <a:spLocks noGrp="1" noChangeShapeType="1"/>
          </p:cNvSpPr>
          <p:nvPr>
            <p:ph type="body" idx="1"/>
          </p:nvPr>
        </p:nvSpPr>
        <p:spPr bwMode="auto">
          <a:xfrm>
            <a:off x="457200" y="1600200"/>
            <a:ext cx="8229600" cy="4708525"/>
          </a:xfrm>
          <a:prstGeom prst="rect">
            <a:avLst/>
          </a:prstGeom>
          <a:noFill/>
        </p:spPr>
        <p:txBody>
          <a:bodyPr lIns="91423" tIns="45711" rIns="91423" bIns="45711"/>
          <a:lstStyle/>
          <a:p>
            <a:pPr marL="546100" lvl="0" indent="-409575">
              <a:spcBef>
                <a:spcPts val="0"/>
              </a:spcBef>
              <a:buClr>
                <a:srgbClr val="F9F9F9"/>
              </a:buClr>
              <a:buSzPct val="65000"/>
              <a:buFont typeface="Wingdings 2"/>
              <a:buChar char=""/>
              <a:defRPr/>
            </a:pPr>
            <a:r>
              <a:t>Click to edit Master text styles</a:t>
            </a:r>
          </a:p>
          <a:p>
            <a:pPr marL="866775" lvl="1" indent="-281305">
              <a:spcBef>
                <a:spcPts val="0"/>
              </a:spcBef>
              <a:buClr>
                <a:srgbClr val="FFFFFF"/>
              </a:buClr>
              <a:buSzPct val="80000"/>
              <a:buChar char=""/>
              <a:defRPr/>
            </a:pPr>
            <a:r>
              <a:t>Second level</a:t>
            </a:r>
          </a:p>
          <a:p>
            <a:pPr marL="1131570" lvl="2" indent="-226695">
              <a:spcBef>
                <a:spcPts val="0"/>
              </a:spcBef>
              <a:buClr>
                <a:srgbClr val="FFFFFF"/>
              </a:buClr>
              <a:buSzPct val="95000"/>
              <a:buFont typeface="Wingdings"/>
              <a:buChar char=""/>
              <a:defRPr/>
            </a:pPr>
            <a:r>
              <a:t>Third level</a:t>
            </a:r>
          </a:p>
          <a:p>
            <a:pPr marL="1350645" lvl="3" indent="-180975">
              <a:spcBef>
                <a:spcPts val="0"/>
              </a:spcBef>
              <a:buClr>
                <a:srgbClr val="FFFFFF"/>
              </a:buClr>
              <a:buSzPct val="100000"/>
              <a:buFont typeface="Wingdings 3"/>
              <a:buChar char=""/>
              <a:defRPr/>
            </a:pPr>
            <a:r>
              <a:t>Fourth level</a:t>
            </a:r>
          </a:p>
          <a:p>
            <a:pPr marL="1543050" lvl="4" indent="-180975">
              <a:spcBef>
                <a:spcPts val="0"/>
              </a:spcBef>
              <a:buClr>
                <a:srgbClr val="FFFFFF"/>
              </a:buClr>
              <a:buSzPct val="100000"/>
              <a:buFont typeface="Wingdings 2"/>
              <a:buChar char=""/>
              <a:defRPr/>
            </a:pPr>
            <a:r>
              <a:t>Fifth level</a:t>
            </a:r>
          </a:p>
        </p:txBody>
      </p:sp>
      <p:sp>
        <p:nvSpPr>
          <p:cNvPr id="1364272497" name="Date Placeholder 13"/>
          <p:cNvSpPr>
            <a:spLocks noGrp="1" noChangeShapeType="1"/>
          </p:cNvSpPr>
          <p:nvPr>
            <p:ph type="dt" idx="2"/>
          </p:nvPr>
        </p:nvSpPr>
        <p:spPr bwMode="auto">
          <a:xfrm>
            <a:off x="457200" y="6416675"/>
            <a:ext cx="2133600" cy="365125"/>
          </a:xfrm>
          <a:prstGeom prst="rect">
            <a:avLst/>
          </a:prstGeom>
          <a:noFill/>
        </p:spPr>
        <p:txBody>
          <a:bodyPr lIns="91423" tIns="45711" rIns="91423" bIns="45711" anchor="b"/>
          <a:lstStyle/>
          <a:p>
            <a:pPr>
              <a:defRPr/>
            </a:pPr>
            <a:endParaRPr sz="1400"/>
          </a:p>
        </p:txBody>
      </p:sp>
      <p:sp>
        <p:nvSpPr>
          <p:cNvPr id="226864188" name="Footer Placeholder 2"/>
          <p:cNvSpPr>
            <a:spLocks noGrp="1" noChangeShapeType="1"/>
          </p:cNvSpPr>
          <p:nvPr>
            <p:ph type="ftr" idx="3"/>
          </p:nvPr>
        </p:nvSpPr>
        <p:spPr bwMode="auto">
          <a:xfrm>
            <a:off x="3124200" y="6416675"/>
            <a:ext cx="2895600" cy="365125"/>
          </a:xfrm>
          <a:prstGeom prst="rect">
            <a:avLst/>
          </a:prstGeom>
          <a:noFill/>
        </p:spPr>
        <p:txBody>
          <a:bodyPr lIns="91423" tIns="45711" rIns="91423" bIns="45711" anchor="b"/>
          <a:lstStyle/>
          <a:p>
            <a:pPr>
              <a:defRPr/>
            </a:pPr>
            <a:endParaRPr sz="1400"/>
          </a:p>
        </p:txBody>
      </p:sp>
      <p:sp>
        <p:nvSpPr>
          <p:cNvPr id="50408828" name="Slide Number Placeholder 22"/>
          <p:cNvSpPr>
            <a:spLocks noGrp="1" noChangeShapeType="1"/>
          </p:cNvSpPr>
          <p:nvPr>
            <p:ph type="sldNum" idx="4"/>
          </p:nvPr>
        </p:nvSpPr>
        <p:spPr bwMode="auto">
          <a:xfrm>
            <a:off x="7924800" y="6416675"/>
            <a:ext cx="762000" cy="365125"/>
          </a:xfrm>
          <a:prstGeom prst="rect">
            <a:avLst/>
          </a:prstGeom>
          <a:noFill/>
        </p:spPr>
        <p:txBody>
          <a:bodyPr lIns="0" tIns="45711" rIns="0" bIns="45711" anchor="b"/>
          <a:lstStyle/>
          <a:p>
            <a:pPr marL="0" lvl="0" indent="0" algn="r">
              <a:spcBef>
                <a:spcPts val="0"/>
              </a:spcBef>
              <a:buNone/>
              <a:defRPr/>
            </a:pPr>
            <a:fld id="{D038279B-FC19-497E-A7D1-5ADD9CAF016F}" type="slidenum">
              <a:rPr lang="en-GB" sz="1200" b="0" i="0" u="none">
                <a:solidFill>
                  <a:srgbClr val="BCBCBC"/>
                </a:solidFill>
                <a:latin typeface="Book Antiqua"/>
              </a:rPr>
            </a:fld>
            <a:endParaRPr lang="en-GB" sz="1200" b="0" i="0" u="none">
              <a:solidFill>
                <a:srgbClr val="BCBCBC"/>
              </a:solidFill>
              <a:latin typeface="Book Antiqua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PhAnim="0" userDrawn="1">
  <p:cSld name="Title and Object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83146090" name="Shape 4098"/>
          <p:cNvSpPr>
            <a:spLocks noGrp="1" noChangeShapeType="1"/>
          </p:cNvSpPr>
          <p:nvPr>
            <p:ph type="title"/>
          </p:nvPr>
        </p:nvSpPr>
        <p:spPr bwMode="auto">
          <a:xfrm>
            <a:off x="457200" y="274637"/>
            <a:ext cx="8229600" cy="1143000"/>
          </a:xfrm>
          <a:prstGeom prst="rect">
            <a:avLst/>
          </a:prstGeom>
          <a:noFill/>
        </p:spPr>
        <p:txBody>
          <a:bodyPr lIns="91423" tIns="45711" rIns="91423" bIns="45711" anchor="ctr" anchorCtr="0"/>
          <a:lstStyle/>
          <a:p>
            <a:pPr marL="0" lvl="0" indent="0">
              <a:spcBef>
                <a:spcPts val="0"/>
              </a:spcBef>
              <a:buNone/>
              <a:defRPr/>
            </a:pPr>
            <a:r>
              <a:t>Click to edit Master title style</a:t>
            </a:r>
          </a:p>
        </p:txBody>
      </p:sp>
      <p:sp>
        <p:nvSpPr>
          <p:cNvPr id="2028556885" name="Shape 4099"/>
          <p:cNvSpPr>
            <a:spLocks noGrp="1" noChangeShapeType="1"/>
          </p:cNvSpPr>
          <p:nvPr>
            <p:ph idx="1"/>
          </p:nvPr>
        </p:nvSpPr>
        <p:spPr bwMode="auto">
          <a:xfrm>
            <a:off x="457200" y="1600200"/>
            <a:ext cx="8229600" cy="4708525"/>
          </a:xfrm>
          <a:prstGeom prst="rect">
            <a:avLst/>
          </a:prstGeom>
          <a:noFill/>
        </p:spPr>
        <p:txBody>
          <a:bodyPr lIns="91423" tIns="45711" rIns="91423" bIns="45711"/>
          <a:lstStyle>
            <a:lvl1pPr marL="546100" indent="136525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9F9F9"/>
              </a:buClr>
              <a:buSzPct val="65000"/>
              <a:buChar char=""/>
              <a:defRPr sz="2800" b="0" i="0">
                <a:solidFill>
                  <a:schemeClr val="dk1"/>
                </a:solidFill>
                <a:latin typeface="Book Antiqua"/>
              </a:defRPr>
            </a:lvl1pPr>
            <a:lvl2pPr marL="866775" indent="58547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80000"/>
              <a:buChar char=""/>
              <a:defRPr sz="2400" b="0" i="0">
                <a:solidFill>
                  <a:schemeClr val="dk1"/>
                </a:solidFill>
                <a:latin typeface="Book Antiqua"/>
              </a:defRPr>
            </a:lvl2pPr>
            <a:lvl3pPr marL="1131570" indent="904875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95000"/>
              <a:buChar char=""/>
              <a:defRPr sz="2200" b="0" i="0">
                <a:solidFill>
                  <a:schemeClr val="dk1"/>
                </a:solidFill>
                <a:latin typeface="Book Antiqua"/>
              </a:defRPr>
            </a:lvl3pPr>
            <a:lvl4pPr marL="1350645" indent="116967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00000"/>
              <a:buChar char=""/>
              <a:defRPr sz="2000" b="0" i="0">
                <a:solidFill>
                  <a:schemeClr val="dk1"/>
                </a:solidFill>
                <a:latin typeface="Book Antiqua"/>
              </a:defRPr>
            </a:lvl4pPr>
            <a:lvl5pPr marL="1543050" indent="1362075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00000"/>
              <a:buChar char=""/>
              <a:defRPr sz="2000" b="0" i="0">
                <a:solidFill>
                  <a:schemeClr val="dk1"/>
                </a:solidFill>
                <a:latin typeface="Book Antiqua"/>
              </a:defRPr>
            </a:lvl5pPr>
          </a:lstStyle>
          <a:p>
            <a:pPr marL="546100" lvl="0" indent="-409575">
              <a:spcBef>
                <a:spcPts val="0"/>
              </a:spcBef>
              <a:buClr>
                <a:srgbClr val="F9F9F9"/>
              </a:buClr>
              <a:buSzPct val="65000"/>
              <a:buFont typeface="Wingdings 2"/>
              <a:buChar char=""/>
              <a:defRPr/>
            </a:pPr>
            <a:r>
              <a:t>Click to edit Master text styles</a:t>
            </a:r>
          </a:p>
          <a:p>
            <a:pPr marL="866775" lvl="1" indent="-281305">
              <a:spcBef>
                <a:spcPts val="0"/>
              </a:spcBef>
              <a:buClr>
                <a:srgbClr val="FFFFFF"/>
              </a:buClr>
              <a:buSzPct val="80000"/>
              <a:buChar char=""/>
              <a:defRPr/>
            </a:pPr>
            <a:r>
              <a:t>Second level</a:t>
            </a:r>
          </a:p>
          <a:p>
            <a:pPr marL="1131570" lvl="2" indent="-226695">
              <a:spcBef>
                <a:spcPts val="0"/>
              </a:spcBef>
              <a:buClr>
                <a:srgbClr val="FFFFFF"/>
              </a:buClr>
              <a:buSzPct val="95000"/>
              <a:buFont typeface="Wingdings"/>
              <a:buChar char=""/>
              <a:defRPr/>
            </a:pPr>
            <a:r>
              <a:t>Third level</a:t>
            </a:r>
          </a:p>
          <a:p>
            <a:pPr marL="1350645" lvl="3" indent="-180975">
              <a:spcBef>
                <a:spcPts val="0"/>
              </a:spcBef>
              <a:buClr>
                <a:srgbClr val="FFFFFF"/>
              </a:buClr>
              <a:buSzPct val="100000"/>
              <a:buFont typeface="Wingdings 3"/>
              <a:buChar char=""/>
              <a:defRPr/>
            </a:pPr>
            <a:r>
              <a:t>Fourth level</a:t>
            </a:r>
          </a:p>
          <a:p>
            <a:pPr marL="1543050" lvl="4" indent="-180975">
              <a:spcBef>
                <a:spcPts val="0"/>
              </a:spcBef>
              <a:buClr>
                <a:srgbClr val="FFFFFF"/>
              </a:buClr>
              <a:buSzPct val="100000"/>
              <a:buFont typeface="Wingdings 2"/>
              <a:buChar char=""/>
              <a:defRPr/>
            </a:pPr>
            <a:r>
              <a:t>Fifth level</a:t>
            </a:r>
          </a:p>
        </p:txBody>
      </p:sp>
      <p:sp>
        <p:nvSpPr>
          <p:cNvPr id="217749583" name="Shape 4100"/>
          <p:cNvSpPr>
            <a:spLocks noGrp="1" noChangeShapeType="1"/>
          </p:cNvSpPr>
          <p:nvPr>
            <p:ph type="dt" idx="2"/>
          </p:nvPr>
        </p:nvSpPr>
        <p:spPr bwMode="auto">
          <a:xfrm>
            <a:off x="457200" y="6416675"/>
            <a:ext cx="2133600" cy="365125"/>
          </a:xfrm>
          <a:prstGeom prst="rect">
            <a:avLst/>
          </a:prstGeom>
          <a:noFill/>
        </p:spPr>
        <p:txBody>
          <a:bodyPr lIns="91423" tIns="45711" rIns="91423" bIns="45711" anchor="b"/>
          <a:lstStyle/>
          <a:p>
            <a:pPr>
              <a:defRPr/>
            </a:pPr>
            <a:endParaRPr sz="1400"/>
          </a:p>
        </p:txBody>
      </p:sp>
      <p:sp>
        <p:nvSpPr>
          <p:cNvPr id="1195305121" name="Shape 4101"/>
          <p:cNvSpPr>
            <a:spLocks noGrp="1" noChangeShapeType="1"/>
          </p:cNvSpPr>
          <p:nvPr>
            <p:ph type="ftr" idx="3"/>
          </p:nvPr>
        </p:nvSpPr>
        <p:spPr bwMode="auto">
          <a:xfrm>
            <a:off x="3124200" y="6416675"/>
            <a:ext cx="2895600" cy="365125"/>
          </a:xfrm>
          <a:prstGeom prst="rect">
            <a:avLst/>
          </a:prstGeom>
          <a:noFill/>
        </p:spPr>
        <p:txBody>
          <a:bodyPr lIns="91423" tIns="45711" rIns="91423" bIns="45711" anchor="b"/>
          <a:lstStyle/>
          <a:p>
            <a:pPr>
              <a:defRPr/>
            </a:pPr>
            <a:endParaRPr sz="1400"/>
          </a:p>
        </p:txBody>
      </p:sp>
      <p:sp>
        <p:nvSpPr>
          <p:cNvPr id="87005648" name="Shape 4102"/>
          <p:cNvSpPr>
            <a:spLocks noGrp="1" noChangeShapeType="1"/>
          </p:cNvSpPr>
          <p:nvPr>
            <p:ph type="sldNum" idx="4"/>
          </p:nvPr>
        </p:nvSpPr>
        <p:spPr bwMode="auto">
          <a:xfrm>
            <a:off x="7924800" y="6416675"/>
            <a:ext cx="762000" cy="365125"/>
          </a:xfrm>
          <a:prstGeom prst="rect">
            <a:avLst/>
          </a:prstGeom>
          <a:noFill/>
        </p:spPr>
        <p:txBody>
          <a:bodyPr lIns="0" tIns="45711" rIns="0" bIns="45711" anchor="b"/>
          <a:lstStyle>
            <a:lvl1pPr mar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Book Antiqua"/>
              </a:defRPr>
            </a:lvl1pPr>
            <a:lvl2pPr marL="455295" indent="455295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Book Antiqua"/>
              </a:defRPr>
            </a:lvl2pPr>
            <a:lvl3pPr marL="912495" indent="912495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Book Antiqua"/>
              </a:defRPr>
            </a:lvl3pPr>
            <a:lvl4pPr marL="1369695" indent="1369695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Book Antiqua"/>
              </a:defRPr>
            </a:lvl4pPr>
            <a:lvl5pPr marL="1826895" indent="1826895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Book Antiqua"/>
              </a:defRPr>
            </a:lvl5pPr>
          </a:lstStyle>
          <a:p>
            <a:pPr marL="0" lvl="0" indent="0" algn="r">
              <a:spcBef>
                <a:spcPts val="0"/>
              </a:spcBef>
              <a:buNone/>
              <a:defRPr/>
            </a:pPr>
            <a:fld id="{D038279B-FC19-497E-A7D1-5ADD9CAF016F}" type="slidenum">
              <a:rPr lang="en-GB" sz="1200" b="1" i="0" u="none">
                <a:solidFill>
                  <a:srgbClr val="BCBCBC"/>
                </a:solidFill>
              </a:rPr>
            </a:fld>
            <a:endParaRPr lang="en-GB" sz="1200" b="1" i="0" u="none">
              <a:solidFill>
                <a:srgbClr val="BCBCBC"/>
              </a:solidFill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PhAnim="0" showMasterSp="0" userDrawn="1">
  <p:cSld name="44_Theme2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56026179" name="Title Placeholder 21"/>
          <p:cNvSpPr>
            <a:spLocks noGrp="1" noChangeShapeType="1"/>
          </p:cNvSpPr>
          <p:nvPr>
            <p:ph type="title"/>
          </p:nvPr>
        </p:nvSpPr>
        <p:spPr bwMode="auto">
          <a:xfrm>
            <a:off x="457200" y="274637"/>
            <a:ext cx="8229600" cy="1143000"/>
          </a:xfrm>
          <a:prstGeom prst="rect">
            <a:avLst/>
          </a:prstGeom>
          <a:noFill/>
        </p:spPr>
        <p:txBody>
          <a:bodyPr lIns="91423" tIns="45711" rIns="91423" bIns="45711" anchor="ctr" anchorCtr="0"/>
          <a:lstStyle/>
          <a:p>
            <a:pPr marL="0" lvl="0" indent="0">
              <a:spcBef>
                <a:spcPts val="0"/>
              </a:spcBef>
              <a:buNone/>
              <a:defRPr/>
            </a:pPr>
            <a:r>
              <a:t>Click to edit Master title style</a:t>
            </a:r>
          </a:p>
        </p:txBody>
      </p:sp>
      <p:sp>
        <p:nvSpPr>
          <p:cNvPr id="1061619493" name="Text Placeholder 12"/>
          <p:cNvSpPr>
            <a:spLocks noGrp="1" noChangeShapeType="1"/>
          </p:cNvSpPr>
          <p:nvPr>
            <p:ph type="body" idx="1"/>
          </p:nvPr>
        </p:nvSpPr>
        <p:spPr bwMode="auto">
          <a:xfrm>
            <a:off x="457200" y="1600200"/>
            <a:ext cx="8229600" cy="4708525"/>
          </a:xfrm>
          <a:prstGeom prst="rect">
            <a:avLst/>
          </a:prstGeom>
          <a:noFill/>
        </p:spPr>
        <p:txBody>
          <a:bodyPr lIns="91423" tIns="45711" rIns="91423" bIns="45711"/>
          <a:lstStyle/>
          <a:p>
            <a:pPr marL="546100" lvl="0" indent="-409575">
              <a:spcBef>
                <a:spcPts val="0"/>
              </a:spcBef>
              <a:buClr>
                <a:srgbClr val="F9F9F9"/>
              </a:buClr>
              <a:buSzPct val="65000"/>
              <a:buFont typeface="Wingdings 2"/>
              <a:buChar char=""/>
              <a:defRPr/>
            </a:pPr>
            <a:r>
              <a:t>Click to edit Master text styles</a:t>
            </a:r>
          </a:p>
          <a:p>
            <a:pPr marL="866775" lvl="1" indent="-281305">
              <a:spcBef>
                <a:spcPts val="0"/>
              </a:spcBef>
              <a:buClr>
                <a:srgbClr val="FFFFFF"/>
              </a:buClr>
              <a:buSzPct val="80000"/>
              <a:buChar char=""/>
              <a:defRPr/>
            </a:pPr>
            <a:r>
              <a:t>Second level</a:t>
            </a:r>
          </a:p>
          <a:p>
            <a:pPr marL="1131570" lvl="2" indent="-226695">
              <a:spcBef>
                <a:spcPts val="0"/>
              </a:spcBef>
              <a:buClr>
                <a:srgbClr val="FFFFFF"/>
              </a:buClr>
              <a:buSzPct val="95000"/>
              <a:buFont typeface="Wingdings"/>
              <a:buChar char=""/>
              <a:defRPr/>
            </a:pPr>
            <a:r>
              <a:t>Third level</a:t>
            </a:r>
          </a:p>
          <a:p>
            <a:pPr marL="1350645" lvl="3" indent="-180975">
              <a:spcBef>
                <a:spcPts val="0"/>
              </a:spcBef>
              <a:buClr>
                <a:srgbClr val="FFFFFF"/>
              </a:buClr>
              <a:buSzPct val="100000"/>
              <a:buFont typeface="Wingdings 3"/>
              <a:buChar char=""/>
              <a:defRPr/>
            </a:pPr>
            <a:r>
              <a:t>Fourth level</a:t>
            </a:r>
          </a:p>
          <a:p>
            <a:pPr marL="1543050" lvl="4" indent="-180975">
              <a:spcBef>
                <a:spcPts val="0"/>
              </a:spcBef>
              <a:buClr>
                <a:srgbClr val="FFFFFF"/>
              </a:buClr>
              <a:buSzPct val="100000"/>
              <a:buFont typeface="Wingdings 2"/>
              <a:buChar char=""/>
              <a:defRPr/>
            </a:pPr>
            <a:r>
              <a:t>Fifth level</a:t>
            </a:r>
          </a:p>
        </p:txBody>
      </p:sp>
      <p:sp>
        <p:nvSpPr>
          <p:cNvPr id="902911532" name="Date Placeholder 13"/>
          <p:cNvSpPr>
            <a:spLocks noGrp="1" noChangeShapeType="1"/>
          </p:cNvSpPr>
          <p:nvPr>
            <p:ph type="dt" idx="2"/>
          </p:nvPr>
        </p:nvSpPr>
        <p:spPr bwMode="auto">
          <a:xfrm>
            <a:off x="457200" y="6416675"/>
            <a:ext cx="2133600" cy="365125"/>
          </a:xfrm>
          <a:prstGeom prst="rect">
            <a:avLst/>
          </a:prstGeom>
          <a:noFill/>
        </p:spPr>
        <p:txBody>
          <a:bodyPr lIns="91423" tIns="45711" rIns="91423" bIns="45711" anchor="b"/>
          <a:lstStyle/>
          <a:p>
            <a:pPr>
              <a:defRPr/>
            </a:pPr>
            <a:endParaRPr sz="1400"/>
          </a:p>
        </p:txBody>
      </p:sp>
      <p:sp>
        <p:nvSpPr>
          <p:cNvPr id="1072227194" name="Footer Placeholder 2"/>
          <p:cNvSpPr>
            <a:spLocks noGrp="1" noChangeShapeType="1"/>
          </p:cNvSpPr>
          <p:nvPr>
            <p:ph type="ftr" idx="3"/>
          </p:nvPr>
        </p:nvSpPr>
        <p:spPr bwMode="auto">
          <a:xfrm>
            <a:off x="3124200" y="6416675"/>
            <a:ext cx="2895600" cy="365125"/>
          </a:xfrm>
          <a:prstGeom prst="rect">
            <a:avLst/>
          </a:prstGeom>
          <a:noFill/>
        </p:spPr>
        <p:txBody>
          <a:bodyPr lIns="91423" tIns="45711" rIns="91423" bIns="45711" anchor="b"/>
          <a:lstStyle/>
          <a:p>
            <a:pPr>
              <a:defRPr/>
            </a:pPr>
            <a:endParaRPr sz="1400"/>
          </a:p>
        </p:txBody>
      </p:sp>
      <p:sp>
        <p:nvSpPr>
          <p:cNvPr id="428053724" name="Slide Number Placeholder 22"/>
          <p:cNvSpPr>
            <a:spLocks noGrp="1" noChangeShapeType="1"/>
          </p:cNvSpPr>
          <p:nvPr>
            <p:ph type="sldNum" idx="4"/>
          </p:nvPr>
        </p:nvSpPr>
        <p:spPr bwMode="auto">
          <a:xfrm>
            <a:off x="7924800" y="6416675"/>
            <a:ext cx="762000" cy="365125"/>
          </a:xfrm>
          <a:prstGeom prst="rect">
            <a:avLst/>
          </a:prstGeom>
          <a:noFill/>
        </p:spPr>
        <p:txBody>
          <a:bodyPr lIns="0" tIns="45711" rIns="0" bIns="45711" anchor="b"/>
          <a:lstStyle/>
          <a:p>
            <a:pPr marL="0" lvl="0" indent="0" algn="r">
              <a:spcBef>
                <a:spcPts val="0"/>
              </a:spcBef>
              <a:buNone/>
              <a:defRPr/>
            </a:pPr>
            <a:fld id="{D038279B-FC19-497E-A7D1-5ADD9CAF016F}" type="slidenum">
              <a:rPr lang="en-GB" sz="1200" b="0" i="0" u="none">
                <a:solidFill>
                  <a:srgbClr val="BCBCBC"/>
                </a:solidFill>
                <a:latin typeface="Book Antiqua"/>
              </a:rPr>
            </a:fld>
            <a:endParaRPr lang="en-GB" sz="1200" b="0" i="0" u="none">
              <a:solidFill>
                <a:srgbClr val="BCBCBC"/>
              </a:solidFill>
              <a:latin typeface="Book Antiqua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PhAnim="0" userDrawn="1">
  <p:cSld name="Title and Object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60584953" name="Shape 5122"/>
          <p:cNvSpPr>
            <a:spLocks noGrp="1" noChangeShapeType="1"/>
          </p:cNvSpPr>
          <p:nvPr>
            <p:ph type="title"/>
          </p:nvPr>
        </p:nvSpPr>
        <p:spPr bwMode="auto">
          <a:xfrm>
            <a:off x="457200" y="274637"/>
            <a:ext cx="8229600" cy="1143000"/>
          </a:xfrm>
          <a:prstGeom prst="rect">
            <a:avLst/>
          </a:prstGeom>
          <a:noFill/>
        </p:spPr>
        <p:txBody>
          <a:bodyPr lIns="91423" tIns="45711" rIns="91423" bIns="45711" anchor="ctr" anchorCtr="0"/>
          <a:lstStyle/>
          <a:p>
            <a:pPr marL="0" lvl="0" indent="0">
              <a:spcBef>
                <a:spcPts val="0"/>
              </a:spcBef>
              <a:buNone/>
              <a:defRPr/>
            </a:pPr>
            <a:r>
              <a:t>Click to edit Master title style</a:t>
            </a:r>
          </a:p>
        </p:txBody>
      </p:sp>
      <p:sp>
        <p:nvSpPr>
          <p:cNvPr id="439264444" name="Shape 5123"/>
          <p:cNvSpPr>
            <a:spLocks noGrp="1" noChangeShapeType="1"/>
          </p:cNvSpPr>
          <p:nvPr>
            <p:ph idx="1"/>
          </p:nvPr>
        </p:nvSpPr>
        <p:spPr bwMode="auto">
          <a:xfrm>
            <a:off x="457200" y="1600200"/>
            <a:ext cx="8229600" cy="4708525"/>
          </a:xfrm>
          <a:prstGeom prst="rect">
            <a:avLst/>
          </a:prstGeom>
          <a:noFill/>
        </p:spPr>
        <p:txBody>
          <a:bodyPr lIns="91423" tIns="45711" rIns="91423" bIns="45711"/>
          <a:lstStyle>
            <a:lvl1pPr marL="546100" indent="136525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9F9F9"/>
              </a:buClr>
              <a:buSzPct val="65000"/>
              <a:buChar char=""/>
              <a:defRPr sz="2800" b="0" i="0">
                <a:solidFill>
                  <a:schemeClr val="dk1"/>
                </a:solidFill>
                <a:latin typeface="Book Antiqua"/>
              </a:defRPr>
            </a:lvl1pPr>
            <a:lvl2pPr marL="866775" indent="58547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80000"/>
              <a:buChar char=""/>
              <a:defRPr sz="2400" b="0" i="0">
                <a:solidFill>
                  <a:schemeClr val="dk1"/>
                </a:solidFill>
                <a:latin typeface="Book Antiqua"/>
              </a:defRPr>
            </a:lvl2pPr>
            <a:lvl3pPr marL="1131570" indent="904875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95000"/>
              <a:buChar char=""/>
              <a:defRPr sz="2200" b="0" i="0">
                <a:solidFill>
                  <a:schemeClr val="dk1"/>
                </a:solidFill>
                <a:latin typeface="Book Antiqua"/>
              </a:defRPr>
            </a:lvl3pPr>
            <a:lvl4pPr marL="1350645" indent="116967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00000"/>
              <a:buChar char=""/>
              <a:defRPr sz="2000" b="0" i="0">
                <a:solidFill>
                  <a:schemeClr val="dk1"/>
                </a:solidFill>
                <a:latin typeface="Book Antiqua"/>
              </a:defRPr>
            </a:lvl4pPr>
            <a:lvl5pPr marL="1543050" indent="1362075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00000"/>
              <a:buChar char=""/>
              <a:defRPr sz="2000" b="0" i="0">
                <a:solidFill>
                  <a:schemeClr val="dk1"/>
                </a:solidFill>
                <a:latin typeface="Book Antiqua"/>
              </a:defRPr>
            </a:lvl5pPr>
          </a:lstStyle>
          <a:p>
            <a:pPr marL="546100" lvl="0" indent="-409575">
              <a:spcBef>
                <a:spcPts val="0"/>
              </a:spcBef>
              <a:buClr>
                <a:srgbClr val="F9F9F9"/>
              </a:buClr>
              <a:buSzPct val="65000"/>
              <a:buFont typeface="Wingdings 2"/>
              <a:buChar char=""/>
              <a:defRPr/>
            </a:pPr>
            <a:r>
              <a:t>Click to edit Master text styles</a:t>
            </a:r>
          </a:p>
          <a:p>
            <a:pPr marL="866775" lvl="1" indent="-281305">
              <a:spcBef>
                <a:spcPts val="0"/>
              </a:spcBef>
              <a:buClr>
                <a:srgbClr val="FFFFFF"/>
              </a:buClr>
              <a:buSzPct val="80000"/>
              <a:buChar char=""/>
              <a:defRPr/>
            </a:pPr>
            <a:r>
              <a:t>Second level</a:t>
            </a:r>
          </a:p>
          <a:p>
            <a:pPr marL="1131570" lvl="2" indent="-226695">
              <a:spcBef>
                <a:spcPts val="0"/>
              </a:spcBef>
              <a:buClr>
                <a:srgbClr val="FFFFFF"/>
              </a:buClr>
              <a:buSzPct val="95000"/>
              <a:buFont typeface="Wingdings"/>
              <a:buChar char=""/>
              <a:defRPr/>
            </a:pPr>
            <a:r>
              <a:t>Third level</a:t>
            </a:r>
          </a:p>
          <a:p>
            <a:pPr marL="1350645" lvl="3" indent="-180975">
              <a:spcBef>
                <a:spcPts val="0"/>
              </a:spcBef>
              <a:buClr>
                <a:srgbClr val="FFFFFF"/>
              </a:buClr>
              <a:buSzPct val="100000"/>
              <a:buFont typeface="Wingdings 3"/>
              <a:buChar char=""/>
              <a:defRPr/>
            </a:pPr>
            <a:r>
              <a:t>Fourth level</a:t>
            </a:r>
          </a:p>
          <a:p>
            <a:pPr marL="1543050" lvl="4" indent="-180975">
              <a:spcBef>
                <a:spcPts val="0"/>
              </a:spcBef>
              <a:buClr>
                <a:srgbClr val="FFFFFF"/>
              </a:buClr>
              <a:buSzPct val="100000"/>
              <a:buFont typeface="Wingdings 2"/>
              <a:buChar char=""/>
              <a:defRPr/>
            </a:pPr>
            <a:r>
              <a:t>Fifth level</a:t>
            </a:r>
          </a:p>
        </p:txBody>
      </p:sp>
      <p:sp>
        <p:nvSpPr>
          <p:cNvPr id="1797244670" name="Shape 5124"/>
          <p:cNvSpPr>
            <a:spLocks noGrp="1" noChangeShapeType="1"/>
          </p:cNvSpPr>
          <p:nvPr>
            <p:ph type="dt" idx="2"/>
          </p:nvPr>
        </p:nvSpPr>
        <p:spPr bwMode="auto">
          <a:xfrm>
            <a:off x="457200" y="6416675"/>
            <a:ext cx="2133600" cy="365125"/>
          </a:xfrm>
          <a:prstGeom prst="rect">
            <a:avLst/>
          </a:prstGeom>
          <a:noFill/>
        </p:spPr>
        <p:txBody>
          <a:bodyPr lIns="91423" tIns="45711" rIns="91423" bIns="45711" anchor="b"/>
          <a:lstStyle/>
          <a:p>
            <a:pPr>
              <a:defRPr/>
            </a:pPr>
            <a:endParaRPr sz="1400"/>
          </a:p>
        </p:txBody>
      </p:sp>
      <p:sp>
        <p:nvSpPr>
          <p:cNvPr id="266782127" name="Shape 5125"/>
          <p:cNvSpPr>
            <a:spLocks noGrp="1" noChangeShapeType="1"/>
          </p:cNvSpPr>
          <p:nvPr>
            <p:ph type="ftr" idx="3"/>
          </p:nvPr>
        </p:nvSpPr>
        <p:spPr bwMode="auto">
          <a:xfrm>
            <a:off x="3124200" y="6416675"/>
            <a:ext cx="2895600" cy="365125"/>
          </a:xfrm>
          <a:prstGeom prst="rect">
            <a:avLst/>
          </a:prstGeom>
          <a:noFill/>
        </p:spPr>
        <p:txBody>
          <a:bodyPr lIns="91423" tIns="45711" rIns="91423" bIns="45711" anchor="b"/>
          <a:lstStyle/>
          <a:p>
            <a:pPr>
              <a:defRPr/>
            </a:pPr>
            <a:endParaRPr sz="1400"/>
          </a:p>
        </p:txBody>
      </p:sp>
      <p:sp>
        <p:nvSpPr>
          <p:cNvPr id="247539549" name="Shape 5126"/>
          <p:cNvSpPr>
            <a:spLocks noGrp="1" noChangeShapeType="1"/>
          </p:cNvSpPr>
          <p:nvPr>
            <p:ph type="sldNum" idx="4"/>
          </p:nvPr>
        </p:nvSpPr>
        <p:spPr bwMode="auto">
          <a:xfrm>
            <a:off x="7924800" y="6416675"/>
            <a:ext cx="762000" cy="365125"/>
          </a:xfrm>
          <a:prstGeom prst="rect">
            <a:avLst/>
          </a:prstGeom>
          <a:noFill/>
        </p:spPr>
        <p:txBody>
          <a:bodyPr lIns="0" tIns="45711" rIns="0" bIns="45711" anchor="b"/>
          <a:lstStyle>
            <a:lvl1pPr mar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Book Antiqua"/>
              </a:defRPr>
            </a:lvl1pPr>
            <a:lvl2pPr marL="455295" indent="455295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Book Antiqua"/>
              </a:defRPr>
            </a:lvl2pPr>
            <a:lvl3pPr marL="912495" indent="912495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Book Antiqua"/>
              </a:defRPr>
            </a:lvl3pPr>
            <a:lvl4pPr marL="1369695" indent="1369695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Book Antiqua"/>
              </a:defRPr>
            </a:lvl4pPr>
            <a:lvl5pPr marL="1826895" indent="1826895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Book Antiqua"/>
              </a:defRPr>
            </a:lvl5pPr>
          </a:lstStyle>
          <a:p>
            <a:pPr marL="0" lvl="0" indent="0" algn="r">
              <a:spcBef>
                <a:spcPts val="0"/>
              </a:spcBef>
              <a:buNone/>
              <a:defRPr/>
            </a:pPr>
            <a:fld id="{D038279B-FC19-497E-A7D1-5ADD9CAF016F}" type="slidenum">
              <a:rPr lang="en-GB" sz="1200" b="1" i="0" u="none">
                <a:solidFill>
                  <a:srgbClr val="BCBCBC"/>
                </a:solidFill>
              </a:rPr>
            </a:fld>
            <a:endParaRPr lang="en-GB" sz="1200" b="1" i="0" u="none">
              <a:solidFill>
                <a:srgbClr val="BCBCBC"/>
              </a:solidFill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PhAnim="0" showMasterSp="0" userDrawn="1">
  <p:cSld name="45_Theme2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89772163" name="Title Placeholder 21"/>
          <p:cNvSpPr>
            <a:spLocks noGrp="1" noChangeShapeType="1"/>
          </p:cNvSpPr>
          <p:nvPr>
            <p:ph type="title"/>
          </p:nvPr>
        </p:nvSpPr>
        <p:spPr bwMode="auto">
          <a:xfrm>
            <a:off x="457200" y="274637"/>
            <a:ext cx="8229600" cy="1143000"/>
          </a:xfrm>
          <a:prstGeom prst="rect">
            <a:avLst/>
          </a:prstGeom>
          <a:noFill/>
        </p:spPr>
        <p:txBody>
          <a:bodyPr lIns="91423" tIns="45711" rIns="91423" bIns="45711" anchor="ctr" anchorCtr="0"/>
          <a:lstStyle/>
          <a:p>
            <a:pPr marL="0" lvl="0" indent="0">
              <a:spcBef>
                <a:spcPts val="0"/>
              </a:spcBef>
              <a:buNone/>
              <a:defRPr/>
            </a:pPr>
            <a:r>
              <a:t>Click to edit Master title style</a:t>
            </a:r>
          </a:p>
        </p:txBody>
      </p:sp>
      <p:sp>
        <p:nvSpPr>
          <p:cNvPr id="572371240" name="Text Placeholder 12"/>
          <p:cNvSpPr>
            <a:spLocks noGrp="1" noChangeShapeType="1"/>
          </p:cNvSpPr>
          <p:nvPr>
            <p:ph type="body" idx="1"/>
          </p:nvPr>
        </p:nvSpPr>
        <p:spPr bwMode="auto">
          <a:xfrm>
            <a:off x="457200" y="1600200"/>
            <a:ext cx="8229600" cy="4708525"/>
          </a:xfrm>
          <a:prstGeom prst="rect">
            <a:avLst/>
          </a:prstGeom>
          <a:noFill/>
        </p:spPr>
        <p:txBody>
          <a:bodyPr lIns="91423" tIns="45711" rIns="91423" bIns="45711"/>
          <a:lstStyle/>
          <a:p>
            <a:pPr marL="546100" lvl="0" indent="-409575">
              <a:spcBef>
                <a:spcPts val="0"/>
              </a:spcBef>
              <a:buClr>
                <a:srgbClr val="F9F9F9"/>
              </a:buClr>
              <a:buSzPct val="65000"/>
              <a:buFont typeface="Wingdings 2"/>
              <a:buChar char=""/>
              <a:defRPr/>
            </a:pPr>
            <a:r>
              <a:t>Click to edit Master text styles</a:t>
            </a:r>
          </a:p>
          <a:p>
            <a:pPr marL="866775" lvl="1" indent="-281305">
              <a:spcBef>
                <a:spcPts val="0"/>
              </a:spcBef>
              <a:buClr>
                <a:srgbClr val="FFFFFF"/>
              </a:buClr>
              <a:buSzPct val="80000"/>
              <a:buChar char=""/>
              <a:defRPr/>
            </a:pPr>
            <a:r>
              <a:t>Second level</a:t>
            </a:r>
          </a:p>
          <a:p>
            <a:pPr marL="1131570" lvl="2" indent="-226695">
              <a:spcBef>
                <a:spcPts val="0"/>
              </a:spcBef>
              <a:buClr>
                <a:srgbClr val="FFFFFF"/>
              </a:buClr>
              <a:buSzPct val="95000"/>
              <a:buFont typeface="Wingdings"/>
              <a:buChar char=""/>
              <a:defRPr/>
            </a:pPr>
            <a:r>
              <a:t>Third level</a:t>
            </a:r>
          </a:p>
          <a:p>
            <a:pPr marL="1350645" lvl="3" indent="-180975">
              <a:spcBef>
                <a:spcPts val="0"/>
              </a:spcBef>
              <a:buClr>
                <a:srgbClr val="FFFFFF"/>
              </a:buClr>
              <a:buSzPct val="100000"/>
              <a:buFont typeface="Wingdings 3"/>
              <a:buChar char=""/>
              <a:defRPr/>
            </a:pPr>
            <a:r>
              <a:t>Fourth level</a:t>
            </a:r>
          </a:p>
          <a:p>
            <a:pPr marL="1543050" lvl="4" indent="-180975">
              <a:spcBef>
                <a:spcPts val="0"/>
              </a:spcBef>
              <a:buClr>
                <a:srgbClr val="FFFFFF"/>
              </a:buClr>
              <a:buSzPct val="100000"/>
              <a:buFont typeface="Wingdings 2"/>
              <a:buChar char=""/>
              <a:defRPr/>
            </a:pPr>
            <a:r>
              <a:t>Fifth level</a:t>
            </a:r>
          </a:p>
        </p:txBody>
      </p:sp>
      <p:sp>
        <p:nvSpPr>
          <p:cNvPr id="20459292" name="Date Placeholder 13"/>
          <p:cNvSpPr>
            <a:spLocks noGrp="1" noChangeShapeType="1"/>
          </p:cNvSpPr>
          <p:nvPr>
            <p:ph type="dt" idx="2"/>
          </p:nvPr>
        </p:nvSpPr>
        <p:spPr bwMode="auto">
          <a:xfrm>
            <a:off x="457200" y="6416675"/>
            <a:ext cx="2133600" cy="365125"/>
          </a:xfrm>
          <a:prstGeom prst="rect">
            <a:avLst/>
          </a:prstGeom>
          <a:noFill/>
        </p:spPr>
        <p:txBody>
          <a:bodyPr lIns="91423" tIns="45711" rIns="91423" bIns="45711" anchor="b"/>
          <a:lstStyle/>
          <a:p>
            <a:pPr>
              <a:defRPr/>
            </a:pPr>
            <a:endParaRPr sz="1400"/>
          </a:p>
        </p:txBody>
      </p:sp>
      <p:sp>
        <p:nvSpPr>
          <p:cNvPr id="1381011898" name="Footer Placeholder 2"/>
          <p:cNvSpPr>
            <a:spLocks noGrp="1" noChangeShapeType="1"/>
          </p:cNvSpPr>
          <p:nvPr>
            <p:ph type="ftr" idx="3"/>
          </p:nvPr>
        </p:nvSpPr>
        <p:spPr bwMode="auto">
          <a:xfrm>
            <a:off x="3124200" y="6416675"/>
            <a:ext cx="2895600" cy="365125"/>
          </a:xfrm>
          <a:prstGeom prst="rect">
            <a:avLst/>
          </a:prstGeom>
          <a:noFill/>
        </p:spPr>
        <p:txBody>
          <a:bodyPr lIns="91423" tIns="45711" rIns="91423" bIns="45711" anchor="b"/>
          <a:lstStyle/>
          <a:p>
            <a:pPr>
              <a:defRPr/>
            </a:pPr>
            <a:endParaRPr sz="1400"/>
          </a:p>
        </p:txBody>
      </p:sp>
      <p:sp>
        <p:nvSpPr>
          <p:cNvPr id="859762594" name="Slide Number Placeholder 22"/>
          <p:cNvSpPr>
            <a:spLocks noGrp="1" noChangeShapeType="1"/>
          </p:cNvSpPr>
          <p:nvPr>
            <p:ph type="sldNum" idx="4"/>
          </p:nvPr>
        </p:nvSpPr>
        <p:spPr bwMode="auto">
          <a:xfrm>
            <a:off x="7924800" y="6416675"/>
            <a:ext cx="762000" cy="365125"/>
          </a:xfrm>
          <a:prstGeom prst="rect">
            <a:avLst/>
          </a:prstGeom>
          <a:noFill/>
        </p:spPr>
        <p:txBody>
          <a:bodyPr lIns="0" tIns="45711" rIns="0" bIns="45711" anchor="b"/>
          <a:lstStyle/>
          <a:p>
            <a:pPr marL="0" lvl="0" indent="0" algn="r">
              <a:spcBef>
                <a:spcPts val="0"/>
              </a:spcBef>
              <a:buNone/>
              <a:defRPr/>
            </a:pPr>
            <a:fld id="{D038279B-FC19-497E-A7D1-5ADD9CAF016F}" type="slidenum">
              <a:rPr lang="en-GB" sz="1200" b="0" i="0" u="none">
                <a:solidFill>
                  <a:srgbClr val="BCBCBC"/>
                </a:solidFill>
                <a:latin typeface="Book Antiqua"/>
              </a:rPr>
            </a:fld>
            <a:endParaRPr lang="en-GB" sz="1200" b="0" i="0" u="none">
              <a:solidFill>
                <a:srgbClr val="BCBCBC"/>
              </a:solidFill>
              <a:latin typeface="Book Antiqua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PhAnim="0" userDrawn="1">
  <p:cSld name="Title and Object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484354" name="Shape 6146"/>
          <p:cNvSpPr>
            <a:spLocks noGrp="1" noChangeShapeType="1"/>
          </p:cNvSpPr>
          <p:nvPr>
            <p:ph type="title"/>
          </p:nvPr>
        </p:nvSpPr>
        <p:spPr bwMode="auto">
          <a:xfrm>
            <a:off x="457200" y="274637"/>
            <a:ext cx="8229600" cy="1143000"/>
          </a:xfrm>
          <a:prstGeom prst="rect">
            <a:avLst/>
          </a:prstGeom>
          <a:noFill/>
        </p:spPr>
        <p:txBody>
          <a:bodyPr lIns="91423" tIns="45711" rIns="91423" bIns="45711" anchor="ctr" anchorCtr="0"/>
          <a:lstStyle/>
          <a:p>
            <a:pPr marL="0" lvl="0" indent="0">
              <a:spcBef>
                <a:spcPts val="0"/>
              </a:spcBef>
              <a:buNone/>
              <a:defRPr/>
            </a:pPr>
            <a:r>
              <a:t>Click to edit Master title style</a:t>
            </a:r>
          </a:p>
        </p:txBody>
      </p:sp>
      <p:sp>
        <p:nvSpPr>
          <p:cNvPr id="2101290657" name="Shape 6147"/>
          <p:cNvSpPr>
            <a:spLocks noGrp="1" noChangeShapeType="1"/>
          </p:cNvSpPr>
          <p:nvPr>
            <p:ph idx="1"/>
          </p:nvPr>
        </p:nvSpPr>
        <p:spPr bwMode="auto">
          <a:xfrm>
            <a:off x="457200" y="1600200"/>
            <a:ext cx="8229600" cy="4708525"/>
          </a:xfrm>
          <a:prstGeom prst="rect">
            <a:avLst/>
          </a:prstGeom>
          <a:noFill/>
        </p:spPr>
        <p:txBody>
          <a:bodyPr lIns="91423" tIns="45711" rIns="91423" bIns="45711"/>
          <a:lstStyle>
            <a:lvl1pPr marL="546100" indent="136525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9F9F9"/>
              </a:buClr>
              <a:buSzPct val="65000"/>
              <a:buChar char=""/>
              <a:defRPr sz="2800" b="0" i="0">
                <a:solidFill>
                  <a:schemeClr val="dk1"/>
                </a:solidFill>
                <a:latin typeface="Book Antiqua"/>
              </a:defRPr>
            </a:lvl1pPr>
            <a:lvl2pPr marL="866775" indent="58547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80000"/>
              <a:buChar char=""/>
              <a:defRPr sz="2400" b="0" i="0">
                <a:solidFill>
                  <a:schemeClr val="dk1"/>
                </a:solidFill>
                <a:latin typeface="Book Antiqua"/>
              </a:defRPr>
            </a:lvl2pPr>
            <a:lvl3pPr marL="1131570" indent="904875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95000"/>
              <a:buChar char=""/>
              <a:defRPr sz="2200" b="0" i="0">
                <a:solidFill>
                  <a:schemeClr val="dk1"/>
                </a:solidFill>
                <a:latin typeface="Book Antiqua"/>
              </a:defRPr>
            </a:lvl3pPr>
            <a:lvl4pPr marL="1350645" indent="116967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00000"/>
              <a:buChar char=""/>
              <a:defRPr sz="2000" b="0" i="0">
                <a:solidFill>
                  <a:schemeClr val="dk1"/>
                </a:solidFill>
                <a:latin typeface="Book Antiqua"/>
              </a:defRPr>
            </a:lvl4pPr>
            <a:lvl5pPr marL="1543050" indent="1362075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00000"/>
              <a:buChar char=""/>
              <a:defRPr sz="2000" b="0" i="0">
                <a:solidFill>
                  <a:schemeClr val="dk1"/>
                </a:solidFill>
                <a:latin typeface="Book Antiqua"/>
              </a:defRPr>
            </a:lvl5pPr>
          </a:lstStyle>
          <a:p>
            <a:pPr marL="546100" lvl="0" indent="-409575">
              <a:spcBef>
                <a:spcPts val="0"/>
              </a:spcBef>
              <a:buClr>
                <a:srgbClr val="F9F9F9"/>
              </a:buClr>
              <a:buSzPct val="65000"/>
              <a:buFont typeface="Wingdings 2"/>
              <a:buChar char=""/>
              <a:defRPr/>
            </a:pPr>
            <a:r>
              <a:t>Click to edit Master text styles</a:t>
            </a:r>
          </a:p>
          <a:p>
            <a:pPr marL="866775" lvl="1" indent="-281305">
              <a:spcBef>
                <a:spcPts val="0"/>
              </a:spcBef>
              <a:buClr>
                <a:srgbClr val="FFFFFF"/>
              </a:buClr>
              <a:buSzPct val="80000"/>
              <a:buChar char=""/>
              <a:defRPr/>
            </a:pPr>
            <a:r>
              <a:t>Second level</a:t>
            </a:r>
          </a:p>
          <a:p>
            <a:pPr marL="1131570" lvl="2" indent="-226695">
              <a:spcBef>
                <a:spcPts val="0"/>
              </a:spcBef>
              <a:buClr>
                <a:srgbClr val="FFFFFF"/>
              </a:buClr>
              <a:buSzPct val="95000"/>
              <a:buFont typeface="Wingdings"/>
              <a:buChar char=""/>
              <a:defRPr/>
            </a:pPr>
            <a:r>
              <a:t>Third level</a:t>
            </a:r>
          </a:p>
          <a:p>
            <a:pPr marL="1350645" lvl="3" indent="-180975">
              <a:spcBef>
                <a:spcPts val="0"/>
              </a:spcBef>
              <a:buClr>
                <a:srgbClr val="FFFFFF"/>
              </a:buClr>
              <a:buSzPct val="100000"/>
              <a:buFont typeface="Wingdings 3"/>
              <a:buChar char=""/>
              <a:defRPr/>
            </a:pPr>
            <a:r>
              <a:t>Fourth level</a:t>
            </a:r>
          </a:p>
          <a:p>
            <a:pPr marL="1543050" lvl="4" indent="-180975">
              <a:spcBef>
                <a:spcPts val="0"/>
              </a:spcBef>
              <a:buClr>
                <a:srgbClr val="FFFFFF"/>
              </a:buClr>
              <a:buSzPct val="100000"/>
              <a:buFont typeface="Wingdings 2"/>
              <a:buChar char=""/>
              <a:defRPr/>
            </a:pPr>
            <a:r>
              <a:t>Fifth level</a:t>
            </a:r>
          </a:p>
        </p:txBody>
      </p:sp>
      <p:sp>
        <p:nvSpPr>
          <p:cNvPr id="310026257" name="Shape 6148"/>
          <p:cNvSpPr>
            <a:spLocks noGrp="1" noChangeShapeType="1"/>
          </p:cNvSpPr>
          <p:nvPr>
            <p:ph type="dt" idx="2"/>
          </p:nvPr>
        </p:nvSpPr>
        <p:spPr bwMode="auto">
          <a:xfrm>
            <a:off x="457200" y="6416675"/>
            <a:ext cx="2133600" cy="365125"/>
          </a:xfrm>
          <a:prstGeom prst="rect">
            <a:avLst/>
          </a:prstGeom>
          <a:noFill/>
        </p:spPr>
        <p:txBody>
          <a:bodyPr lIns="91423" tIns="45711" rIns="91423" bIns="45711" anchor="b"/>
          <a:lstStyle/>
          <a:p>
            <a:pPr>
              <a:defRPr/>
            </a:pPr>
            <a:endParaRPr sz="1400"/>
          </a:p>
        </p:txBody>
      </p:sp>
      <p:sp>
        <p:nvSpPr>
          <p:cNvPr id="926311534" name="Shape 6149"/>
          <p:cNvSpPr>
            <a:spLocks noGrp="1" noChangeShapeType="1"/>
          </p:cNvSpPr>
          <p:nvPr>
            <p:ph type="ftr" idx="3"/>
          </p:nvPr>
        </p:nvSpPr>
        <p:spPr bwMode="auto">
          <a:xfrm>
            <a:off x="3124200" y="6416675"/>
            <a:ext cx="2895600" cy="365125"/>
          </a:xfrm>
          <a:prstGeom prst="rect">
            <a:avLst/>
          </a:prstGeom>
          <a:noFill/>
        </p:spPr>
        <p:txBody>
          <a:bodyPr lIns="91423" tIns="45711" rIns="91423" bIns="45711" anchor="b"/>
          <a:lstStyle/>
          <a:p>
            <a:pPr>
              <a:defRPr/>
            </a:pPr>
            <a:endParaRPr sz="1400"/>
          </a:p>
        </p:txBody>
      </p:sp>
      <p:sp>
        <p:nvSpPr>
          <p:cNvPr id="353824885" name="Shape 6150"/>
          <p:cNvSpPr>
            <a:spLocks noGrp="1" noChangeShapeType="1"/>
          </p:cNvSpPr>
          <p:nvPr>
            <p:ph type="sldNum" idx="4"/>
          </p:nvPr>
        </p:nvSpPr>
        <p:spPr bwMode="auto">
          <a:xfrm>
            <a:off x="7924800" y="6416675"/>
            <a:ext cx="762000" cy="365125"/>
          </a:xfrm>
          <a:prstGeom prst="rect">
            <a:avLst/>
          </a:prstGeom>
          <a:noFill/>
        </p:spPr>
        <p:txBody>
          <a:bodyPr lIns="0" tIns="45711" rIns="0" bIns="45711" anchor="b"/>
          <a:lstStyle>
            <a:lvl1pPr mar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Book Antiqua"/>
              </a:defRPr>
            </a:lvl1pPr>
            <a:lvl2pPr marL="455295" indent="455295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Book Antiqua"/>
              </a:defRPr>
            </a:lvl2pPr>
            <a:lvl3pPr marL="912495" indent="912495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Book Antiqua"/>
              </a:defRPr>
            </a:lvl3pPr>
            <a:lvl4pPr marL="1369695" indent="1369695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Book Antiqua"/>
              </a:defRPr>
            </a:lvl4pPr>
            <a:lvl5pPr marL="1826895" indent="1826895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Book Antiqua"/>
              </a:defRPr>
            </a:lvl5pPr>
          </a:lstStyle>
          <a:p>
            <a:pPr marL="0" lvl="0" indent="0" algn="r">
              <a:spcBef>
                <a:spcPts val="0"/>
              </a:spcBef>
              <a:buNone/>
              <a:defRPr/>
            </a:pPr>
            <a:fld id="{D038279B-FC19-497E-A7D1-5ADD9CAF016F}" type="slidenum">
              <a:rPr lang="en-GB" sz="1200" b="1" i="0" u="none">
                <a:solidFill>
                  <a:srgbClr val="BCBCBC"/>
                </a:solidFill>
              </a:rPr>
            </a:fld>
            <a:endParaRPr lang="en-GB" sz="1200" b="1" i="0" u="none">
              <a:solidFill>
                <a:srgbClr val="BCBCBC"/>
              </a:solidFill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PhAnim="0" showMasterSp="0" userDrawn="1">
  <p:cSld name="46_Theme2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9681201" name="Title Placeholder 21"/>
          <p:cNvSpPr>
            <a:spLocks noGrp="1" noChangeShapeType="1"/>
          </p:cNvSpPr>
          <p:nvPr>
            <p:ph type="title"/>
          </p:nvPr>
        </p:nvSpPr>
        <p:spPr bwMode="auto">
          <a:xfrm>
            <a:off x="457200" y="274637"/>
            <a:ext cx="8229600" cy="1143000"/>
          </a:xfrm>
          <a:prstGeom prst="rect">
            <a:avLst/>
          </a:prstGeom>
          <a:noFill/>
        </p:spPr>
        <p:txBody>
          <a:bodyPr lIns="91423" tIns="45711" rIns="91423" bIns="45711" anchor="ctr" anchorCtr="0"/>
          <a:lstStyle/>
          <a:p>
            <a:pPr marL="0" lvl="0" indent="0">
              <a:spcBef>
                <a:spcPts val="0"/>
              </a:spcBef>
              <a:buNone/>
              <a:defRPr/>
            </a:pPr>
            <a:r>
              <a:t>Click to edit Master title style</a:t>
            </a:r>
          </a:p>
        </p:txBody>
      </p:sp>
      <p:sp>
        <p:nvSpPr>
          <p:cNvPr id="1669761184" name="Text Placeholder 12"/>
          <p:cNvSpPr>
            <a:spLocks noGrp="1" noChangeShapeType="1"/>
          </p:cNvSpPr>
          <p:nvPr>
            <p:ph type="body" idx="1"/>
          </p:nvPr>
        </p:nvSpPr>
        <p:spPr bwMode="auto">
          <a:xfrm>
            <a:off x="457200" y="1600200"/>
            <a:ext cx="8229600" cy="4708525"/>
          </a:xfrm>
          <a:prstGeom prst="rect">
            <a:avLst/>
          </a:prstGeom>
          <a:noFill/>
        </p:spPr>
        <p:txBody>
          <a:bodyPr lIns="91423" tIns="45711" rIns="91423" bIns="45711"/>
          <a:lstStyle/>
          <a:p>
            <a:pPr marL="546100" lvl="0" indent="-409575">
              <a:spcBef>
                <a:spcPts val="0"/>
              </a:spcBef>
              <a:buClr>
                <a:srgbClr val="F9F9F9"/>
              </a:buClr>
              <a:buSzPct val="65000"/>
              <a:buFont typeface="Wingdings 2"/>
              <a:buChar char=""/>
              <a:defRPr/>
            </a:pPr>
            <a:r>
              <a:t>Click to edit Master text styles</a:t>
            </a:r>
          </a:p>
          <a:p>
            <a:pPr marL="866775" lvl="1" indent="-281305">
              <a:spcBef>
                <a:spcPts val="0"/>
              </a:spcBef>
              <a:buClr>
                <a:srgbClr val="FFFFFF"/>
              </a:buClr>
              <a:buSzPct val="80000"/>
              <a:buChar char=""/>
              <a:defRPr/>
            </a:pPr>
            <a:r>
              <a:t>Second level</a:t>
            </a:r>
          </a:p>
          <a:p>
            <a:pPr marL="1131570" lvl="2" indent="-226695">
              <a:spcBef>
                <a:spcPts val="0"/>
              </a:spcBef>
              <a:buClr>
                <a:srgbClr val="FFFFFF"/>
              </a:buClr>
              <a:buSzPct val="95000"/>
              <a:buFont typeface="Wingdings"/>
              <a:buChar char=""/>
              <a:defRPr/>
            </a:pPr>
            <a:r>
              <a:t>Third level</a:t>
            </a:r>
          </a:p>
          <a:p>
            <a:pPr marL="1350645" lvl="3" indent="-180975">
              <a:spcBef>
                <a:spcPts val="0"/>
              </a:spcBef>
              <a:buClr>
                <a:srgbClr val="FFFFFF"/>
              </a:buClr>
              <a:buSzPct val="100000"/>
              <a:buFont typeface="Wingdings 3"/>
              <a:buChar char=""/>
              <a:defRPr/>
            </a:pPr>
            <a:r>
              <a:t>Fourth level</a:t>
            </a:r>
          </a:p>
          <a:p>
            <a:pPr marL="1543050" lvl="4" indent="-180975">
              <a:spcBef>
                <a:spcPts val="0"/>
              </a:spcBef>
              <a:buClr>
                <a:srgbClr val="FFFFFF"/>
              </a:buClr>
              <a:buSzPct val="100000"/>
              <a:buFont typeface="Wingdings 2"/>
              <a:buChar char=""/>
              <a:defRPr/>
            </a:pPr>
            <a:r>
              <a:t>Fifth level</a:t>
            </a:r>
          </a:p>
        </p:txBody>
      </p:sp>
      <p:sp>
        <p:nvSpPr>
          <p:cNvPr id="1630745621" name="Date Placeholder 13"/>
          <p:cNvSpPr>
            <a:spLocks noGrp="1" noChangeShapeType="1"/>
          </p:cNvSpPr>
          <p:nvPr>
            <p:ph type="dt" idx="2"/>
          </p:nvPr>
        </p:nvSpPr>
        <p:spPr bwMode="auto">
          <a:xfrm>
            <a:off x="457200" y="6416675"/>
            <a:ext cx="2133600" cy="365125"/>
          </a:xfrm>
          <a:prstGeom prst="rect">
            <a:avLst/>
          </a:prstGeom>
          <a:noFill/>
        </p:spPr>
        <p:txBody>
          <a:bodyPr lIns="91423" tIns="45711" rIns="91423" bIns="45711" anchor="b"/>
          <a:lstStyle/>
          <a:p>
            <a:pPr>
              <a:defRPr/>
            </a:pPr>
            <a:endParaRPr sz="1400"/>
          </a:p>
        </p:txBody>
      </p:sp>
      <p:sp>
        <p:nvSpPr>
          <p:cNvPr id="2121931463" name="Footer Placeholder 2"/>
          <p:cNvSpPr>
            <a:spLocks noGrp="1" noChangeShapeType="1"/>
          </p:cNvSpPr>
          <p:nvPr>
            <p:ph type="ftr" idx="3"/>
          </p:nvPr>
        </p:nvSpPr>
        <p:spPr bwMode="auto">
          <a:xfrm>
            <a:off x="3124200" y="6416675"/>
            <a:ext cx="2895600" cy="365125"/>
          </a:xfrm>
          <a:prstGeom prst="rect">
            <a:avLst/>
          </a:prstGeom>
          <a:noFill/>
        </p:spPr>
        <p:txBody>
          <a:bodyPr lIns="91423" tIns="45711" rIns="91423" bIns="45711" anchor="b"/>
          <a:lstStyle/>
          <a:p>
            <a:pPr>
              <a:defRPr/>
            </a:pPr>
            <a:endParaRPr sz="1400"/>
          </a:p>
        </p:txBody>
      </p:sp>
      <p:sp>
        <p:nvSpPr>
          <p:cNvPr id="1850729660" name="Slide Number Placeholder 22"/>
          <p:cNvSpPr>
            <a:spLocks noGrp="1" noChangeShapeType="1"/>
          </p:cNvSpPr>
          <p:nvPr>
            <p:ph type="sldNum" idx="4"/>
          </p:nvPr>
        </p:nvSpPr>
        <p:spPr bwMode="auto">
          <a:xfrm>
            <a:off x="7924800" y="6416675"/>
            <a:ext cx="762000" cy="365125"/>
          </a:xfrm>
          <a:prstGeom prst="rect">
            <a:avLst/>
          </a:prstGeom>
          <a:noFill/>
        </p:spPr>
        <p:txBody>
          <a:bodyPr lIns="0" tIns="45711" rIns="0" bIns="45711" anchor="b"/>
          <a:lstStyle/>
          <a:p>
            <a:pPr marL="0" lvl="0" indent="0" algn="r">
              <a:spcBef>
                <a:spcPts val="0"/>
              </a:spcBef>
              <a:buNone/>
              <a:defRPr/>
            </a:pPr>
            <a:fld id="{D038279B-FC19-497E-A7D1-5ADD9CAF016F}" type="slidenum">
              <a:rPr lang="en-GB" sz="1200" b="0" i="0" u="none">
                <a:solidFill>
                  <a:srgbClr val="BCBCBC"/>
                </a:solidFill>
                <a:latin typeface="Book Antiqua"/>
              </a:rPr>
            </a:fld>
            <a:endParaRPr lang="en-GB" sz="1200" b="0" i="0" u="none">
              <a:solidFill>
                <a:srgbClr val="BCBCBC"/>
              </a:solidFill>
              <a:latin typeface="Book Antiqua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PhAnim="0" userDrawn="1">
  <p:cSld name="Title and Object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1126161" name="Shape 7170"/>
          <p:cNvSpPr>
            <a:spLocks noGrp="1" noChangeShapeType="1"/>
          </p:cNvSpPr>
          <p:nvPr>
            <p:ph type="title"/>
          </p:nvPr>
        </p:nvSpPr>
        <p:spPr bwMode="auto">
          <a:xfrm>
            <a:off x="457200" y="274637"/>
            <a:ext cx="8229600" cy="1143000"/>
          </a:xfrm>
          <a:prstGeom prst="rect">
            <a:avLst/>
          </a:prstGeom>
          <a:noFill/>
        </p:spPr>
        <p:txBody>
          <a:bodyPr lIns="91423" tIns="45711" rIns="91423" bIns="45711" anchor="ctr" anchorCtr="0"/>
          <a:lstStyle/>
          <a:p>
            <a:pPr marL="0" lvl="0" indent="0">
              <a:spcBef>
                <a:spcPts val="0"/>
              </a:spcBef>
              <a:buNone/>
              <a:defRPr/>
            </a:pPr>
            <a:r>
              <a:t>Click to edit Master title style</a:t>
            </a:r>
          </a:p>
        </p:txBody>
      </p:sp>
      <p:sp>
        <p:nvSpPr>
          <p:cNvPr id="582567870" name="Shape 7171"/>
          <p:cNvSpPr>
            <a:spLocks noGrp="1" noChangeShapeType="1"/>
          </p:cNvSpPr>
          <p:nvPr>
            <p:ph idx="1"/>
          </p:nvPr>
        </p:nvSpPr>
        <p:spPr bwMode="auto">
          <a:xfrm>
            <a:off x="457200" y="1600200"/>
            <a:ext cx="8229600" cy="4708525"/>
          </a:xfrm>
          <a:prstGeom prst="rect">
            <a:avLst/>
          </a:prstGeom>
          <a:noFill/>
        </p:spPr>
        <p:txBody>
          <a:bodyPr lIns="91423" tIns="45711" rIns="91423" bIns="45711"/>
          <a:lstStyle>
            <a:lvl1pPr marL="546100" indent="136525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9F9F9"/>
              </a:buClr>
              <a:buSzPct val="65000"/>
              <a:buChar char=""/>
              <a:defRPr sz="2800" b="0" i="0">
                <a:solidFill>
                  <a:schemeClr val="dk1"/>
                </a:solidFill>
                <a:latin typeface="Book Antiqua"/>
              </a:defRPr>
            </a:lvl1pPr>
            <a:lvl2pPr marL="866775" indent="58547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80000"/>
              <a:buChar char=""/>
              <a:defRPr sz="2400" b="0" i="0">
                <a:solidFill>
                  <a:schemeClr val="dk1"/>
                </a:solidFill>
                <a:latin typeface="Book Antiqua"/>
              </a:defRPr>
            </a:lvl2pPr>
            <a:lvl3pPr marL="1131570" indent="904875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95000"/>
              <a:buChar char=""/>
              <a:defRPr sz="2200" b="0" i="0">
                <a:solidFill>
                  <a:schemeClr val="dk1"/>
                </a:solidFill>
                <a:latin typeface="Book Antiqua"/>
              </a:defRPr>
            </a:lvl3pPr>
            <a:lvl4pPr marL="1350645" indent="116967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00000"/>
              <a:buChar char=""/>
              <a:defRPr sz="2000" b="0" i="0">
                <a:solidFill>
                  <a:schemeClr val="dk1"/>
                </a:solidFill>
                <a:latin typeface="Book Antiqua"/>
              </a:defRPr>
            </a:lvl4pPr>
            <a:lvl5pPr marL="1543050" indent="1362075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00000"/>
              <a:buChar char=""/>
              <a:defRPr sz="2000" b="0" i="0">
                <a:solidFill>
                  <a:schemeClr val="dk1"/>
                </a:solidFill>
                <a:latin typeface="Book Antiqua"/>
              </a:defRPr>
            </a:lvl5pPr>
          </a:lstStyle>
          <a:p>
            <a:pPr marL="546100" lvl="0" indent="-409575">
              <a:spcBef>
                <a:spcPts val="0"/>
              </a:spcBef>
              <a:buClr>
                <a:srgbClr val="F9F9F9"/>
              </a:buClr>
              <a:buSzPct val="65000"/>
              <a:buFont typeface="Wingdings 2"/>
              <a:buChar char=""/>
              <a:defRPr/>
            </a:pPr>
            <a:r>
              <a:t>Click to edit Master text styles</a:t>
            </a:r>
          </a:p>
          <a:p>
            <a:pPr marL="866775" lvl="1" indent="-281305">
              <a:spcBef>
                <a:spcPts val="0"/>
              </a:spcBef>
              <a:buClr>
                <a:srgbClr val="FFFFFF"/>
              </a:buClr>
              <a:buSzPct val="80000"/>
              <a:buChar char=""/>
              <a:defRPr/>
            </a:pPr>
            <a:r>
              <a:t>Second level</a:t>
            </a:r>
          </a:p>
          <a:p>
            <a:pPr marL="1131570" lvl="2" indent="-226695">
              <a:spcBef>
                <a:spcPts val="0"/>
              </a:spcBef>
              <a:buClr>
                <a:srgbClr val="FFFFFF"/>
              </a:buClr>
              <a:buSzPct val="95000"/>
              <a:buFont typeface="Wingdings"/>
              <a:buChar char=""/>
              <a:defRPr/>
            </a:pPr>
            <a:r>
              <a:t>Third level</a:t>
            </a:r>
          </a:p>
          <a:p>
            <a:pPr marL="1350645" lvl="3" indent="-180975">
              <a:spcBef>
                <a:spcPts val="0"/>
              </a:spcBef>
              <a:buClr>
                <a:srgbClr val="FFFFFF"/>
              </a:buClr>
              <a:buSzPct val="100000"/>
              <a:buFont typeface="Wingdings 3"/>
              <a:buChar char=""/>
              <a:defRPr/>
            </a:pPr>
            <a:r>
              <a:t>Fourth level</a:t>
            </a:r>
          </a:p>
          <a:p>
            <a:pPr marL="1543050" lvl="4" indent="-180975">
              <a:spcBef>
                <a:spcPts val="0"/>
              </a:spcBef>
              <a:buClr>
                <a:srgbClr val="FFFFFF"/>
              </a:buClr>
              <a:buSzPct val="100000"/>
              <a:buFont typeface="Wingdings 2"/>
              <a:buChar char=""/>
              <a:defRPr/>
            </a:pPr>
            <a:r>
              <a:t>Fifth level</a:t>
            </a:r>
          </a:p>
        </p:txBody>
      </p:sp>
      <p:sp>
        <p:nvSpPr>
          <p:cNvPr id="382842586" name="Shape 7172"/>
          <p:cNvSpPr>
            <a:spLocks noGrp="1" noChangeShapeType="1"/>
          </p:cNvSpPr>
          <p:nvPr>
            <p:ph type="dt" idx="2"/>
          </p:nvPr>
        </p:nvSpPr>
        <p:spPr bwMode="auto">
          <a:xfrm>
            <a:off x="457200" y="6416675"/>
            <a:ext cx="2133600" cy="365125"/>
          </a:xfrm>
          <a:prstGeom prst="rect">
            <a:avLst/>
          </a:prstGeom>
          <a:noFill/>
        </p:spPr>
        <p:txBody>
          <a:bodyPr lIns="91423" tIns="45711" rIns="91423" bIns="45711" anchor="b"/>
          <a:lstStyle/>
          <a:p>
            <a:pPr>
              <a:defRPr/>
            </a:pPr>
            <a:endParaRPr sz="1400"/>
          </a:p>
        </p:txBody>
      </p:sp>
      <p:sp>
        <p:nvSpPr>
          <p:cNvPr id="335243062" name="Shape 7173"/>
          <p:cNvSpPr>
            <a:spLocks noGrp="1" noChangeShapeType="1"/>
          </p:cNvSpPr>
          <p:nvPr>
            <p:ph type="ftr" idx="3"/>
          </p:nvPr>
        </p:nvSpPr>
        <p:spPr bwMode="auto">
          <a:xfrm>
            <a:off x="3124200" y="6416675"/>
            <a:ext cx="2895600" cy="365125"/>
          </a:xfrm>
          <a:prstGeom prst="rect">
            <a:avLst/>
          </a:prstGeom>
          <a:noFill/>
        </p:spPr>
        <p:txBody>
          <a:bodyPr lIns="91423" tIns="45711" rIns="91423" bIns="45711" anchor="b"/>
          <a:lstStyle/>
          <a:p>
            <a:pPr>
              <a:defRPr/>
            </a:pPr>
            <a:endParaRPr sz="1400"/>
          </a:p>
        </p:txBody>
      </p:sp>
      <p:sp>
        <p:nvSpPr>
          <p:cNvPr id="1218028147" name="Shape 7174"/>
          <p:cNvSpPr>
            <a:spLocks noGrp="1" noChangeShapeType="1"/>
          </p:cNvSpPr>
          <p:nvPr>
            <p:ph type="sldNum" idx="4"/>
          </p:nvPr>
        </p:nvSpPr>
        <p:spPr bwMode="auto">
          <a:xfrm>
            <a:off x="7924800" y="6416675"/>
            <a:ext cx="762000" cy="365125"/>
          </a:xfrm>
          <a:prstGeom prst="rect">
            <a:avLst/>
          </a:prstGeom>
          <a:noFill/>
        </p:spPr>
        <p:txBody>
          <a:bodyPr lIns="0" tIns="45711" rIns="0" bIns="45711" anchor="b"/>
          <a:lstStyle>
            <a:lvl1pPr mar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Book Antiqua"/>
              </a:defRPr>
            </a:lvl1pPr>
            <a:lvl2pPr marL="455295" indent="455295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Book Antiqua"/>
              </a:defRPr>
            </a:lvl2pPr>
            <a:lvl3pPr marL="912495" indent="912495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Book Antiqua"/>
              </a:defRPr>
            </a:lvl3pPr>
            <a:lvl4pPr marL="1369695" indent="1369695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Book Antiqua"/>
              </a:defRPr>
            </a:lvl4pPr>
            <a:lvl5pPr marL="1826895" indent="1826895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Book Antiqua"/>
              </a:defRPr>
            </a:lvl5pPr>
          </a:lstStyle>
          <a:p>
            <a:pPr marL="0" lvl="0" indent="0" algn="r">
              <a:spcBef>
                <a:spcPts val="0"/>
              </a:spcBef>
              <a:buNone/>
              <a:defRPr/>
            </a:pPr>
            <a:fld id="{D038279B-FC19-497E-A7D1-5ADD9CAF016F}" type="slidenum">
              <a:rPr lang="en-GB" sz="1200" b="1" i="0" u="none">
                <a:solidFill>
                  <a:srgbClr val="BCBCBC"/>
                </a:solidFill>
              </a:rPr>
            </a:fld>
            <a:endParaRPr lang="en-GB" sz="1200" b="1" i="0" u="none">
              <a:solidFill>
                <a:srgbClr val="BCBCBC"/>
              </a:solidFill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PhAnim="0" showMasterSp="0" userDrawn="1">
  <p:cSld name="47_Theme2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4689179" name="Title Placeholder 21"/>
          <p:cNvSpPr>
            <a:spLocks noGrp="1" noChangeShapeType="1"/>
          </p:cNvSpPr>
          <p:nvPr>
            <p:ph type="title"/>
          </p:nvPr>
        </p:nvSpPr>
        <p:spPr bwMode="auto">
          <a:xfrm>
            <a:off x="457200" y="274637"/>
            <a:ext cx="8229600" cy="1143000"/>
          </a:xfrm>
          <a:prstGeom prst="rect">
            <a:avLst/>
          </a:prstGeom>
          <a:noFill/>
        </p:spPr>
        <p:txBody>
          <a:bodyPr lIns="91423" tIns="45711" rIns="91423" bIns="45711" anchor="ctr" anchorCtr="0"/>
          <a:lstStyle/>
          <a:p>
            <a:pPr marL="0" lvl="0" indent="0">
              <a:spcBef>
                <a:spcPts val="0"/>
              </a:spcBef>
              <a:buNone/>
              <a:defRPr/>
            </a:pPr>
            <a:r>
              <a:t>Click to edit Master title style</a:t>
            </a:r>
          </a:p>
        </p:txBody>
      </p:sp>
      <p:sp>
        <p:nvSpPr>
          <p:cNvPr id="380174920" name="Text Placeholder 12"/>
          <p:cNvSpPr>
            <a:spLocks noGrp="1" noChangeShapeType="1"/>
          </p:cNvSpPr>
          <p:nvPr>
            <p:ph type="body" idx="1"/>
          </p:nvPr>
        </p:nvSpPr>
        <p:spPr bwMode="auto">
          <a:xfrm>
            <a:off x="457200" y="1600200"/>
            <a:ext cx="8229600" cy="4708525"/>
          </a:xfrm>
          <a:prstGeom prst="rect">
            <a:avLst/>
          </a:prstGeom>
          <a:noFill/>
        </p:spPr>
        <p:txBody>
          <a:bodyPr lIns="91423" tIns="45711" rIns="91423" bIns="45711"/>
          <a:lstStyle/>
          <a:p>
            <a:pPr marL="546100" lvl="0" indent="-409575">
              <a:spcBef>
                <a:spcPts val="0"/>
              </a:spcBef>
              <a:buClr>
                <a:srgbClr val="F9F9F9"/>
              </a:buClr>
              <a:buSzPct val="65000"/>
              <a:buFont typeface="Wingdings 2"/>
              <a:buChar char=""/>
              <a:defRPr/>
            </a:pPr>
            <a:r>
              <a:t>Click to edit Master text styles</a:t>
            </a:r>
          </a:p>
          <a:p>
            <a:pPr marL="866775" lvl="1" indent="-281305">
              <a:spcBef>
                <a:spcPts val="0"/>
              </a:spcBef>
              <a:buClr>
                <a:srgbClr val="FFFFFF"/>
              </a:buClr>
              <a:buSzPct val="80000"/>
              <a:buChar char=""/>
              <a:defRPr/>
            </a:pPr>
            <a:r>
              <a:t>Second level</a:t>
            </a:r>
          </a:p>
          <a:p>
            <a:pPr marL="1131570" lvl="2" indent="-226695">
              <a:spcBef>
                <a:spcPts val="0"/>
              </a:spcBef>
              <a:buClr>
                <a:srgbClr val="FFFFFF"/>
              </a:buClr>
              <a:buSzPct val="95000"/>
              <a:buFont typeface="Wingdings"/>
              <a:buChar char=""/>
              <a:defRPr/>
            </a:pPr>
            <a:r>
              <a:t>Third level</a:t>
            </a:r>
          </a:p>
          <a:p>
            <a:pPr marL="1350645" lvl="3" indent="-180975">
              <a:spcBef>
                <a:spcPts val="0"/>
              </a:spcBef>
              <a:buClr>
                <a:srgbClr val="FFFFFF"/>
              </a:buClr>
              <a:buSzPct val="100000"/>
              <a:buFont typeface="Wingdings 3"/>
              <a:buChar char=""/>
              <a:defRPr/>
            </a:pPr>
            <a:r>
              <a:t>Fourth level</a:t>
            </a:r>
          </a:p>
          <a:p>
            <a:pPr marL="1543050" lvl="4" indent="-180975">
              <a:spcBef>
                <a:spcPts val="0"/>
              </a:spcBef>
              <a:buClr>
                <a:srgbClr val="FFFFFF"/>
              </a:buClr>
              <a:buSzPct val="100000"/>
              <a:buFont typeface="Wingdings 2"/>
              <a:buChar char=""/>
              <a:defRPr/>
            </a:pPr>
            <a:r>
              <a:t>Fifth level</a:t>
            </a:r>
          </a:p>
        </p:txBody>
      </p:sp>
      <p:sp>
        <p:nvSpPr>
          <p:cNvPr id="1472429243" name="Date Placeholder 13"/>
          <p:cNvSpPr>
            <a:spLocks noGrp="1" noChangeShapeType="1"/>
          </p:cNvSpPr>
          <p:nvPr>
            <p:ph type="dt" idx="2"/>
          </p:nvPr>
        </p:nvSpPr>
        <p:spPr bwMode="auto">
          <a:xfrm>
            <a:off x="457200" y="6416675"/>
            <a:ext cx="2133600" cy="365125"/>
          </a:xfrm>
          <a:prstGeom prst="rect">
            <a:avLst/>
          </a:prstGeom>
          <a:noFill/>
        </p:spPr>
        <p:txBody>
          <a:bodyPr lIns="91423" tIns="45711" rIns="91423" bIns="45711" anchor="b"/>
          <a:lstStyle/>
          <a:p>
            <a:pPr>
              <a:defRPr/>
            </a:pPr>
            <a:endParaRPr sz="1400"/>
          </a:p>
        </p:txBody>
      </p:sp>
      <p:sp>
        <p:nvSpPr>
          <p:cNvPr id="2130183576" name="Footer Placeholder 2"/>
          <p:cNvSpPr>
            <a:spLocks noGrp="1" noChangeShapeType="1"/>
          </p:cNvSpPr>
          <p:nvPr>
            <p:ph type="ftr" idx="3"/>
          </p:nvPr>
        </p:nvSpPr>
        <p:spPr bwMode="auto">
          <a:xfrm>
            <a:off x="3124200" y="6416675"/>
            <a:ext cx="2895600" cy="365125"/>
          </a:xfrm>
          <a:prstGeom prst="rect">
            <a:avLst/>
          </a:prstGeom>
          <a:noFill/>
        </p:spPr>
        <p:txBody>
          <a:bodyPr lIns="91423" tIns="45711" rIns="91423" bIns="45711" anchor="b"/>
          <a:lstStyle/>
          <a:p>
            <a:pPr>
              <a:defRPr/>
            </a:pPr>
            <a:endParaRPr sz="1400"/>
          </a:p>
        </p:txBody>
      </p:sp>
      <p:sp>
        <p:nvSpPr>
          <p:cNvPr id="2132356528" name="Slide Number Placeholder 22"/>
          <p:cNvSpPr>
            <a:spLocks noGrp="1" noChangeShapeType="1"/>
          </p:cNvSpPr>
          <p:nvPr>
            <p:ph type="sldNum" idx="4"/>
          </p:nvPr>
        </p:nvSpPr>
        <p:spPr bwMode="auto">
          <a:xfrm>
            <a:off x="7924800" y="6416675"/>
            <a:ext cx="762000" cy="365125"/>
          </a:xfrm>
          <a:prstGeom prst="rect">
            <a:avLst/>
          </a:prstGeom>
          <a:noFill/>
        </p:spPr>
        <p:txBody>
          <a:bodyPr lIns="0" tIns="45711" rIns="0" bIns="45711" anchor="b"/>
          <a:lstStyle/>
          <a:p>
            <a:pPr marL="0" lvl="0" indent="0" algn="r">
              <a:spcBef>
                <a:spcPts val="0"/>
              </a:spcBef>
              <a:buNone/>
              <a:defRPr/>
            </a:pPr>
            <a:fld id="{D038279B-FC19-497E-A7D1-5ADD9CAF016F}" type="slidenum">
              <a:rPr lang="en-GB" sz="1200" b="0" i="0" u="none">
                <a:solidFill>
                  <a:srgbClr val="BCBCBC"/>
                </a:solidFill>
                <a:latin typeface="Book Antiqua"/>
              </a:rPr>
            </a:fld>
            <a:endParaRPr lang="en-GB" sz="1200" b="0" i="0" u="none">
              <a:solidFill>
                <a:srgbClr val="BCBCBC"/>
              </a:solidFill>
              <a:latin typeface="Book Antiqua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PhAnim="0" userDrawn="1">
  <p:cSld name="Title and Object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24497445" name="Shape 8194"/>
          <p:cNvSpPr>
            <a:spLocks noGrp="1" noChangeShapeType="1"/>
          </p:cNvSpPr>
          <p:nvPr>
            <p:ph type="title"/>
          </p:nvPr>
        </p:nvSpPr>
        <p:spPr bwMode="auto">
          <a:xfrm>
            <a:off x="457200" y="274637"/>
            <a:ext cx="8229600" cy="1143000"/>
          </a:xfrm>
          <a:prstGeom prst="rect">
            <a:avLst/>
          </a:prstGeom>
          <a:noFill/>
        </p:spPr>
        <p:txBody>
          <a:bodyPr lIns="91423" tIns="45711" rIns="91423" bIns="45711" anchor="ctr" anchorCtr="0"/>
          <a:lstStyle/>
          <a:p>
            <a:pPr marL="0" lvl="0" indent="0">
              <a:spcBef>
                <a:spcPts val="0"/>
              </a:spcBef>
              <a:buNone/>
              <a:defRPr/>
            </a:pPr>
            <a:r>
              <a:t>Click to edit Master title style</a:t>
            </a:r>
          </a:p>
        </p:txBody>
      </p:sp>
      <p:sp>
        <p:nvSpPr>
          <p:cNvPr id="1437622352" name="Shape 8195"/>
          <p:cNvSpPr>
            <a:spLocks noGrp="1" noChangeShapeType="1"/>
          </p:cNvSpPr>
          <p:nvPr>
            <p:ph idx="1"/>
          </p:nvPr>
        </p:nvSpPr>
        <p:spPr bwMode="auto">
          <a:xfrm>
            <a:off x="457200" y="1600200"/>
            <a:ext cx="8229600" cy="4708525"/>
          </a:xfrm>
          <a:prstGeom prst="rect">
            <a:avLst/>
          </a:prstGeom>
          <a:noFill/>
        </p:spPr>
        <p:txBody>
          <a:bodyPr lIns="91423" tIns="45711" rIns="91423" bIns="45711"/>
          <a:lstStyle>
            <a:lvl1pPr marL="546100" indent="136525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9F9F9"/>
              </a:buClr>
              <a:buSzPct val="65000"/>
              <a:buChar char=""/>
              <a:defRPr sz="2800" b="0" i="0">
                <a:solidFill>
                  <a:schemeClr val="dk1"/>
                </a:solidFill>
                <a:latin typeface="Book Antiqua"/>
              </a:defRPr>
            </a:lvl1pPr>
            <a:lvl2pPr marL="866775" indent="58547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80000"/>
              <a:buChar char=""/>
              <a:defRPr sz="2400" b="0" i="0">
                <a:solidFill>
                  <a:schemeClr val="dk1"/>
                </a:solidFill>
                <a:latin typeface="Book Antiqua"/>
              </a:defRPr>
            </a:lvl2pPr>
            <a:lvl3pPr marL="1131570" indent="904875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95000"/>
              <a:buChar char=""/>
              <a:defRPr sz="2200" b="0" i="0">
                <a:solidFill>
                  <a:schemeClr val="dk1"/>
                </a:solidFill>
                <a:latin typeface="Book Antiqua"/>
              </a:defRPr>
            </a:lvl3pPr>
            <a:lvl4pPr marL="1350645" indent="116967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00000"/>
              <a:buChar char=""/>
              <a:defRPr sz="2000" b="0" i="0">
                <a:solidFill>
                  <a:schemeClr val="dk1"/>
                </a:solidFill>
                <a:latin typeface="Book Antiqua"/>
              </a:defRPr>
            </a:lvl4pPr>
            <a:lvl5pPr marL="1543050" indent="1362075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00000"/>
              <a:buChar char=""/>
              <a:defRPr sz="2000" b="0" i="0">
                <a:solidFill>
                  <a:schemeClr val="dk1"/>
                </a:solidFill>
                <a:latin typeface="Book Antiqua"/>
              </a:defRPr>
            </a:lvl5pPr>
          </a:lstStyle>
          <a:p>
            <a:pPr marL="546100" lvl="0" indent="-409575">
              <a:spcBef>
                <a:spcPts val="0"/>
              </a:spcBef>
              <a:buClr>
                <a:srgbClr val="F9F9F9"/>
              </a:buClr>
              <a:buSzPct val="65000"/>
              <a:buFont typeface="Wingdings 2"/>
              <a:buChar char=""/>
              <a:defRPr/>
            </a:pPr>
            <a:r>
              <a:t>Click to edit Master text styles</a:t>
            </a:r>
          </a:p>
          <a:p>
            <a:pPr marL="866775" lvl="1" indent="-281305">
              <a:spcBef>
                <a:spcPts val="0"/>
              </a:spcBef>
              <a:buClr>
                <a:srgbClr val="FFFFFF"/>
              </a:buClr>
              <a:buSzPct val="80000"/>
              <a:buChar char=""/>
              <a:defRPr/>
            </a:pPr>
            <a:r>
              <a:t>Second level</a:t>
            </a:r>
          </a:p>
          <a:p>
            <a:pPr marL="1131570" lvl="2" indent="-226695">
              <a:spcBef>
                <a:spcPts val="0"/>
              </a:spcBef>
              <a:buClr>
                <a:srgbClr val="FFFFFF"/>
              </a:buClr>
              <a:buSzPct val="95000"/>
              <a:buFont typeface="Wingdings"/>
              <a:buChar char=""/>
              <a:defRPr/>
            </a:pPr>
            <a:r>
              <a:t>Third level</a:t>
            </a:r>
          </a:p>
          <a:p>
            <a:pPr marL="1350645" lvl="3" indent="-180975">
              <a:spcBef>
                <a:spcPts val="0"/>
              </a:spcBef>
              <a:buClr>
                <a:srgbClr val="FFFFFF"/>
              </a:buClr>
              <a:buSzPct val="100000"/>
              <a:buFont typeface="Wingdings 3"/>
              <a:buChar char=""/>
              <a:defRPr/>
            </a:pPr>
            <a:r>
              <a:t>Fourth level</a:t>
            </a:r>
          </a:p>
          <a:p>
            <a:pPr marL="1543050" lvl="4" indent="-180975">
              <a:spcBef>
                <a:spcPts val="0"/>
              </a:spcBef>
              <a:buClr>
                <a:srgbClr val="FFFFFF"/>
              </a:buClr>
              <a:buSzPct val="100000"/>
              <a:buFont typeface="Wingdings 2"/>
              <a:buChar char=""/>
              <a:defRPr/>
            </a:pPr>
            <a:r>
              <a:t>Fifth level</a:t>
            </a:r>
          </a:p>
        </p:txBody>
      </p:sp>
      <p:sp>
        <p:nvSpPr>
          <p:cNvPr id="445740375" name="Shape 8196"/>
          <p:cNvSpPr>
            <a:spLocks noGrp="1" noChangeShapeType="1"/>
          </p:cNvSpPr>
          <p:nvPr>
            <p:ph type="dt" idx="2"/>
          </p:nvPr>
        </p:nvSpPr>
        <p:spPr bwMode="auto">
          <a:xfrm>
            <a:off x="457200" y="6416675"/>
            <a:ext cx="2133600" cy="365125"/>
          </a:xfrm>
          <a:prstGeom prst="rect">
            <a:avLst/>
          </a:prstGeom>
          <a:noFill/>
        </p:spPr>
        <p:txBody>
          <a:bodyPr lIns="91423" tIns="45711" rIns="91423" bIns="45711" anchor="b"/>
          <a:lstStyle/>
          <a:p>
            <a:pPr>
              <a:defRPr/>
            </a:pPr>
            <a:endParaRPr sz="1400"/>
          </a:p>
        </p:txBody>
      </p:sp>
      <p:sp>
        <p:nvSpPr>
          <p:cNvPr id="247602114" name="Shape 8197"/>
          <p:cNvSpPr>
            <a:spLocks noGrp="1" noChangeShapeType="1"/>
          </p:cNvSpPr>
          <p:nvPr>
            <p:ph type="ftr" idx="3"/>
          </p:nvPr>
        </p:nvSpPr>
        <p:spPr bwMode="auto">
          <a:xfrm>
            <a:off x="3124200" y="6416675"/>
            <a:ext cx="2895600" cy="365125"/>
          </a:xfrm>
          <a:prstGeom prst="rect">
            <a:avLst/>
          </a:prstGeom>
          <a:noFill/>
        </p:spPr>
        <p:txBody>
          <a:bodyPr lIns="91423" tIns="45711" rIns="91423" bIns="45711" anchor="b"/>
          <a:lstStyle/>
          <a:p>
            <a:pPr>
              <a:defRPr/>
            </a:pPr>
            <a:endParaRPr sz="1400"/>
          </a:p>
        </p:txBody>
      </p:sp>
      <p:sp>
        <p:nvSpPr>
          <p:cNvPr id="2018140499" name="Shape 8198"/>
          <p:cNvSpPr>
            <a:spLocks noGrp="1" noChangeShapeType="1"/>
          </p:cNvSpPr>
          <p:nvPr>
            <p:ph type="sldNum" idx="4"/>
          </p:nvPr>
        </p:nvSpPr>
        <p:spPr bwMode="auto">
          <a:xfrm>
            <a:off x="7924800" y="6416675"/>
            <a:ext cx="762000" cy="365125"/>
          </a:xfrm>
          <a:prstGeom prst="rect">
            <a:avLst/>
          </a:prstGeom>
          <a:noFill/>
        </p:spPr>
        <p:txBody>
          <a:bodyPr lIns="0" tIns="45711" rIns="0" bIns="45711" anchor="b"/>
          <a:lstStyle>
            <a:lvl1pPr mar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Book Antiqua"/>
              </a:defRPr>
            </a:lvl1pPr>
            <a:lvl2pPr marL="455295" indent="455295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Book Antiqua"/>
              </a:defRPr>
            </a:lvl2pPr>
            <a:lvl3pPr marL="912495" indent="912495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Book Antiqua"/>
              </a:defRPr>
            </a:lvl3pPr>
            <a:lvl4pPr marL="1369695" indent="1369695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Book Antiqua"/>
              </a:defRPr>
            </a:lvl4pPr>
            <a:lvl5pPr marL="1826895" indent="1826895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Book Antiqua"/>
              </a:defRPr>
            </a:lvl5pPr>
          </a:lstStyle>
          <a:p>
            <a:pPr marL="0" lvl="0" indent="0" algn="r">
              <a:spcBef>
                <a:spcPts val="0"/>
              </a:spcBef>
              <a:buNone/>
              <a:defRPr/>
            </a:pPr>
            <a:fld id="{D038279B-FC19-497E-A7D1-5ADD9CAF016F}" type="slidenum">
              <a:rPr lang="en-GB" sz="1200" b="1" i="0" u="none">
                <a:solidFill>
                  <a:srgbClr val="BCBCBC"/>
                </a:solidFill>
              </a:rPr>
            </a:fld>
            <a:endParaRPr lang="en-GB" sz="1200" b="1" i="0" u="none">
              <a:solidFill>
                <a:srgbClr val="BCBCBC"/>
              </a:solidFill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PhAnim="0" showMasterSp="0" userDrawn="1">
  <p:cSld name="48_Theme2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38283878" name="Title Placeholder 21"/>
          <p:cNvSpPr>
            <a:spLocks noGrp="1" noChangeShapeType="1"/>
          </p:cNvSpPr>
          <p:nvPr>
            <p:ph type="title"/>
          </p:nvPr>
        </p:nvSpPr>
        <p:spPr bwMode="auto">
          <a:xfrm>
            <a:off x="457200" y="274637"/>
            <a:ext cx="8229600" cy="1143000"/>
          </a:xfrm>
          <a:prstGeom prst="rect">
            <a:avLst/>
          </a:prstGeom>
          <a:noFill/>
        </p:spPr>
        <p:txBody>
          <a:bodyPr lIns="91423" tIns="45711" rIns="91423" bIns="45711" anchor="ctr" anchorCtr="0"/>
          <a:lstStyle/>
          <a:p>
            <a:pPr marL="0" lvl="0" indent="0">
              <a:spcBef>
                <a:spcPts val="0"/>
              </a:spcBef>
              <a:buNone/>
              <a:defRPr/>
            </a:pPr>
            <a:r>
              <a:t>Click to edit Master title style</a:t>
            </a:r>
          </a:p>
        </p:txBody>
      </p:sp>
      <p:sp>
        <p:nvSpPr>
          <p:cNvPr id="1573247405" name="Text Placeholder 12"/>
          <p:cNvSpPr>
            <a:spLocks noGrp="1" noChangeShapeType="1"/>
          </p:cNvSpPr>
          <p:nvPr>
            <p:ph type="body" idx="1"/>
          </p:nvPr>
        </p:nvSpPr>
        <p:spPr bwMode="auto">
          <a:xfrm>
            <a:off x="457200" y="1600200"/>
            <a:ext cx="8229600" cy="4708525"/>
          </a:xfrm>
          <a:prstGeom prst="rect">
            <a:avLst/>
          </a:prstGeom>
          <a:noFill/>
        </p:spPr>
        <p:txBody>
          <a:bodyPr lIns="91423" tIns="45711" rIns="91423" bIns="45711"/>
          <a:lstStyle/>
          <a:p>
            <a:pPr marL="546100" lvl="0" indent="-409575">
              <a:spcBef>
                <a:spcPts val="0"/>
              </a:spcBef>
              <a:buClr>
                <a:srgbClr val="F9F9F9"/>
              </a:buClr>
              <a:buSzPct val="65000"/>
              <a:buFont typeface="Wingdings 2"/>
              <a:buChar char=""/>
              <a:defRPr/>
            </a:pPr>
            <a:r>
              <a:t>Click to edit Master text styles</a:t>
            </a:r>
          </a:p>
          <a:p>
            <a:pPr marL="866775" lvl="1" indent="-281305">
              <a:spcBef>
                <a:spcPts val="0"/>
              </a:spcBef>
              <a:buClr>
                <a:srgbClr val="FFFFFF"/>
              </a:buClr>
              <a:buSzPct val="80000"/>
              <a:buChar char=""/>
              <a:defRPr/>
            </a:pPr>
            <a:r>
              <a:t>Second level</a:t>
            </a:r>
          </a:p>
          <a:p>
            <a:pPr marL="1131570" lvl="2" indent="-226695">
              <a:spcBef>
                <a:spcPts val="0"/>
              </a:spcBef>
              <a:buClr>
                <a:srgbClr val="FFFFFF"/>
              </a:buClr>
              <a:buSzPct val="95000"/>
              <a:buFont typeface="Wingdings"/>
              <a:buChar char=""/>
              <a:defRPr/>
            </a:pPr>
            <a:r>
              <a:t>Third level</a:t>
            </a:r>
          </a:p>
          <a:p>
            <a:pPr marL="1350645" lvl="3" indent="-180975">
              <a:spcBef>
                <a:spcPts val="0"/>
              </a:spcBef>
              <a:buClr>
                <a:srgbClr val="FFFFFF"/>
              </a:buClr>
              <a:buSzPct val="100000"/>
              <a:buFont typeface="Wingdings 3"/>
              <a:buChar char=""/>
              <a:defRPr/>
            </a:pPr>
            <a:r>
              <a:t>Fourth level</a:t>
            </a:r>
          </a:p>
          <a:p>
            <a:pPr marL="1543050" lvl="4" indent="-180975">
              <a:spcBef>
                <a:spcPts val="0"/>
              </a:spcBef>
              <a:buClr>
                <a:srgbClr val="FFFFFF"/>
              </a:buClr>
              <a:buSzPct val="100000"/>
              <a:buFont typeface="Wingdings 2"/>
              <a:buChar char=""/>
              <a:defRPr/>
            </a:pPr>
            <a:r>
              <a:t>Fifth level</a:t>
            </a:r>
          </a:p>
        </p:txBody>
      </p:sp>
      <p:sp>
        <p:nvSpPr>
          <p:cNvPr id="31992058" name="Date Placeholder 13"/>
          <p:cNvSpPr>
            <a:spLocks noGrp="1" noChangeShapeType="1"/>
          </p:cNvSpPr>
          <p:nvPr>
            <p:ph type="dt" idx="2"/>
          </p:nvPr>
        </p:nvSpPr>
        <p:spPr bwMode="auto">
          <a:xfrm>
            <a:off x="457200" y="6416675"/>
            <a:ext cx="2133600" cy="365125"/>
          </a:xfrm>
          <a:prstGeom prst="rect">
            <a:avLst/>
          </a:prstGeom>
          <a:noFill/>
        </p:spPr>
        <p:txBody>
          <a:bodyPr lIns="91423" tIns="45711" rIns="91423" bIns="45711" anchor="b"/>
          <a:lstStyle/>
          <a:p>
            <a:pPr>
              <a:defRPr/>
            </a:pPr>
            <a:endParaRPr sz="1400"/>
          </a:p>
        </p:txBody>
      </p:sp>
      <p:sp>
        <p:nvSpPr>
          <p:cNvPr id="757104693" name="Footer Placeholder 2"/>
          <p:cNvSpPr>
            <a:spLocks noGrp="1" noChangeShapeType="1"/>
          </p:cNvSpPr>
          <p:nvPr>
            <p:ph type="ftr" idx="3"/>
          </p:nvPr>
        </p:nvSpPr>
        <p:spPr bwMode="auto">
          <a:xfrm>
            <a:off x="3124200" y="6416675"/>
            <a:ext cx="2895600" cy="365125"/>
          </a:xfrm>
          <a:prstGeom prst="rect">
            <a:avLst/>
          </a:prstGeom>
          <a:noFill/>
        </p:spPr>
        <p:txBody>
          <a:bodyPr lIns="91423" tIns="45711" rIns="91423" bIns="45711" anchor="b"/>
          <a:lstStyle/>
          <a:p>
            <a:pPr>
              <a:defRPr/>
            </a:pPr>
            <a:endParaRPr sz="1400"/>
          </a:p>
        </p:txBody>
      </p:sp>
      <p:sp>
        <p:nvSpPr>
          <p:cNvPr id="1034200608" name="Slide Number Placeholder 22"/>
          <p:cNvSpPr>
            <a:spLocks noGrp="1" noChangeShapeType="1"/>
          </p:cNvSpPr>
          <p:nvPr>
            <p:ph type="sldNum" idx="4"/>
          </p:nvPr>
        </p:nvSpPr>
        <p:spPr bwMode="auto">
          <a:xfrm>
            <a:off x="7924800" y="6416675"/>
            <a:ext cx="762000" cy="365125"/>
          </a:xfrm>
          <a:prstGeom prst="rect">
            <a:avLst/>
          </a:prstGeom>
          <a:noFill/>
        </p:spPr>
        <p:txBody>
          <a:bodyPr lIns="0" tIns="45711" rIns="0" bIns="45711" anchor="b"/>
          <a:lstStyle/>
          <a:p>
            <a:pPr marL="0" lvl="0" indent="0" algn="r">
              <a:spcBef>
                <a:spcPts val="0"/>
              </a:spcBef>
              <a:buNone/>
              <a:defRPr/>
            </a:pPr>
            <a:fld id="{D038279B-FC19-497E-A7D1-5ADD9CAF016F}" type="slidenum">
              <a:rPr lang="en-GB" sz="1200" b="0" i="0" u="none">
                <a:solidFill>
                  <a:srgbClr val="BCBCBC"/>
                </a:solidFill>
                <a:latin typeface="Book Antiqua"/>
              </a:rPr>
            </a:fld>
            <a:endParaRPr lang="en-GB" sz="1200" b="0" i="0" u="none">
              <a:solidFill>
                <a:srgbClr val="BCBCBC"/>
              </a:solidFill>
              <a:latin typeface="Book Antiqua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PhAnim="0" userDrawn="1">
  <p:cSld name="Title and Object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19964651" name="Shape 9218"/>
          <p:cNvSpPr>
            <a:spLocks noGrp="1" noChangeShapeType="1"/>
          </p:cNvSpPr>
          <p:nvPr>
            <p:ph type="title"/>
          </p:nvPr>
        </p:nvSpPr>
        <p:spPr bwMode="auto">
          <a:xfrm>
            <a:off x="457200" y="274637"/>
            <a:ext cx="8229600" cy="1143000"/>
          </a:xfrm>
          <a:prstGeom prst="rect">
            <a:avLst/>
          </a:prstGeom>
          <a:noFill/>
        </p:spPr>
        <p:txBody>
          <a:bodyPr lIns="91423" tIns="45711" rIns="91423" bIns="45711" anchor="ctr" anchorCtr="0"/>
          <a:lstStyle/>
          <a:p>
            <a:pPr marL="0" lvl="0" indent="0">
              <a:spcBef>
                <a:spcPts val="0"/>
              </a:spcBef>
              <a:buNone/>
              <a:defRPr/>
            </a:pPr>
            <a:r>
              <a:t>Click to edit Master title style</a:t>
            </a:r>
          </a:p>
        </p:txBody>
      </p:sp>
      <p:sp>
        <p:nvSpPr>
          <p:cNvPr id="454909049" name="Shape 9219"/>
          <p:cNvSpPr>
            <a:spLocks noGrp="1" noChangeShapeType="1"/>
          </p:cNvSpPr>
          <p:nvPr>
            <p:ph idx="1"/>
          </p:nvPr>
        </p:nvSpPr>
        <p:spPr bwMode="auto">
          <a:xfrm>
            <a:off x="457200" y="1600200"/>
            <a:ext cx="8229600" cy="4708525"/>
          </a:xfrm>
          <a:prstGeom prst="rect">
            <a:avLst/>
          </a:prstGeom>
          <a:noFill/>
        </p:spPr>
        <p:txBody>
          <a:bodyPr lIns="91423" tIns="45711" rIns="91423" bIns="45711"/>
          <a:lstStyle>
            <a:lvl1pPr marL="546100" indent="136525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9F9F9"/>
              </a:buClr>
              <a:buSzPct val="65000"/>
              <a:buChar char=""/>
              <a:defRPr sz="2800" b="0" i="0">
                <a:solidFill>
                  <a:schemeClr val="dk1"/>
                </a:solidFill>
                <a:latin typeface="Book Antiqua"/>
              </a:defRPr>
            </a:lvl1pPr>
            <a:lvl2pPr marL="866775" indent="58547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80000"/>
              <a:buChar char=""/>
              <a:defRPr sz="2400" b="0" i="0">
                <a:solidFill>
                  <a:schemeClr val="dk1"/>
                </a:solidFill>
                <a:latin typeface="Book Antiqua"/>
              </a:defRPr>
            </a:lvl2pPr>
            <a:lvl3pPr marL="1131570" indent="904875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95000"/>
              <a:buChar char=""/>
              <a:defRPr sz="2200" b="0" i="0">
                <a:solidFill>
                  <a:schemeClr val="dk1"/>
                </a:solidFill>
                <a:latin typeface="Book Antiqua"/>
              </a:defRPr>
            </a:lvl3pPr>
            <a:lvl4pPr marL="1350645" indent="116967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00000"/>
              <a:buChar char=""/>
              <a:defRPr sz="2000" b="0" i="0">
                <a:solidFill>
                  <a:schemeClr val="dk1"/>
                </a:solidFill>
                <a:latin typeface="Book Antiqua"/>
              </a:defRPr>
            </a:lvl4pPr>
            <a:lvl5pPr marL="1543050" indent="1362075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00000"/>
              <a:buChar char=""/>
              <a:defRPr sz="2000" b="0" i="0">
                <a:solidFill>
                  <a:schemeClr val="dk1"/>
                </a:solidFill>
                <a:latin typeface="Book Antiqua"/>
              </a:defRPr>
            </a:lvl5pPr>
          </a:lstStyle>
          <a:p>
            <a:pPr marL="546100" lvl="0" indent="-409575">
              <a:spcBef>
                <a:spcPts val="0"/>
              </a:spcBef>
              <a:buClr>
                <a:srgbClr val="F9F9F9"/>
              </a:buClr>
              <a:buSzPct val="65000"/>
              <a:buFont typeface="Wingdings 2"/>
              <a:buChar char=""/>
              <a:defRPr/>
            </a:pPr>
            <a:r>
              <a:t>Click to edit Master text styles</a:t>
            </a:r>
          </a:p>
          <a:p>
            <a:pPr marL="866775" lvl="1" indent="-281305">
              <a:spcBef>
                <a:spcPts val="0"/>
              </a:spcBef>
              <a:buClr>
                <a:srgbClr val="FFFFFF"/>
              </a:buClr>
              <a:buSzPct val="80000"/>
              <a:buChar char=""/>
              <a:defRPr/>
            </a:pPr>
            <a:r>
              <a:t>Second level</a:t>
            </a:r>
          </a:p>
          <a:p>
            <a:pPr marL="1131570" lvl="2" indent="-226695">
              <a:spcBef>
                <a:spcPts val="0"/>
              </a:spcBef>
              <a:buClr>
                <a:srgbClr val="FFFFFF"/>
              </a:buClr>
              <a:buSzPct val="95000"/>
              <a:buFont typeface="Wingdings"/>
              <a:buChar char=""/>
              <a:defRPr/>
            </a:pPr>
            <a:r>
              <a:t>Third level</a:t>
            </a:r>
          </a:p>
          <a:p>
            <a:pPr marL="1350645" lvl="3" indent="-180975">
              <a:spcBef>
                <a:spcPts val="0"/>
              </a:spcBef>
              <a:buClr>
                <a:srgbClr val="FFFFFF"/>
              </a:buClr>
              <a:buSzPct val="100000"/>
              <a:buFont typeface="Wingdings 3"/>
              <a:buChar char=""/>
              <a:defRPr/>
            </a:pPr>
            <a:r>
              <a:t>Fourth level</a:t>
            </a:r>
          </a:p>
          <a:p>
            <a:pPr marL="1543050" lvl="4" indent="-180975">
              <a:spcBef>
                <a:spcPts val="0"/>
              </a:spcBef>
              <a:buClr>
                <a:srgbClr val="FFFFFF"/>
              </a:buClr>
              <a:buSzPct val="100000"/>
              <a:buFont typeface="Wingdings 2"/>
              <a:buChar char=""/>
              <a:defRPr/>
            </a:pPr>
            <a:r>
              <a:t>Fifth level</a:t>
            </a:r>
          </a:p>
        </p:txBody>
      </p:sp>
      <p:sp>
        <p:nvSpPr>
          <p:cNvPr id="1936192778" name="Shape 9220"/>
          <p:cNvSpPr>
            <a:spLocks noGrp="1" noChangeShapeType="1"/>
          </p:cNvSpPr>
          <p:nvPr>
            <p:ph type="dt" idx="2"/>
          </p:nvPr>
        </p:nvSpPr>
        <p:spPr bwMode="auto">
          <a:xfrm>
            <a:off x="457200" y="6416675"/>
            <a:ext cx="2133600" cy="365125"/>
          </a:xfrm>
          <a:prstGeom prst="rect">
            <a:avLst/>
          </a:prstGeom>
          <a:noFill/>
        </p:spPr>
        <p:txBody>
          <a:bodyPr lIns="91423" tIns="45711" rIns="91423" bIns="45711" anchor="b"/>
          <a:lstStyle/>
          <a:p>
            <a:pPr>
              <a:defRPr/>
            </a:pPr>
            <a:endParaRPr sz="1400"/>
          </a:p>
        </p:txBody>
      </p:sp>
      <p:sp>
        <p:nvSpPr>
          <p:cNvPr id="1028285373" name="Shape 9221"/>
          <p:cNvSpPr>
            <a:spLocks noGrp="1" noChangeShapeType="1"/>
          </p:cNvSpPr>
          <p:nvPr>
            <p:ph type="ftr" idx="3"/>
          </p:nvPr>
        </p:nvSpPr>
        <p:spPr bwMode="auto">
          <a:xfrm>
            <a:off x="3124200" y="6416675"/>
            <a:ext cx="2895600" cy="365125"/>
          </a:xfrm>
          <a:prstGeom prst="rect">
            <a:avLst/>
          </a:prstGeom>
          <a:noFill/>
        </p:spPr>
        <p:txBody>
          <a:bodyPr lIns="91423" tIns="45711" rIns="91423" bIns="45711" anchor="b"/>
          <a:lstStyle/>
          <a:p>
            <a:pPr>
              <a:defRPr/>
            </a:pPr>
            <a:endParaRPr sz="1400"/>
          </a:p>
        </p:txBody>
      </p:sp>
      <p:sp>
        <p:nvSpPr>
          <p:cNvPr id="1068360838" name="Shape 9222"/>
          <p:cNvSpPr>
            <a:spLocks noGrp="1" noChangeShapeType="1"/>
          </p:cNvSpPr>
          <p:nvPr>
            <p:ph type="sldNum" idx="4"/>
          </p:nvPr>
        </p:nvSpPr>
        <p:spPr bwMode="auto">
          <a:xfrm>
            <a:off x="7924800" y="6416675"/>
            <a:ext cx="762000" cy="365125"/>
          </a:xfrm>
          <a:prstGeom prst="rect">
            <a:avLst/>
          </a:prstGeom>
          <a:noFill/>
        </p:spPr>
        <p:txBody>
          <a:bodyPr lIns="0" tIns="45711" rIns="0" bIns="45711" anchor="b"/>
          <a:lstStyle>
            <a:lvl1pPr mar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Book Antiqua"/>
              </a:defRPr>
            </a:lvl1pPr>
            <a:lvl2pPr marL="455295" indent="455295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Book Antiqua"/>
              </a:defRPr>
            </a:lvl2pPr>
            <a:lvl3pPr marL="912495" indent="912495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Book Antiqua"/>
              </a:defRPr>
            </a:lvl3pPr>
            <a:lvl4pPr marL="1369695" indent="1369695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Book Antiqua"/>
              </a:defRPr>
            </a:lvl4pPr>
            <a:lvl5pPr marL="1826895" indent="1826895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Book Antiqua"/>
              </a:defRPr>
            </a:lvl5pPr>
          </a:lstStyle>
          <a:p>
            <a:pPr marL="0" lvl="0" indent="0" algn="r">
              <a:spcBef>
                <a:spcPts val="0"/>
              </a:spcBef>
              <a:buNone/>
              <a:defRPr/>
            </a:pPr>
            <a:fld id="{D038279B-FC19-497E-A7D1-5ADD9CAF016F}" type="slidenum">
              <a:rPr lang="en-GB" sz="1200" b="1" i="0" u="none">
                <a:solidFill>
                  <a:srgbClr val="BCBCBC"/>
                </a:solidFill>
              </a:rPr>
            </a:fld>
            <a:endParaRPr lang="en-GB" sz="1200" b="1" i="0" u="none">
              <a:solidFill>
                <a:srgbClr val="BCBCBC"/>
              </a:solidFill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PhAnim="0" showMasterSp="0" userDrawn="1">
  <p:cSld name="49_Theme2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76606729" name="Title Placeholder 21"/>
          <p:cNvSpPr>
            <a:spLocks noGrp="1" noChangeShapeType="1"/>
          </p:cNvSpPr>
          <p:nvPr>
            <p:ph type="title"/>
          </p:nvPr>
        </p:nvSpPr>
        <p:spPr bwMode="auto">
          <a:xfrm>
            <a:off x="457200" y="274637"/>
            <a:ext cx="8229600" cy="1143000"/>
          </a:xfrm>
          <a:prstGeom prst="rect">
            <a:avLst/>
          </a:prstGeom>
          <a:noFill/>
        </p:spPr>
        <p:txBody>
          <a:bodyPr lIns="91423" tIns="45711" rIns="91423" bIns="45711" anchor="ctr" anchorCtr="0"/>
          <a:lstStyle/>
          <a:p>
            <a:pPr marL="0" lvl="0" indent="0">
              <a:spcBef>
                <a:spcPts val="0"/>
              </a:spcBef>
              <a:buNone/>
              <a:defRPr/>
            </a:pPr>
            <a:r>
              <a:t>Click to edit Master title style</a:t>
            </a:r>
          </a:p>
        </p:txBody>
      </p:sp>
      <p:sp>
        <p:nvSpPr>
          <p:cNvPr id="868519586" name="Text Placeholder 12"/>
          <p:cNvSpPr>
            <a:spLocks noGrp="1" noChangeShapeType="1"/>
          </p:cNvSpPr>
          <p:nvPr>
            <p:ph type="body" idx="1"/>
          </p:nvPr>
        </p:nvSpPr>
        <p:spPr bwMode="auto">
          <a:xfrm>
            <a:off x="457200" y="1600200"/>
            <a:ext cx="8229600" cy="4708525"/>
          </a:xfrm>
          <a:prstGeom prst="rect">
            <a:avLst/>
          </a:prstGeom>
          <a:noFill/>
        </p:spPr>
        <p:txBody>
          <a:bodyPr lIns="91423" tIns="45711" rIns="91423" bIns="45711"/>
          <a:lstStyle/>
          <a:p>
            <a:pPr marL="546100" lvl="0" indent="-409575">
              <a:spcBef>
                <a:spcPts val="0"/>
              </a:spcBef>
              <a:buClr>
                <a:srgbClr val="F9F9F9"/>
              </a:buClr>
              <a:buSzPct val="65000"/>
              <a:buFont typeface="Wingdings 2"/>
              <a:buChar char=""/>
              <a:defRPr/>
            </a:pPr>
            <a:r>
              <a:t>Click to edit Master text styles</a:t>
            </a:r>
          </a:p>
          <a:p>
            <a:pPr marL="866775" lvl="1" indent="-281305">
              <a:spcBef>
                <a:spcPts val="0"/>
              </a:spcBef>
              <a:buClr>
                <a:srgbClr val="FFFFFF"/>
              </a:buClr>
              <a:buSzPct val="80000"/>
              <a:buChar char=""/>
              <a:defRPr/>
            </a:pPr>
            <a:r>
              <a:t>Second level</a:t>
            </a:r>
          </a:p>
          <a:p>
            <a:pPr marL="1131570" lvl="2" indent="-226695">
              <a:spcBef>
                <a:spcPts val="0"/>
              </a:spcBef>
              <a:buClr>
                <a:srgbClr val="FFFFFF"/>
              </a:buClr>
              <a:buSzPct val="95000"/>
              <a:buFont typeface="Wingdings"/>
              <a:buChar char=""/>
              <a:defRPr/>
            </a:pPr>
            <a:r>
              <a:t>Third level</a:t>
            </a:r>
          </a:p>
          <a:p>
            <a:pPr marL="1350645" lvl="3" indent="-180975">
              <a:spcBef>
                <a:spcPts val="0"/>
              </a:spcBef>
              <a:buClr>
                <a:srgbClr val="FFFFFF"/>
              </a:buClr>
              <a:buSzPct val="100000"/>
              <a:buFont typeface="Wingdings 3"/>
              <a:buChar char=""/>
              <a:defRPr/>
            </a:pPr>
            <a:r>
              <a:t>Fourth level</a:t>
            </a:r>
          </a:p>
          <a:p>
            <a:pPr marL="1543050" lvl="4" indent="-180975">
              <a:spcBef>
                <a:spcPts val="0"/>
              </a:spcBef>
              <a:buClr>
                <a:srgbClr val="FFFFFF"/>
              </a:buClr>
              <a:buSzPct val="100000"/>
              <a:buFont typeface="Wingdings 2"/>
              <a:buChar char=""/>
              <a:defRPr/>
            </a:pPr>
            <a:r>
              <a:t>Fifth level</a:t>
            </a:r>
          </a:p>
        </p:txBody>
      </p:sp>
      <p:sp>
        <p:nvSpPr>
          <p:cNvPr id="1149613164" name="Date Placeholder 13"/>
          <p:cNvSpPr>
            <a:spLocks noGrp="1" noChangeShapeType="1"/>
          </p:cNvSpPr>
          <p:nvPr>
            <p:ph type="dt" idx="2"/>
          </p:nvPr>
        </p:nvSpPr>
        <p:spPr bwMode="auto">
          <a:xfrm>
            <a:off x="457200" y="6416675"/>
            <a:ext cx="2133600" cy="365125"/>
          </a:xfrm>
          <a:prstGeom prst="rect">
            <a:avLst/>
          </a:prstGeom>
          <a:noFill/>
        </p:spPr>
        <p:txBody>
          <a:bodyPr lIns="91423" tIns="45711" rIns="91423" bIns="45711" anchor="b"/>
          <a:lstStyle/>
          <a:p>
            <a:pPr>
              <a:defRPr/>
            </a:pPr>
            <a:endParaRPr sz="1400"/>
          </a:p>
        </p:txBody>
      </p:sp>
      <p:sp>
        <p:nvSpPr>
          <p:cNvPr id="1539229462" name="Footer Placeholder 2"/>
          <p:cNvSpPr>
            <a:spLocks noGrp="1" noChangeShapeType="1"/>
          </p:cNvSpPr>
          <p:nvPr>
            <p:ph type="ftr" idx="3"/>
          </p:nvPr>
        </p:nvSpPr>
        <p:spPr bwMode="auto">
          <a:xfrm>
            <a:off x="3124200" y="6416675"/>
            <a:ext cx="2895600" cy="365125"/>
          </a:xfrm>
          <a:prstGeom prst="rect">
            <a:avLst/>
          </a:prstGeom>
          <a:noFill/>
        </p:spPr>
        <p:txBody>
          <a:bodyPr lIns="91423" tIns="45711" rIns="91423" bIns="45711" anchor="b"/>
          <a:lstStyle/>
          <a:p>
            <a:pPr>
              <a:defRPr/>
            </a:pPr>
            <a:endParaRPr sz="1400"/>
          </a:p>
        </p:txBody>
      </p:sp>
      <p:sp>
        <p:nvSpPr>
          <p:cNvPr id="1529653244" name="Slide Number Placeholder 22"/>
          <p:cNvSpPr>
            <a:spLocks noGrp="1" noChangeShapeType="1"/>
          </p:cNvSpPr>
          <p:nvPr>
            <p:ph type="sldNum" idx="4"/>
          </p:nvPr>
        </p:nvSpPr>
        <p:spPr bwMode="auto">
          <a:xfrm>
            <a:off x="7924800" y="6416675"/>
            <a:ext cx="762000" cy="365125"/>
          </a:xfrm>
          <a:prstGeom prst="rect">
            <a:avLst/>
          </a:prstGeom>
          <a:noFill/>
        </p:spPr>
        <p:txBody>
          <a:bodyPr lIns="0" tIns="45711" rIns="0" bIns="45711" anchor="b"/>
          <a:lstStyle/>
          <a:p>
            <a:pPr marL="0" lvl="0" indent="0" algn="r">
              <a:spcBef>
                <a:spcPts val="0"/>
              </a:spcBef>
              <a:buNone/>
              <a:defRPr/>
            </a:pPr>
            <a:fld id="{D038279B-FC19-497E-A7D1-5ADD9CAF016F}" type="slidenum">
              <a:rPr lang="en-GB" sz="1200" b="0" i="0" u="none">
                <a:solidFill>
                  <a:srgbClr val="BCBCBC"/>
                </a:solidFill>
                <a:latin typeface="Book Antiqua"/>
              </a:rPr>
            </a:fld>
            <a:endParaRPr lang="en-GB" sz="1200" b="0" i="0" u="none">
              <a:solidFill>
                <a:srgbClr val="BCBCBC"/>
              </a:solidFill>
              <a:latin typeface="Book Antiqua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PhAnim="0" userDrawn="1">
  <p:cSld name="Title and Object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28290330" name="Shape 10242"/>
          <p:cNvSpPr>
            <a:spLocks noGrp="1" noChangeShapeType="1"/>
          </p:cNvSpPr>
          <p:nvPr>
            <p:ph type="title"/>
          </p:nvPr>
        </p:nvSpPr>
        <p:spPr bwMode="auto">
          <a:xfrm>
            <a:off x="457200" y="274637"/>
            <a:ext cx="8229600" cy="1143000"/>
          </a:xfrm>
          <a:prstGeom prst="rect">
            <a:avLst/>
          </a:prstGeom>
          <a:noFill/>
        </p:spPr>
        <p:txBody>
          <a:bodyPr lIns="91423" tIns="45711" rIns="91423" bIns="45711" anchor="ctr" anchorCtr="0"/>
          <a:lstStyle/>
          <a:p>
            <a:pPr marL="0" lvl="0" indent="0">
              <a:spcBef>
                <a:spcPts val="0"/>
              </a:spcBef>
              <a:buNone/>
              <a:defRPr/>
            </a:pPr>
            <a:r>
              <a:t>Click to edit Master title style</a:t>
            </a:r>
          </a:p>
        </p:txBody>
      </p:sp>
      <p:sp>
        <p:nvSpPr>
          <p:cNvPr id="1036302891" name="Shape 10243"/>
          <p:cNvSpPr>
            <a:spLocks noGrp="1" noChangeShapeType="1"/>
          </p:cNvSpPr>
          <p:nvPr>
            <p:ph idx="1"/>
          </p:nvPr>
        </p:nvSpPr>
        <p:spPr bwMode="auto">
          <a:xfrm>
            <a:off x="457200" y="1600200"/>
            <a:ext cx="8229600" cy="4708525"/>
          </a:xfrm>
          <a:prstGeom prst="rect">
            <a:avLst/>
          </a:prstGeom>
          <a:noFill/>
        </p:spPr>
        <p:txBody>
          <a:bodyPr lIns="91423" tIns="45711" rIns="91423" bIns="45711"/>
          <a:lstStyle>
            <a:lvl1pPr marL="546100" indent="136525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9F9F9"/>
              </a:buClr>
              <a:buSzPct val="65000"/>
              <a:buChar char=""/>
              <a:defRPr sz="2800" b="0" i="0">
                <a:solidFill>
                  <a:schemeClr val="dk1"/>
                </a:solidFill>
                <a:latin typeface="Book Antiqua"/>
              </a:defRPr>
            </a:lvl1pPr>
            <a:lvl2pPr marL="866775" indent="58547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80000"/>
              <a:buChar char=""/>
              <a:defRPr sz="2400" b="0" i="0">
                <a:solidFill>
                  <a:schemeClr val="dk1"/>
                </a:solidFill>
                <a:latin typeface="Book Antiqua"/>
              </a:defRPr>
            </a:lvl2pPr>
            <a:lvl3pPr marL="1131570" indent="904875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95000"/>
              <a:buChar char=""/>
              <a:defRPr sz="2200" b="0" i="0">
                <a:solidFill>
                  <a:schemeClr val="dk1"/>
                </a:solidFill>
                <a:latin typeface="Book Antiqua"/>
              </a:defRPr>
            </a:lvl3pPr>
            <a:lvl4pPr marL="1350645" indent="116967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00000"/>
              <a:buChar char=""/>
              <a:defRPr sz="2000" b="0" i="0">
                <a:solidFill>
                  <a:schemeClr val="dk1"/>
                </a:solidFill>
                <a:latin typeface="Book Antiqua"/>
              </a:defRPr>
            </a:lvl4pPr>
            <a:lvl5pPr marL="1543050" indent="1362075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00000"/>
              <a:buChar char=""/>
              <a:defRPr sz="2000" b="0" i="0">
                <a:solidFill>
                  <a:schemeClr val="dk1"/>
                </a:solidFill>
                <a:latin typeface="Book Antiqua"/>
              </a:defRPr>
            </a:lvl5pPr>
          </a:lstStyle>
          <a:p>
            <a:pPr marL="546100" lvl="0" indent="-409575">
              <a:spcBef>
                <a:spcPts val="0"/>
              </a:spcBef>
              <a:buClr>
                <a:srgbClr val="F9F9F9"/>
              </a:buClr>
              <a:buSzPct val="65000"/>
              <a:buFont typeface="Wingdings 2"/>
              <a:buChar char=""/>
              <a:defRPr/>
            </a:pPr>
            <a:r>
              <a:t>Click to edit Master text styles</a:t>
            </a:r>
          </a:p>
          <a:p>
            <a:pPr marL="866775" lvl="1" indent="-281305">
              <a:spcBef>
                <a:spcPts val="0"/>
              </a:spcBef>
              <a:buClr>
                <a:srgbClr val="FFFFFF"/>
              </a:buClr>
              <a:buSzPct val="80000"/>
              <a:buChar char=""/>
              <a:defRPr/>
            </a:pPr>
            <a:r>
              <a:t>Second level</a:t>
            </a:r>
          </a:p>
          <a:p>
            <a:pPr marL="1131570" lvl="2" indent="-226695">
              <a:spcBef>
                <a:spcPts val="0"/>
              </a:spcBef>
              <a:buClr>
                <a:srgbClr val="FFFFFF"/>
              </a:buClr>
              <a:buSzPct val="95000"/>
              <a:buFont typeface="Wingdings"/>
              <a:buChar char=""/>
              <a:defRPr/>
            </a:pPr>
            <a:r>
              <a:t>Third level</a:t>
            </a:r>
          </a:p>
          <a:p>
            <a:pPr marL="1350645" lvl="3" indent="-180975">
              <a:spcBef>
                <a:spcPts val="0"/>
              </a:spcBef>
              <a:buClr>
                <a:srgbClr val="FFFFFF"/>
              </a:buClr>
              <a:buSzPct val="100000"/>
              <a:buFont typeface="Wingdings 3"/>
              <a:buChar char=""/>
              <a:defRPr/>
            </a:pPr>
            <a:r>
              <a:t>Fourth level</a:t>
            </a:r>
          </a:p>
          <a:p>
            <a:pPr marL="1543050" lvl="4" indent="-180975">
              <a:spcBef>
                <a:spcPts val="0"/>
              </a:spcBef>
              <a:buClr>
                <a:srgbClr val="FFFFFF"/>
              </a:buClr>
              <a:buSzPct val="100000"/>
              <a:buFont typeface="Wingdings 2"/>
              <a:buChar char=""/>
              <a:defRPr/>
            </a:pPr>
            <a:r>
              <a:t>Fifth level</a:t>
            </a:r>
          </a:p>
        </p:txBody>
      </p:sp>
      <p:sp>
        <p:nvSpPr>
          <p:cNvPr id="376707794" name="Shape 10244"/>
          <p:cNvSpPr>
            <a:spLocks noGrp="1" noChangeShapeType="1"/>
          </p:cNvSpPr>
          <p:nvPr>
            <p:ph type="dt" idx="2"/>
          </p:nvPr>
        </p:nvSpPr>
        <p:spPr bwMode="auto">
          <a:xfrm>
            <a:off x="457200" y="6416675"/>
            <a:ext cx="2133600" cy="365125"/>
          </a:xfrm>
          <a:prstGeom prst="rect">
            <a:avLst/>
          </a:prstGeom>
          <a:noFill/>
        </p:spPr>
        <p:txBody>
          <a:bodyPr lIns="91423" tIns="45711" rIns="91423" bIns="45711" anchor="b"/>
          <a:lstStyle/>
          <a:p>
            <a:pPr>
              <a:defRPr/>
            </a:pPr>
            <a:endParaRPr sz="1400"/>
          </a:p>
        </p:txBody>
      </p:sp>
      <p:sp>
        <p:nvSpPr>
          <p:cNvPr id="1591200529" name="Shape 10245"/>
          <p:cNvSpPr>
            <a:spLocks noGrp="1" noChangeShapeType="1"/>
          </p:cNvSpPr>
          <p:nvPr>
            <p:ph type="ftr" idx="3"/>
          </p:nvPr>
        </p:nvSpPr>
        <p:spPr bwMode="auto">
          <a:xfrm>
            <a:off x="3124200" y="6416675"/>
            <a:ext cx="2895600" cy="365125"/>
          </a:xfrm>
          <a:prstGeom prst="rect">
            <a:avLst/>
          </a:prstGeom>
          <a:noFill/>
        </p:spPr>
        <p:txBody>
          <a:bodyPr lIns="91423" tIns="45711" rIns="91423" bIns="45711" anchor="b"/>
          <a:lstStyle/>
          <a:p>
            <a:pPr>
              <a:defRPr/>
            </a:pPr>
            <a:endParaRPr sz="1400"/>
          </a:p>
        </p:txBody>
      </p:sp>
      <p:sp>
        <p:nvSpPr>
          <p:cNvPr id="911239084" name="Shape 10246"/>
          <p:cNvSpPr>
            <a:spLocks noGrp="1" noChangeShapeType="1"/>
          </p:cNvSpPr>
          <p:nvPr>
            <p:ph type="sldNum" idx="4"/>
          </p:nvPr>
        </p:nvSpPr>
        <p:spPr bwMode="auto">
          <a:xfrm>
            <a:off x="7924800" y="6416675"/>
            <a:ext cx="762000" cy="365125"/>
          </a:xfrm>
          <a:prstGeom prst="rect">
            <a:avLst/>
          </a:prstGeom>
          <a:noFill/>
        </p:spPr>
        <p:txBody>
          <a:bodyPr lIns="0" tIns="45711" rIns="0" bIns="45711" anchor="b"/>
          <a:lstStyle>
            <a:lvl1pPr mar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Book Antiqua"/>
              </a:defRPr>
            </a:lvl1pPr>
            <a:lvl2pPr marL="455295" indent="455295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Book Antiqua"/>
              </a:defRPr>
            </a:lvl2pPr>
            <a:lvl3pPr marL="912495" indent="912495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Book Antiqua"/>
              </a:defRPr>
            </a:lvl3pPr>
            <a:lvl4pPr marL="1369695" indent="1369695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Book Antiqua"/>
              </a:defRPr>
            </a:lvl4pPr>
            <a:lvl5pPr marL="1826895" indent="1826895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Book Antiqua"/>
              </a:defRPr>
            </a:lvl5pPr>
          </a:lstStyle>
          <a:p>
            <a:pPr marL="0" lvl="0" indent="0" algn="r">
              <a:spcBef>
                <a:spcPts val="0"/>
              </a:spcBef>
              <a:buNone/>
              <a:defRPr/>
            </a:pPr>
            <a:fld id="{D038279B-FC19-497E-A7D1-5ADD9CAF016F}" type="slidenum">
              <a:rPr lang="en-GB" sz="1200" b="1" i="0" u="none">
                <a:solidFill>
                  <a:srgbClr val="BCBCBC"/>
                </a:solidFill>
              </a:rPr>
            </a:fld>
            <a:endParaRPr lang="en-GB" sz="1200" b="1" i="0" u="none">
              <a:solidFill>
                <a:srgbClr val="BCBCBC"/>
              </a:solidFill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PhAnim="0" showMasterSp="0" userDrawn="1">
  <p:cSld name="50_Theme2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88636926" name="Title Placeholder 21"/>
          <p:cNvSpPr>
            <a:spLocks noGrp="1" noChangeShapeType="1"/>
          </p:cNvSpPr>
          <p:nvPr>
            <p:ph type="title"/>
          </p:nvPr>
        </p:nvSpPr>
        <p:spPr bwMode="auto">
          <a:xfrm>
            <a:off x="457200" y="274637"/>
            <a:ext cx="8229600" cy="1143000"/>
          </a:xfrm>
          <a:prstGeom prst="rect">
            <a:avLst/>
          </a:prstGeom>
          <a:noFill/>
        </p:spPr>
        <p:txBody>
          <a:bodyPr lIns="91423" tIns="45711" rIns="91423" bIns="45711" anchor="ctr" anchorCtr="0"/>
          <a:lstStyle/>
          <a:p>
            <a:pPr marL="0" lvl="0" indent="0">
              <a:spcBef>
                <a:spcPts val="0"/>
              </a:spcBef>
              <a:buNone/>
              <a:defRPr/>
            </a:pPr>
            <a:r>
              <a:t>Click to edit Master title style</a:t>
            </a:r>
          </a:p>
        </p:txBody>
      </p:sp>
      <p:sp>
        <p:nvSpPr>
          <p:cNvPr id="2006197685" name="Text Placeholder 12"/>
          <p:cNvSpPr>
            <a:spLocks noGrp="1" noChangeShapeType="1"/>
          </p:cNvSpPr>
          <p:nvPr>
            <p:ph type="body" idx="1"/>
          </p:nvPr>
        </p:nvSpPr>
        <p:spPr bwMode="auto">
          <a:xfrm>
            <a:off x="457200" y="1600200"/>
            <a:ext cx="8229600" cy="4708525"/>
          </a:xfrm>
          <a:prstGeom prst="rect">
            <a:avLst/>
          </a:prstGeom>
          <a:noFill/>
        </p:spPr>
        <p:txBody>
          <a:bodyPr lIns="91423" tIns="45711" rIns="91423" bIns="45711"/>
          <a:lstStyle/>
          <a:p>
            <a:pPr marL="546100" lvl="0" indent="-409575">
              <a:spcBef>
                <a:spcPts val="0"/>
              </a:spcBef>
              <a:buClr>
                <a:srgbClr val="F9F9F9"/>
              </a:buClr>
              <a:buSzPct val="65000"/>
              <a:buFont typeface="Wingdings 2"/>
              <a:buChar char=""/>
              <a:defRPr/>
            </a:pPr>
            <a:r>
              <a:t>Click to edit Master text styles</a:t>
            </a:r>
          </a:p>
          <a:p>
            <a:pPr marL="866775" lvl="1" indent="-281305">
              <a:spcBef>
                <a:spcPts val="0"/>
              </a:spcBef>
              <a:buClr>
                <a:srgbClr val="FFFFFF"/>
              </a:buClr>
              <a:buSzPct val="80000"/>
              <a:buChar char=""/>
              <a:defRPr/>
            </a:pPr>
            <a:r>
              <a:t>Second level</a:t>
            </a:r>
          </a:p>
          <a:p>
            <a:pPr marL="1131570" lvl="2" indent="-226695">
              <a:spcBef>
                <a:spcPts val="0"/>
              </a:spcBef>
              <a:buClr>
                <a:srgbClr val="FFFFFF"/>
              </a:buClr>
              <a:buSzPct val="95000"/>
              <a:buFont typeface="Wingdings"/>
              <a:buChar char=""/>
              <a:defRPr/>
            </a:pPr>
            <a:r>
              <a:t>Third level</a:t>
            </a:r>
          </a:p>
          <a:p>
            <a:pPr marL="1350645" lvl="3" indent="-180975">
              <a:spcBef>
                <a:spcPts val="0"/>
              </a:spcBef>
              <a:buClr>
                <a:srgbClr val="FFFFFF"/>
              </a:buClr>
              <a:buSzPct val="100000"/>
              <a:buFont typeface="Wingdings 3"/>
              <a:buChar char=""/>
              <a:defRPr/>
            </a:pPr>
            <a:r>
              <a:t>Fourth level</a:t>
            </a:r>
          </a:p>
          <a:p>
            <a:pPr marL="1543050" lvl="4" indent="-180975">
              <a:spcBef>
                <a:spcPts val="0"/>
              </a:spcBef>
              <a:buClr>
                <a:srgbClr val="FFFFFF"/>
              </a:buClr>
              <a:buSzPct val="100000"/>
              <a:buFont typeface="Wingdings 2"/>
              <a:buChar char=""/>
              <a:defRPr/>
            </a:pPr>
            <a:r>
              <a:t>Fifth level</a:t>
            </a:r>
          </a:p>
        </p:txBody>
      </p:sp>
      <p:sp>
        <p:nvSpPr>
          <p:cNvPr id="704661865" name="Date Placeholder 13"/>
          <p:cNvSpPr>
            <a:spLocks noGrp="1" noChangeShapeType="1"/>
          </p:cNvSpPr>
          <p:nvPr>
            <p:ph type="dt" idx="2"/>
          </p:nvPr>
        </p:nvSpPr>
        <p:spPr bwMode="auto">
          <a:xfrm>
            <a:off x="457200" y="6416675"/>
            <a:ext cx="2133600" cy="365125"/>
          </a:xfrm>
          <a:prstGeom prst="rect">
            <a:avLst/>
          </a:prstGeom>
          <a:noFill/>
        </p:spPr>
        <p:txBody>
          <a:bodyPr lIns="91423" tIns="45711" rIns="91423" bIns="45711" anchor="b"/>
          <a:lstStyle/>
          <a:p>
            <a:pPr>
              <a:defRPr/>
            </a:pPr>
            <a:endParaRPr sz="1400"/>
          </a:p>
        </p:txBody>
      </p:sp>
      <p:sp>
        <p:nvSpPr>
          <p:cNvPr id="914324808" name="Footer Placeholder 2"/>
          <p:cNvSpPr>
            <a:spLocks noGrp="1" noChangeShapeType="1"/>
          </p:cNvSpPr>
          <p:nvPr>
            <p:ph type="ftr" idx="3"/>
          </p:nvPr>
        </p:nvSpPr>
        <p:spPr bwMode="auto">
          <a:xfrm>
            <a:off x="3124200" y="6416675"/>
            <a:ext cx="2895600" cy="365125"/>
          </a:xfrm>
          <a:prstGeom prst="rect">
            <a:avLst/>
          </a:prstGeom>
          <a:noFill/>
        </p:spPr>
        <p:txBody>
          <a:bodyPr lIns="91423" tIns="45711" rIns="91423" bIns="45711" anchor="b"/>
          <a:lstStyle/>
          <a:p>
            <a:pPr>
              <a:defRPr/>
            </a:pPr>
            <a:endParaRPr sz="1400"/>
          </a:p>
        </p:txBody>
      </p:sp>
      <p:sp>
        <p:nvSpPr>
          <p:cNvPr id="1369531306" name="Slide Number Placeholder 22"/>
          <p:cNvSpPr>
            <a:spLocks noGrp="1" noChangeShapeType="1"/>
          </p:cNvSpPr>
          <p:nvPr>
            <p:ph type="sldNum" idx="4"/>
          </p:nvPr>
        </p:nvSpPr>
        <p:spPr bwMode="auto">
          <a:xfrm>
            <a:off x="7924800" y="6416675"/>
            <a:ext cx="762000" cy="365125"/>
          </a:xfrm>
          <a:prstGeom prst="rect">
            <a:avLst/>
          </a:prstGeom>
          <a:noFill/>
        </p:spPr>
        <p:txBody>
          <a:bodyPr lIns="0" tIns="45711" rIns="0" bIns="45711" anchor="b"/>
          <a:lstStyle/>
          <a:p>
            <a:pPr marL="0" lvl="0" indent="0" algn="r">
              <a:spcBef>
                <a:spcPts val="0"/>
              </a:spcBef>
              <a:buNone/>
              <a:defRPr/>
            </a:pPr>
            <a:fld id="{D038279B-FC19-497E-A7D1-5ADD9CAF016F}" type="slidenum">
              <a:rPr lang="en-GB" sz="1200" b="0" i="0" u="none">
                <a:solidFill>
                  <a:srgbClr val="BCBCBC"/>
                </a:solidFill>
                <a:latin typeface="Book Antiqua"/>
              </a:rPr>
            </a:fld>
            <a:endParaRPr lang="en-GB" sz="1200" b="0" i="0" u="none">
              <a:solidFill>
                <a:srgbClr val="BCBCBC"/>
              </a:solidFill>
              <a:latin typeface="Book Antiqua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PhAnim="0" userDrawn="1">
  <p:cSld name="Title and Object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64961865" name="Shape 11266"/>
          <p:cNvSpPr>
            <a:spLocks noGrp="1" noChangeShapeType="1"/>
          </p:cNvSpPr>
          <p:nvPr>
            <p:ph type="title"/>
          </p:nvPr>
        </p:nvSpPr>
        <p:spPr bwMode="auto">
          <a:xfrm>
            <a:off x="457200" y="274637"/>
            <a:ext cx="8229600" cy="1143000"/>
          </a:xfrm>
          <a:prstGeom prst="rect">
            <a:avLst/>
          </a:prstGeom>
          <a:noFill/>
        </p:spPr>
        <p:txBody>
          <a:bodyPr lIns="91423" tIns="45711" rIns="91423" bIns="45711" anchor="ctr" anchorCtr="0"/>
          <a:lstStyle/>
          <a:p>
            <a:pPr marL="0" lvl="0" indent="0">
              <a:spcBef>
                <a:spcPts val="0"/>
              </a:spcBef>
              <a:buNone/>
              <a:defRPr/>
            </a:pPr>
            <a:r>
              <a:t>Click to edit Master title style</a:t>
            </a:r>
          </a:p>
        </p:txBody>
      </p:sp>
      <p:sp>
        <p:nvSpPr>
          <p:cNvPr id="57224360" name="Shape 11267"/>
          <p:cNvSpPr>
            <a:spLocks noGrp="1" noChangeShapeType="1"/>
          </p:cNvSpPr>
          <p:nvPr>
            <p:ph idx="1"/>
          </p:nvPr>
        </p:nvSpPr>
        <p:spPr bwMode="auto">
          <a:xfrm>
            <a:off x="457200" y="1600200"/>
            <a:ext cx="8229600" cy="4708525"/>
          </a:xfrm>
          <a:prstGeom prst="rect">
            <a:avLst/>
          </a:prstGeom>
          <a:noFill/>
        </p:spPr>
        <p:txBody>
          <a:bodyPr lIns="91423" tIns="45711" rIns="91423" bIns="45711"/>
          <a:lstStyle>
            <a:lvl1pPr marL="546100" indent="136525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9F9F9"/>
              </a:buClr>
              <a:buSzPct val="65000"/>
              <a:buChar char=""/>
              <a:defRPr sz="2800" b="0" i="0">
                <a:solidFill>
                  <a:schemeClr val="dk1"/>
                </a:solidFill>
                <a:latin typeface="Book Antiqua"/>
              </a:defRPr>
            </a:lvl1pPr>
            <a:lvl2pPr marL="866775" indent="58547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80000"/>
              <a:buChar char=""/>
              <a:defRPr sz="2400" b="0" i="0">
                <a:solidFill>
                  <a:schemeClr val="dk1"/>
                </a:solidFill>
                <a:latin typeface="Book Antiqua"/>
              </a:defRPr>
            </a:lvl2pPr>
            <a:lvl3pPr marL="1131570" indent="904875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95000"/>
              <a:buChar char=""/>
              <a:defRPr sz="2200" b="0" i="0">
                <a:solidFill>
                  <a:schemeClr val="dk1"/>
                </a:solidFill>
                <a:latin typeface="Book Antiqua"/>
              </a:defRPr>
            </a:lvl3pPr>
            <a:lvl4pPr marL="1350645" indent="116967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00000"/>
              <a:buChar char=""/>
              <a:defRPr sz="2000" b="0" i="0">
                <a:solidFill>
                  <a:schemeClr val="dk1"/>
                </a:solidFill>
                <a:latin typeface="Book Antiqua"/>
              </a:defRPr>
            </a:lvl4pPr>
            <a:lvl5pPr marL="1543050" indent="1362075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00000"/>
              <a:buChar char=""/>
              <a:defRPr sz="2000" b="0" i="0">
                <a:solidFill>
                  <a:schemeClr val="dk1"/>
                </a:solidFill>
                <a:latin typeface="Book Antiqua"/>
              </a:defRPr>
            </a:lvl5pPr>
          </a:lstStyle>
          <a:p>
            <a:pPr marL="546100" lvl="0" indent="-409575">
              <a:spcBef>
                <a:spcPts val="0"/>
              </a:spcBef>
              <a:buClr>
                <a:srgbClr val="F9F9F9"/>
              </a:buClr>
              <a:buSzPct val="65000"/>
              <a:buFont typeface="Wingdings 2"/>
              <a:buChar char=""/>
              <a:defRPr/>
            </a:pPr>
            <a:r>
              <a:t>Click to edit Master text styles</a:t>
            </a:r>
          </a:p>
          <a:p>
            <a:pPr marL="866775" lvl="1" indent="-281305">
              <a:spcBef>
                <a:spcPts val="0"/>
              </a:spcBef>
              <a:buClr>
                <a:srgbClr val="FFFFFF"/>
              </a:buClr>
              <a:buSzPct val="80000"/>
              <a:buChar char=""/>
              <a:defRPr/>
            </a:pPr>
            <a:r>
              <a:t>Second level</a:t>
            </a:r>
          </a:p>
          <a:p>
            <a:pPr marL="1131570" lvl="2" indent="-226695">
              <a:spcBef>
                <a:spcPts val="0"/>
              </a:spcBef>
              <a:buClr>
                <a:srgbClr val="FFFFFF"/>
              </a:buClr>
              <a:buSzPct val="95000"/>
              <a:buFont typeface="Wingdings"/>
              <a:buChar char=""/>
              <a:defRPr/>
            </a:pPr>
            <a:r>
              <a:t>Third level</a:t>
            </a:r>
          </a:p>
          <a:p>
            <a:pPr marL="1350645" lvl="3" indent="-180975">
              <a:spcBef>
                <a:spcPts val="0"/>
              </a:spcBef>
              <a:buClr>
                <a:srgbClr val="FFFFFF"/>
              </a:buClr>
              <a:buSzPct val="100000"/>
              <a:buFont typeface="Wingdings 3"/>
              <a:buChar char=""/>
              <a:defRPr/>
            </a:pPr>
            <a:r>
              <a:t>Fourth level</a:t>
            </a:r>
          </a:p>
          <a:p>
            <a:pPr marL="1543050" lvl="4" indent="-180975">
              <a:spcBef>
                <a:spcPts val="0"/>
              </a:spcBef>
              <a:buClr>
                <a:srgbClr val="FFFFFF"/>
              </a:buClr>
              <a:buSzPct val="100000"/>
              <a:buFont typeface="Wingdings 2"/>
              <a:buChar char=""/>
              <a:defRPr/>
            </a:pPr>
            <a:r>
              <a:t>Fifth level</a:t>
            </a:r>
          </a:p>
        </p:txBody>
      </p:sp>
      <p:sp>
        <p:nvSpPr>
          <p:cNvPr id="1747589412" name="Shape 11268"/>
          <p:cNvSpPr>
            <a:spLocks noGrp="1" noChangeShapeType="1"/>
          </p:cNvSpPr>
          <p:nvPr>
            <p:ph type="dt" idx="2"/>
          </p:nvPr>
        </p:nvSpPr>
        <p:spPr bwMode="auto">
          <a:xfrm>
            <a:off x="457200" y="6416675"/>
            <a:ext cx="2133600" cy="365125"/>
          </a:xfrm>
          <a:prstGeom prst="rect">
            <a:avLst/>
          </a:prstGeom>
          <a:noFill/>
        </p:spPr>
        <p:txBody>
          <a:bodyPr lIns="91423" tIns="45711" rIns="91423" bIns="45711" anchor="b"/>
          <a:lstStyle/>
          <a:p>
            <a:pPr>
              <a:defRPr/>
            </a:pPr>
            <a:endParaRPr sz="1400"/>
          </a:p>
        </p:txBody>
      </p:sp>
      <p:sp>
        <p:nvSpPr>
          <p:cNvPr id="691578297" name="Shape 11269"/>
          <p:cNvSpPr>
            <a:spLocks noGrp="1" noChangeShapeType="1"/>
          </p:cNvSpPr>
          <p:nvPr>
            <p:ph type="ftr" idx="3"/>
          </p:nvPr>
        </p:nvSpPr>
        <p:spPr bwMode="auto">
          <a:xfrm>
            <a:off x="3124200" y="6416675"/>
            <a:ext cx="2895600" cy="365125"/>
          </a:xfrm>
          <a:prstGeom prst="rect">
            <a:avLst/>
          </a:prstGeom>
          <a:noFill/>
        </p:spPr>
        <p:txBody>
          <a:bodyPr lIns="91423" tIns="45711" rIns="91423" bIns="45711" anchor="b"/>
          <a:lstStyle/>
          <a:p>
            <a:pPr>
              <a:defRPr/>
            </a:pPr>
            <a:endParaRPr sz="1400"/>
          </a:p>
        </p:txBody>
      </p:sp>
      <p:sp>
        <p:nvSpPr>
          <p:cNvPr id="1325156220" name="Shape 11270"/>
          <p:cNvSpPr>
            <a:spLocks noGrp="1" noChangeShapeType="1"/>
          </p:cNvSpPr>
          <p:nvPr>
            <p:ph type="sldNum" idx="4"/>
          </p:nvPr>
        </p:nvSpPr>
        <p:spPr bwMode="auto">
          <a:xfrm>
            <a:off x="7924800" y="6416675"/>
            <a:ext cx="762000" cy="365125"/>
          </a:xfrm>
          <a:prstGeom prst="rect">
            <a:avLst/>
          </a:prstGeom>
          <a:noFill/>
        </p:spPr>
        <p:txBody>
          <a:bodyPr lIns="0" tIns="45711" rIns="0" bIns="45711" anchor="b"/>
          <a:lstStyle>
            <a:lvl1pPr mar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Book Antiqua"/>
              </a:defRPr>
            </a:lvl1pPr>
            <a:lvl2pPr marL="455295" indent="455295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Book Antiqua"/>
              </a:defRPr>
            </a:lvl2pPr>
            <a:lvl3pPr marL="912495" indent="912495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Book Antiqua"/>
              </a:defRPr>
            </a:lvl3pPr>
            <a:lvl4pPr marL="1369695" indent="1369695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Book Antiqua"/>
              </a:defRPr>
            </a:lvl4pPr>
            <a:lvl5pPr marL="1826895" indent="1826895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Book Antiqua"/>
              </a:defRPr>
            </a:lvl5pPr>
          </a:lstStyle>
          <a:p>
            <a:pPr marL="0" lvl="0" indent="0" algn="r">
              <a:spcBef>
                <a:spcPts val="0"/>
              </a:spcBef>
              <a:buNone/>
              <a:defRPr/>
            </a:pPr>
            <a:fld id="{D038279B-FC19-497E-A7D1-5ADD9CAF016F}" type="slidenum">
              <a:rPr lang="en-GB" sz="1200" b="1" i="0" u="none">
                <a:solidFill>
                  <a:srgbClr val="BCBCBC"/>
                </a:solidFill>
              </a:rPr>
            </a:fld>
            <a:endParaRPr lang="en-GB" sz="1200" b="1" i="0" u="none">
              <a:solidFill>
                <a:srgbClr val="BCBCBC"/>
              </a:solidFill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PhAnim="0" showMasterSp="0" userDrawn="1">
  <p:cSld name="51_Theme2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1127927" name="Title Placeholder 21"/>
          <p:cNvSpPr>
            <a:spLocks noGrp="1" noChangeShapeType="1"/>
          </p:cNvSpPr>
          <p:nvPr>
            <p:ph type="title"/>
          </p:nvPr>
        </p:nvSpPr>
        <p:spPr bwMode="auto">
          <a:xfrm>
            <a:off x="457200" y="274637"/>
            <a:ext cx="8229600" cy="1143000"/>
          </a:xfrm>
          <a:prstGeom prst="rect">
            <a:avLst/>
          </a:prstGeom>
          <a:noFill/>
        </p:spPr>
        <p:txBody>
          <a:bodyPr lIns="91423" tIns="45711" rIns="91423" bIns="45711" anchor="ctr" anchorCtr="0"/>
          <a:lstStyle/>
          <a:p>
            <a:pPr marL="0" lvl="0" indent="0">
              <a:spcBef>
                <a:spcPts val="0"/>
              </a:spcBef>
              <a:buNone/>
              <a:defRPr/>
            </a:pPr>
            <a:r>
              <a:t>Click to edit Master title style</a:t>
            </a:r>
          </a:p>
        </p:txBody>
      </p:sp>
      <p:sp>
        <p:nvSpPr>
          <p:cNvPr id="1744452919" name="Text Placeholder 12"/>
          <p:cNvSpPr>
            <a:spLocks noGrp="1" noChangeShapeType="1"/>
          </p:cNvSpPr>
          <p:nvPr>
            <p:ph type="body" idx="1"/>
          </p:nvPr>
        </p:nvSpPr>
        <p:spPr bwMode="auto">
          <a:xfrm>
            <a:off x="457200" y="1600200"/>
            <a:ext cx="8229600" cy="4708525"/>
          </a:xfrm>
          <a:prstGeom prst="rect">
            <a:avLst/>
          </a:prstGeom>
          <a:noFill/>
        </p:spPr>
        <p:txBody>
          <a:bodyPr lIns="91423" tIns="45711" rIns="91423" bIns="45711"/>
          <a:lstStyle/>
          <a:p>
            <a:pPr marL="546100" lvl="0" indent="-409575">
              <a:spcBef>
                <a:spcPts val="0"/>
              </a:spcBef>
              <a:buClr>
                <a:srgbClr val="F9F9F9"/>
              </a:buClr>
              <a:buSzPct val="65000"/>
              <a:buFont typeface="Wingdings 2"/>
              <a:buChar char=""/>
              <a:defRPr/>
            </a:pPr>
            <a:r>
              <a:t>Click to edit Master text styles</a:t>
            </a:r>
          </a:p>
          <a:p>
            <a:pPr marL="866775" lvl="1" indent="-281305">
              <a:spcBef>
                <a:spcPts val="0"/>
              </a:spcBef>
              <a:buClr>
                <a:srgbClr val="FFFFFF"/>
              </a:buClr>
              <a:buSzPct val="80000"/>
              <a:buChar char=""/>
              <a:defRPr/>
            </a:pPr>
            <a:r>
              <a:t>Second level</a:t>
            </a:r>
          </a:p>
          <a:p>
            <a:pPr marL="1131570" lvl="2" indent="-226695">
              <a:spcBef>
                <a:spcPts val="0"/>
              </a:spcBef>
              <a:buClr>
                <a:srgbClr val="FFFFFF"/>
              </a:buClr>
              <a:buSzPct val="95000"/>
              <a:buFont typeface="Wingdings"/>
              <a:buChar char=""/>
              <a:defRPr/>
            </a:pPr>
            <a:r>
              <a:t>Third level</a:t>
            </a:r>
          </a:p>
          <a:p>
            <a:pPr marL="1350645" lvl="3" indent="-180975">
              <a:spcBef>
                <a:spcPts val="0"/>
              </a:spcBef>
              <a:buClr>
                <a:srgbClr val="FFFFFF"/>
              </a:buClr>
              <a:buSzPct val="100000"/>
              <a:buFont typeface="Wingdings 3"/>
              <a:buChar char=""/>
              <a:defRPr/>
            </a:pPr>
            <a:r>
              <a:t>Fourth level</a:t>
            </a:r>
          </a:p>
          <a:p>
            <a:pPr marL="1543050" lvl="4" indent="-180975">
              <a:spcBef>
                <a:spcPts val="0"/>
              </a:spcBef>
              <a:buClr>
                <a:srgbClr val="FFFFFF"/>
              </a:buClr>
              <a:buSzPct val="100000"/>
              <a:buFont typeface="Wingdings 2"/>
              <a:buChar char=""/>
              <a:defRPr/>
            </a:pPr>
            <a:r>
              <a:t>Fifth level</a:t>
            </a:r>
          </a:p>
        </p:txBody>
      </p:sp>
      <p:sp>
        <p:nvSpPr>
          <p:cNvPr id="9937057" name="Date Placeholder 13"/>
          <p:cNvSpPr>
            <a:spLocks noGrp="1" noChangeShapeType="1"/>
          </p:cNvSpPr>
          <p:nvPr>
            <p:ph type="dt" idx="2"/>
          </p:nvPr>
        </p:nvSpPr>
        <p:spPr bwMode="auto">
          <a:xfrm>
            <a:off x="457200" y="6416675"/>
            <a:ext cx="2133600" cy="365125"/>
          </a:xfrm>
          <a:prstGeom prst="rect">
            <a:avLst/>
          </a:prstGeom>
          <a:noFill/>
        </p:spPr>
        <p:txBody>
          <a:bodyPr lIns="91423" tIns="45711" rIns="91423" bIns="45711" anchor="b"/>
          <a:lstStyle/>
          <a:p>
            <a:pPr>
              <a:defRPr/>
            </a:pPr>
            <a:endParaRPr sz="1400"/>
          </a:p>
        </p:txBody>
      </p:sp>
      <p:sp>
        <p:nvSpPr>
          <p:cNvPr id="247438687" name="Footer Placeholder 2"/>
          <p:cNvSpPr>
            <a:spLocks noGrp="1" noChangeShapeType="1"/>
          </p:cNvSpPr>
          <p:nvPr>
            <p:ph type="ftr" idx="3"/>
          </p:nvPr>
        </p:nvSpPr>
        <p:spPr bwMode="auto">
          <a:xfrm>
            <a:off x="3124200" y="6416675"/>
            <a:ext cx="2895600" cy="365125"/>
          </a:xfrm>
          <a:prstGeom prst="rect">
            <a:avLst/>
          </a:prstGeom>
          <a:noFill/>
        </p:spPr>
        <p:txBody>
          <a:bodyPr lIns="91423" tIns="45711" rIns="91423" bIns="45711" anchor="b"/>
          <a:lstStyle/>
          <a:p>
            <a:pPr>
              <a:defRPr/>
            </a:pPr>
            <a:endParaRPr sz="1400"/>
          </a:p>
        </p:txBody>
      </p:sp>
      <p:sp>
        <p:nvSpPr>
          <p:cNvPr id="1976884079" name="Slide Number Placeholder 22"/>
          <p:cNvSpPr>
            <a:spLocks noGrp="1" noChangeShapeType="1"/>
          </p:cNvSpPr>
          <p:nvPr>
            <p:ph type="sldNum" idx="4"/>
          </p:nvPr>
        </p:nvSpPr>
        <p:spPr bwMode="auto">
          <a:xfrm>
            <a:off x="7924800" y="6416675"/>
            <a:ext cx="762000" cy="365125"/>
          </a:xfrm>
          <a:prstGeom prst="rect">
            <a:avLst/>
          </a:prstGeom>
          <a:noFill/>
        </p:spPr>
        <p:txBody>
          <a:bodyPr lIns="0" tIns="45711" rIns="0" bIns="45711" anchor="b"/>
          <a:lstStyle/>
          <a:p>
            <a:pPr marL="0" lvl="0" indent="0" algn="r">
              <a:spcBef>
                <a:spcPts val="0"/>
              </a:spcBef>
              <a:buNone/>
              <a:defRPr/>
            </a:pPr>
            <a:fld id="{D038279B-FC19-497E-A7D1-5ADD9CAF016F}" type="slidenum">
              <a:rPr lang="en-GB" sz="1200" b="0" i="0" u="none">
                <a:solidFill>
                  <a:srgbClr val="BCBCBC"/>
                </a:solidFill>
                <a:latin typeface="Book Antiqua"/>
              </a:rPr>
            </a:fld>
            <a:endParaRPr lang="en-GB" sz="1200" b="0" i="0" u="none">
              <a:solidFill>
                <a:srgbClr val="BCBCBC"/>
              </a:solidFill>
              <a:latin typeface="Book Antiqua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PhAnim="0" userDrawn="1">
  <p:cSld name="Title and Object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23715628" name="Shape 12290"/>
          <p:cNvSpPr>
            <a:spLocks noGrp="1" noChangeShapeType="1"/>
          </p:cNvSpPr>
          <p:nvPr>
            <p:ph type="title"/>
          </p:nvPr>
        </p:nvSpPr>
        <p:spPr bwMode="auto">
          <a:xfrm>
            <a:off x="457200" y="274637"/>
            <a:ext cx="8229600" cy="1143000"/>
          </a:xfrm>
          <a:prstGeom prst="rect">
            <a:avLst/>
          </a:prstGeom>
          <a:noFill/>
        </p:spPr>
        <p:txBody>
          <a:bodyPr lIns="91423" tIns="45711" rIns="91423" bIns="45711" anchor="ctr" anchorCtr="0"/>
          <a:lstStyle/>
          <a:p>
            <a:pPr marL="0" lvl="0" indent="0">
              <a:spcBef>
                <a:spcPts val="0"/>
              </a:spcBef>
              <a:buNone/>
              <a:defRPr/>
            </a:pPr>
            <a:r>
              <a:t>Click to edit Master title style</a:t>
            </a:r>
          </a:p>
        </p:txBody>
      </p:sp>
      <p:sp>
        <p:nvSpPr>
          <p:cNvPr id="1065483573" name="Shape 12291"/>
          <p:cNvSpPr>
            <a:spLocks noGrp="1" noChangeShapeType="1"/>
          </p:cNvSpPr>
          <p:nvPr>
            <p:ph idx="1"/>
          </p:nvPr>
        </p:nvSpPr>
        <p:spPr bwMode="auto">
          <a:xfrm>
            <a:off x="457200" y="1600200"/>
            <a:ext cx="8229600" cy="4708525"/>
          </a:xfrm>
          <a:prstGeom prst="rect">
            <a:avLst/>
          </a:prstGeom>
          <a:noFill/>
        </p:spPr>
        <p:txBody>
          <a:bodyPr lIns="91423" tIns="45711" rIns="91423" bIns="45711"/>
          <a:lstStyle>
            <a:lvl1pPr marL="546100" indent="136525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9F9F9"/>
              </a:buClr>
              <a:buSzPct val="65000"/>
              <a:buChar char=""/>
              <a:defRPr sz="2800" b="0" i="0">
                <a:solidFill>
                  <a:schemeClr val="dk1"/>
                </a:solidFill>
                <a:latin typeface="Book Antiqua"/>
              </a:defRPr>
            </a:lvl1pPr>
            <a:lvl2pPr marL="866775" indent="58547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80000"/>
              <a:buChar char=""/>
              <a:defRPr sz="2400" b="0" i="0">
                <a:solidFill>
                  <a:schemeClr val="dk1"/>
                </a:solidFill>
                <a:latin typeface="Book Antiqua"/>
              </a:defRPr>
            </a:lvl2pPr>
            <a:lvl3pPr marL="1131570" indent="904875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95000"/>
              <a:buChar char=""/>
              <a:defRPr sz="2200" b="0" i="0">
                <a:solidFill>
                  <a:schemeClr val="dk1"/>
                </a:solidFill>
                <a:latin typeface="Book Antiqua"/>
              </a:defRPr>
            </a:lvl3pPr>
            <a:lvl4pPr marL="1350645" indent="116967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00000"/>
              <a:buChar char=""/>
              <a:defRPr sz="2000" b="0" i="0">
                <a:solidFill>
                  <a:schemeClr val="dk1"/>
                </a:solidFill>
                <a:latin typeface="Book Antiqua"/>
              </a:defRPr>
            </a:lvl4pPr>
            <a:lvl5pPr marL="1543050" indent="1362075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00000"/>
              <a:buChar char=""/>
              <a:defRPr sz="2000" b="0" i="0">
                <a:solidFill>
                  <a:schemeClr val="dk1"/>
                </a:solidFill>
                <a:latin typeface="Book Antiqua"/>
              </a:defRPr>
            </a:lvl5pPr>
          </a:lstStyle>
          <a:p>
            <a:pPr marL="546100" lvl="0" indent="-409575">
              <a:spcBef>
                <a:spcPts val="0"/>
              </a:spcBef>
              <a:buClr>
                <a:srgbClr val="F9F9F9"/>
              </a:buClr>
              <a:buSzPct val="65000"/>
              <a:buFont typeface="Wingdings 2"/>
              <a:buChar char=""/>
              <a:defRPr/>
            </a:pPr>
            <a:r>
              <a:t>Click to edit Master text styles</a:t>
            </a:r>
          </a:p>
          <a:p>
            <a:pPr marL="866775" lvl="1" indent="-281305">
              <a:spcBef>
                <a:spcPts val="0"/>
              </a:spcBef>
              <a:buClr>
                <a:srgbClr val="FFFFFF"/>
              </a:buClr>
              <a:buSzPct val="80000"/>
              <a:buChar char=""/>
              <a:defRPr/>
            </a:pPr>
            <a:r>
              <a:t>Second level</a:t>
            </a:r>
          </a:p>
          <a:p>
            <a:pPr marL="1131570" lvl="2" indent="-226695">
              <a:spcBef>
                <a:spcPts val="0"/>
              </a:spcBef>
              <a:buClr>
                <a:srgbClr val="FFFFFF"/>
              </a:buClr>
              <a:buSzPct val="95000"/>
              <a:buFont typeface="Wingdings"/>
              <a:buChar char=""/>
              <a:defRPr/>
            </a:pPr>
            <a:r>
              <a:t>Third level</a:t>
            </a:r>
          </a:p>
          <a:p>
            <a:pPr marL="1350645" lvl="3" indent="-180975">
              <a:spcBef>
                <a:spcPts val="0"/>
              </a:spcBef>
              <a:buClr>
                <a:srgbClr val="FFFFFF"/>
              </a:buClr>
              <a:buSzPct val="100000"/>
              <a:buFont typeface="Wingdings 3"/>
              <a:buChar char=""/>
              <a:defRPr/>
            </a:pPr>
            <a:r>
              <a:t>Fourth level</a:t>
            </a:r>
          </a:p>
          <a:p>
            <a:pPr marL="1543050" lvl="4" indent="-180975">
              <a:spcBef>
                <a:spcPts val="0"/>
              </a:spcBef>
              <a:buClr>
                <a:srgbClr val="FFFFFF"/>
              </a:buClr>
              <a:buSzPct val="100000"/>
              <a:buFont typeface="Wingdings 2"/>
              <a:buChar char=""/>
              <a:defRPr/>
            </a:pPr>
            <a:r>
              <a:t>Fifth level</a:t>
            </a:r>
          </a:p>
        </p:txBody>
      </p:sp>
      <p:sp>
        <p:nvSpPr>
          <p:cNvPr id="1471369894" name="Shape 12292"/>
          <p:cNvSpPr>
            <a:spLocks noGrp="1" noChangeShapeType="1"/>
          </p:cNvSpPr>
          <p:nvPr>
            <p:ph type="dt" idx="2"/>
          </p:nvPr>
        </p:nvSpPr>
        <p:spPr bwMode="auto">
          <a:xfrm>
            <a:off x="457200" y="6416675"/>
            <a:ext cx="2133600" cy="365125"/>
          </a:xfrm>
          <a:prstGeom prst="rect">
            <a:avLst/>
          </a:prstGeom>
          <a:noFill/>
        </p:spPr>
        <p:txBody>
          <a:bodyPr lIns="91423" tIns="45711" rIns="91423" bIns="45711" anchor="b"/>
          <a:lstStyle/>
          <a:p>
            <a:pPr>
              <a:defRPr/>
            </a:pPr>
            <a:endParaRPr sz="1400"/>
          </a:p>
        </p:txBody>
      </p:sp>
      <p:sp>
        <p:nvSpPr>
          <p:cNvPr id="928073399" name="Shape 12293"/>
          <p:cNvSpPr>
            <a:spLocks noGrp="1" noChangeShapeType="1"/>
          </p:cNvSpPr>
          <p:nvPr>
            <p:ph type="ftr" idx="3"/>
          </p:nvPr>
        </p:nvSpPr>
        <p:spPr bwMode="auto">
          <a:xfrm>
            <a:off x="3124200" y="6416675"/>
            <a:ext cx="2895600" cy="365125"/>
          </a:xfrm>
          <a:prstGeom prst="rect">
            <a:avLst/>
          </a:prstGeom>
          <a:noFill/>
        </p:spPr>
        <p:txBody>
          <a:bodyPr lIns="91423" tIns="45711" rIns="91423" bIns="45711" anchor="b"/>
          <a:lstStyle/>
          <a:p>
            <a:pPr>
              <a:defRPr/>
            </a:pPr>
            <a:endParaRPr sz="1400"/>
          </a:p>
        </p:txBody>
      </p:sp>
      <p:sp>
        <p:nvSpPr>
          <p:cNvPr id="1189400067" name="Shape 12294"/>
          <p:cNvSpPr>
            <a:spLocks noGrp="1" noChangeShapeType="1"/>
          </p:cNvSpPr>
          <p:nvPr>
            <p:ph type="sldNum" idx="4"/>
          </p:nvPr>
        </p:nvSpPr>
        <p:spPr bwMode="auto">
          <a:xfrm>
            <a:off x="7924800" y="6416675"/>
            <a:ext cx="762000" cy="365125"/>
          </a:xfrm>
          <a:prstGeom prst="rect">
            <a:avLst/>
          </a:prstGeom>
          <a:noFill/>
        </p:spPr>
        <p:txBody>
          <a:bodyPr lIns="0" tIns="45711" rIns="0" bIns="45711" anchor="b"/>
          <a:lstStyle>
            <a:lvl1pPr mar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Book Antiqua"/>
              </a:defRPr>
            </a:lvl1pPr>
            <a:lvl2pPr marL="455295" indent="455295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Book Antiqua"/>
              </a:defRPr>
            </a:lvl2pPr>
            <a:lvl3pPr marL="912495" indent="912495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Book Antiqua"/>
              </a:defRPr>
            </a:lvl3pPr>
            <a:lvl4pPr marL="1369695" indent="1369695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Book Antiqua"/>
              </a:defRPr>
            </a:lvl4pPr>
            <a:lvl5pPr marL="1826895" indent="1826895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Book Antiqua"/>
              </a:defRPr>
            </a:lvl5pPr>
          </a:lstStyle>
          <a:p>
            <a:pPr marL="0" lvl="0" indent="0" algn="r">
              <a:spcBef>
                <a:spcPts val="0"/>
              </a:spcBef>
              <a:buNone/>
              <a:defRPr/>
            </a:pPr>
            <a:fld id="{D038279B-FC19-497E-A7D1-5ADD9CAF016F}" type="slidenum">
              <a:rPr lang="en-GB" sz="1200" b="1" i="0" u="none">
                <a:solidFill>
                  <a:srgbClr val="BCBCBC"/>
                </a:solidFill>
              </a:rPr>
            </a:fld>
            <a:endParaRPr lang="en-GB" sz="1200" b="1" i="0" u="none">
              <a:solidFill>
                <a:srgbClr val="BCBCBC"/>
              </a:solidFill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PhAnim="0" showMasterSp="0" userDrawn="1">
  <p:cSld name="52_Theme2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01659946" name="Title Placeholder 21"/>
          <p:cNvSpPr>
            <a:spLocks noGrp="1" noChangeShapeType="1"/>
          </p:cNvSpPr>
          <p:nvPr>
            <p:ph type="title"/>
          </p:nvPr>
        </p:nvSpPr>
        <p:spPr bwMode="auto">
          <a:xfrm>
            <a:off x="457200" y="274637"/>
            <a:ext cx="8229600" cy="1143000"/>
          </a:xfrm>
          <a:prstGeom prst="rect">
            <a:avLst/>
          </a:prstGeom>
          <a:noFill/>
        </p:spPr>
        <p:txBody>
          <a:bodyPr lIns="91423" tIns="45711" rIns="91423" bIns="45711" anchor="ctr" anchorCtr="0"/>
          <a:lstStyle/>
          <a:p>
            <a:pPr marL="0" lvl="0" indent="0">
              <a:spcBef>
                <a:spcPts val="0"/>
              </a:spcBef>
              <a:buNone/>
              <a:defRPr/>
            </a:pPr>
            <a:r>
              <a:t>Click to edit Master title style</a:t>
            </a:r>
          </a:p>
        </p:txBody>
      </p:sp>
      <p:sp>
        <p:nvSpPr>
          <p:cNvPr id="1668079075" name="Text Placeholder 12"/>
          <p:cNvSpPr>
            <a:spLocks noGrp="1" noChangeShapeType="1"/>
          </p:cNvSpPr>
          <p:nvPr>
            <p:ph type="body" idx="1"/>
          </p:nvPr>
        </p:nvSpPr>
        <p:spPr bwMode="auto">
          <a:xfrm>
            <a:off x="457200" y="1600200"/>
            <a:ext cx="8229600" cy="4708525"/>
          </a:xfrm>
          <a:prstGeom prst="rect">
            <a:avLst/>
          </a:prstGeom>
          <a:noFill/>
        </p:spPr>
        <p:txBody>
          <a:bodyPr lIns="91423" tIns="45711" rIns="91423" bIns="45711"/>
          <a:lstStyle/>
          <a:p>
            <a:pPr marL="546100" lvl="0" indent="-409575">
              <a:spcBef>
                <a:spcPts val="0"/>
              </a:spcBef>
              <a:buClr>
                <a:srgbClr val="F9F9F9"/>
              </a:buClr>
              <a:buSzPct val="65000"/>
              <a:buFont typeface="Wingdings 2"/>
              <a:buChar char=""/>
              <a:defRPr/>
            </a:pPr>
            <a:r>
              <a:t>Click to edit Master text styles</a:t>
            </a:r>
          </a:p>
          <a:p>
            <a:pPr marL="866775" lvl="1" indent="-281305">
              <a:spcBef>
                <a:spcPts val="0"/>
              </a:spcBef>
              <a:buClr>
                <a:srgbClr val="FFFFFF"/>
              </a:buClr>
              <a:buSzPct val="80000"/>
              <a:buChar char=""/>
              <a:defRPr/>
            </a:pPr>
            <a:r>
              <a:t>Second level</a:t>
            </a:r>
          </a:p>
          <a:p>
            <a:pPr marL="1131570" lvl="2" indent="-226695">
              <a:spcBef>
                <a:spcPts val="0"/>
              </a:spcBef>
              <a:buClr>
                <a:srgbClr val="FFFFFF"/>
              </a:buClr>
              <a:buSzPct val="95000"/>
              <a:buFont typeface="Wingdings"/>
              <a:buChar char=""/>
              <a:defRPr/>
            </a:pPr>
            <a:r>
              <a:t>Third level</a:t>
            </a:r>
          </a:p>
          <a:p>
            <a:pPr marL="1350645" lvl="3" indent="-180975">
              <a:spcBef>
                <a:spcPts val="0"/>
              </a:spcBef>
              <a:buClr>
                <a:srgbClr val="FFFFFF"/>
              </a:buClr>
              <a:buSzPct val="100000"/>
              <a:buFont typeface="Wingdings 3"/>
              <a:buChar char=""/>
              <a:defRPr/>
            </a:pPr>
            <a:r>
              <a:t>Fourth level</a:t>
            </a:r>
          </a:p>
          <a:p>
            <a:pPr marL="1543050" lvl="4" indent="-180975">
              <a:spcBef>
                <a:spcPts val="0"/>
              </a:spcBef>
              <a:buClr>
                <a:srgbClr val="FFFFFF"/>
              </a:buClr>
              <a:buSzPct val="100000"/>
              <a:buFont typeface="Wingdings 2"/>
              <a:buChar char=""/>
              <a:defRPr/>
            </a:pPr>
            <a:r>
              <a:t>Fifth level</a:t>
            </a:r>
          </a:p>
        </p:txBody>
      </p:sp>
      <p:sp>
        <p:nvSpPr>
          <p:cNvPr id="1343675617" name="Date Placeholder 13"/>
          <p:cNvSpPr>
            <a:spLocks noGrp="1" noChangeShapeType="1"/>
          </p:cNvSpPr>
          <p:nvPr>
            <p:ph type="dt" idx="2"/>
          </p:nvPr>
        </p:nvSpPr>
        <p:spPr bwMode="auto">
          <a:xfrm>
            <a:off x="457200" y="6416675"/>
            <a:ext cx="2133600" cy="365125"/>
          </a:xfrm>
          <a:prstGeom prst="rect">
            <a:avLst/>
          </a:prstGeom>
          <a:noFill/>
        </p:spPr>
        <p:txBody>
          <a:bodyPr lIns="91423" tIns="45711" rIns="91423" bIns="45711" anchor="b"/>
          <a:lstStyle/>
          <a:p>
            <a:pPr>
              <a:defRPr/>
            </a:pPr>
            <a:endParaRPr sz="1400"/>
          </a:p>
        </p:txBody>
      </p:sp>
      <p:sp>
        <p:nvSpPr>
          <p:cNvPr id="1093447090" name="Footer Placeholder 2"/>
          <p:cNvSpPr>
            <a:spLocks noGrp="1" noChangeShapeType="1"/>
          </p:cNvSpPr>
          <p:nvPr>
            <p:ph type="ftr" idx="3"/>
          </p:nvPr>
        </p:nvSpPr>
        <p:spPr bwMode="auto">
          <a:xfrm>
            <a:off x="3124200" y="6416675"/>
            <a:ext cx="2895600" cy="365125"/>
          </a:xfrm>
          <a:prstGeom prst="rect">
            <a:avLst/>
          </a:prstGeom>
          <a:noFill/>
        </p:spPr>
        <p:txBody>
          <a:bodyPr lIns="91423" tIns="45711" rIns="91423" bIns="45711" anchor="b"/>
          <a:lstStyle/>
          <a:p>
            <a:pPr>
              <a:defRPr/>
            </a:pPr>
            <a:endParaRPr sz="1400"/>
          </a:p>
        </p:txBody>
      </p:sp>
      <p:sp>
        <p:nvSpPr>
          <p:cNvPr id="867885593" name="Slide Number Placeholder 22"/>
          <p:cNvSpPr>
            <a:spLocks noGrp="1" noChangeShapeType="1"/>
          </p:cNvSpPr>
          <p:nvPr>
            <p:ph type="sldNum" idx="4"/>
          </p:nvPr>
        </p:nvSpPr>
        <p:spPr bwMode="auto">
          <a:xfrm>
            <a:off x="7924800" y="6416675"/>
            <a:ext cx="762000" cy="365125"/>
          </a:xfrm>
          <a:prstGeom prst="rect">
            <a:avLst/>
          </a:prstGeom>
          <a:noFill/>
        </p:spPr>
        <p:txBody>
          <a:bodyPr lIns="0" tIns="45711" rIns="0" bIns="45711" anchor="b"/>
          <a:lstStyle/>
          <a:p>
            <a:pPr marL="0" lvl="0" indent="0" algn="r">
              <a:spcBef>
                <a:spcPts val="0"/>
              </a:spcBef>
              <a:buNone/>
              <a:defRPr/>
            </a:pPr>
            <a:fld id="{D038279B-FC19-497E-A7D1-5ADD9CAF016F}" type="slidenum">
              <a:rPr lang="en-GB" sz="1200" b="0" i="0" u="none">
                <a:solidFill>
                  <a:srgbClr val="BCBCBC"/>
                </a:solidFill>
                <a:latin typeface="Book Antiqua"/>
              </a:rPr>
            </a:fld>
            <a:endParaRPr lang="en-GB" sz="1200" b="0" i="0" u="none">
              <a:solidFill>
                <a:srgbClr val="BCBCBC"/>
              </a:solidFill>
              <a:latin typeface="Book Antiqua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PhAnim="0" userDrawn="1">
  <p:cSld name="Title and Object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75390769" name="Shape 13314"/>
          <p:cNvSpPr>
            <a:spLocks noGrp="1" noChangeShapeType="1"/>
          </p:cNvSpPr>
          <p:nvPr>
            <p:ph type="title"/>
          </p:nvPr>
        </p:nvSpPr>
        <p:spPr bwMode="auto">
          <a:xfrm>
            <a:off x="457200" y="274637"/>
            <a:ext cx="8229600" cy="1143000"/>
          </a:xfrm>
          <a:prstGeom prst="rect">
            <a:avLst/>
          </a:prstGeom>
          <a:noFill/>
        </p:spPr>
        <p:txBody>
          <a:bodyPr lIns="91423" tIns="45711" rIns="91423" bIns="45711" anchor="ctr" anchorCtr="0"/>
          <a:lstStyle/>
          <a:p>
            <a:pPr marL="0" lvl="0" indent="0">
              <a:spcBef>
                <a:spcPts val="0"/>
              </a:spcBef>
              <a:buNone/>
              <a:defRPr/>
            </a:pPr>
            <a:r>
              <a:t>Click to edit Master title style</a:t>
            </a:r>
          </a:p>
        </p:txBody>
      </p:sp>
      <p:sp>
        <p:nvSpPr>
          <p:cNvPr id="94984324" name="Shape 13315"/>
          <p:cNvSpPr>
            <a:spLocks noGrp="1" noChangeShapeType="1"/>
          </p:cNvSpPr>
          <p:nvPr>
            <p:ph idx="1"/>
          </p:nvPr>
        </p:nvSpPr>
        <p:spPr bwMode="auto">
          <a:xfrm>
            <a:off x="457200" y="1600200"/>
            <a:ext cx="8229600" cy="4708525"/>
          </a:xfrm>
          <a:prstGeom prst="rect">
            <a:avLst/>
          </a:prstGeom>
          <a:noFill/>
        </p:spPr>
        <p:txBody>
          <a:bodyPr lIns="91423" tIns="45711" rIns="91423" bIns="45711"/>
          <a:lstStyle>
            <a:lvl1pPr marL="546100" indent="136525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9F9F9"/>
              </a:buClr>
              <a:buSzPct val="65000"/>
              <a:buChar char=""/>
              <a:defRPr sz="2800" b="0" i="0">
                <a:solidFill>
                  <a:schemeClr val="dk1"/>
                </a:solidFill>
                <a:latin typeface="Book Antiqua"/>
              </a:defRPr>
            </a:lvl1pPr>
            <a:lvl2pPr marL="866775" indent="58547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80000"/>
              <a:buChar char=""/>
              <a:defRPr sz="2400" b="0" i="0">
                <a:solidFill>
                  <a:schemeClr val="dk1"/>
                </a:solidFill>
                <a:latin typeface="Book Antiqua"/>
              </a:defRPr>
            </a:lvl2pPr>
            <a:lvl3pPr marL="1131570" indent="904875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95000"/>
              <a:buChar char=""/>
              <a:defRPr sz="2200" b="0" i="0">
                <a:solidFill>
                  <a:schemeClr val="dk1"/>
                </a:solidFill>
                <a:latin typeface="Book Antiqua"/>
              </a:defRPr>
            </a:lvl3pPr>
            <a:lvl4pPr marL="1350645" indent="116967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00000"/>
              <a:buChar char=""/>
              <a:defRPr sz="2000" b="0" i="0">
                <a:solidFill>
                  <a:schemeClr val="dk1"/>
                </a:solidFill>
                <a:latin typeface="Book Antiqua"/>
              </a:defRPr>
            </a:lvl4pPr>
            <a:lvl5pPr marL="1543050" indent="1362075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00000"/>
              <a:buChar char=""/>
              <a:defRPr sz="2000" b="0" i="0">
                <a:solidFill>
                  <a:schemeClr val="dk1"/>
                </a:solidFill>
                <a:latin typeface="Book Antiqua"/>
              </a:defRPr>
            </a:lvl5pPr>
          </a:lstStyle>
          <a:p>
            <a:pPr marL="546100" lvl="0" indent="-409575">
              <a:spcBef>
                <a:spcPts val="0"/>
              </a:spcBef>
              <a:buClr>
                <a:srgbClr val="F9F9F9"/>
              </a:buClr>
              <a:buSzPct val="65000"/>
              <a:buFont typeface="Wingdings 2"/>
              <a:buChar char=""/>
              <a:defRPr/>
            </a:pPr>
            <a:r>
              <a:t>Click to edit Master text styles</a:t>
            </a:r>
          </a:p>
          <a:p>
            <a:pPr marL="866775" lvl="1" indent="-281305">
              <a:spcBef>
                <a:spcPts val="0"/>
              </a:spcBef>
              <a:buClr>
                <a:srgbClr val="FFFFFF"/>
              </a:buClr>
              <a:buSzPct val="80000"/>
              <a:buChar char=""/>
              <a:defRPr/>
            </a:pPr>
            <a:r>
              <a:t>Second level</a:t>
            </a:r>
          </a:p>
          <a:p>
            <a:pPr marL="1131570" lvl="2" indent="-226695">
              <a:spcBef>
                <a:spcPts val="0"/>
              </a:spcBef>
              <a:buClr>
                <a:srgbClr val="FFFFFF"/>
              </a:buClr>
              <a:buSzPct val="95000"/>
              <a:buFont typeface="Wingdings"/>
              <a:buChar char=""/>
              <a:defRPr/>
            </a:pPr>
            <a:r>
              <a:t>Third level</a:t>
            </a:r>
          </a:p>
          <a:p>
            <a:pPr marL="1350645" lvl="3" indent="-180975">
              <a:spcBef>
                <a:spcPts val="0"/>
              </a:spcBef>
              <a:buClr>
                <a:srgbClr val="FFFFFF"/>
              </a:buClr>
              <a:buSzPct val="100000"/>
              <a:buFont typeface="Wingdings 3"/>
              <a:buChar char=""/>
              <a:defRPr/>
            </a:pPr>
            <a:r>
              <a:t>Fourth level</a:t>
            </a:r>
          </a:p>
          <a:p>
            <a:pPr marL="1543050" lvl="4" indent="-180975">
              <a:spcBef>
                <a:spcPts val="0"/>
              </a:spcBef>
              <a:buClr>
                <a:srgbClr val="FFFFFF"/>
              </a:buClr>
              <a:buSzPct val="100000"/>
              <a:buFont typeface="Wingdings 2"/>
              <a:buChar char=""/>
              <a:defRPr/>
            </a:pPr>
            <a:r>
              <a:t>Fifth level</a:t>
            </a:r>
          </a:p>
        </p:txBody>
      </p:sp>
      <p:sp>
        <p:nvSpPr>
          <p:cNvPr id="771988958" name="Shape 13316"/>
          <p:cNvSpPr>
            <a:spLocks noGrp="1" noChangeShapeType="1"/>
          </p:cNvSpPr>
          <p:nvPr>
            <p:ph type="dt" idx="2"/>
          </p:nvPr>
        </p:nvSpPr>
        <p:spPr bwMode="auto">
          <a:xfrm>
            <a:off x="457200" y="6416675"/>
            <a:ext cx="2133600" cy="365125"/>
          </a:xfrm>
          <a:prstGeom prst="rect">
            <a:avLst/>
          </a:prstGeom>
          <a:noFill/>
        </p:spPr>
        <p:txBody>
          <a:bodyPr lIns="91423" tIns="45711" rIns="91423" bIns="45711" anchor="b"/>
          <a:lstStyle/>
          <a:p>
            <a:pPr>
              <a:defRPr/>
            </a:pPr>
            <a:endParaRPr sz="1400"/>
          </a:p>
        </p:txBody>
      </p:sp>
      <p:sp>
        <p:nvSpPr>
          <p:cNvPr id="102979202" name="Shape 13317"/>
          <p:cNvSpPr>
            <a:spLocks noGrp="1" noChangeShapeType="1"/>
          </p:cNvSpPr>
          <p:nvPr>
            <p:ph type="ftr" idx="3"/>
          </p:nvPr>
        </p:nvSpPr>
        <p:spPr bwMode="auto">
          <a:xfrm>
            <a:off x="3124200" y="6416675"/>
            <a:ext cx="2895600" cy="365125"/>
          </a:xfrm>
          <a:prstGeom prst="rect">
            <a:avLst/>
          </a:prstGeom>
          <a:noFill/>
        </p:spPr>
        <p:txBody>
          <a:bodyPr lIns="91423" tIns="45711" rIns="91423" bIns="45711" anchor="b"/>
          <a:lstStyle/>
          <a:p>
            <a:pPr>
              <a:defRPr/>
            </a:pPr>
            <a:endParaRPr sz="1400"/>
          </a:p>
        </p:txBody>
      </p:sp>
      <p:sp>
        <p:nvSpPr>
          <p:cNvPr id="1129365473" name="Shape 13318"/>
          <p:cNvSpPr>
            <a:spLocks noGrp="1" noChangeShapeType="1"/>
          </p:cNvSpPr>
          <p:nvPr>
            <p:ph type="sldNum" idx="4"/>
          </p:nvPr>
        </p:nvSpPr>
        <p:spPr bwMode="auto">
          <a:xfrm>
            <a:off x="7924800" y="6416675"/>
            <a:ext cx="762000" cy="365125"/>
          </a:xfrm>
          <a:prstGeom prst="rect">
            <a:avLst/>
          </a:prstGeom>
          <a:noFill/>
        </p:spPr>
        <p:txBody>
          <a:bodyPr lIns="0" tIns="45711" rIns="0" bIns="45711" anchor="b"/>
          <a:lstStyle>
            <a:lvl1pPr mar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Book Antiqua"/>
              </a:defRPr>
            </a:lvl1pPr>
            <a:lvl2pPr marL="455295" indent="455295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Book Antiqua"/>
              </a:defRPr>
            </a:lvl2pPr>
            <a:lvl3pPr marL="912495" indent="912495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Book Antiqua"/>
              </a:defRPr>
            </a:lvl3pPr>
            <a:lvl4pPr marL="1369695" indent="1369695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Book Antiqua"/>
              </a:defRPr>
            </a:lvl4pPr>
            <a:lvl5pPr marL="1826895" indent="1826895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Book Antiqua"/>
              </a:defRPr>
            </a:lvl5pPr>
          </a:lstStyle>
          <a:p>
            <a:pPr marL="0" lvl="0" indent="0" algn="r">
              <a:spcBef>
                <a:spcPts val="0"/>
              </a:spcBef>
              <a:buNone/>
              <a:defRPr/>
            </a:pPr>
            <a:fld id="{D038279B-FC19-497E-A7D1-5ADD9CAF016F}" type="slidenum">
              <a:rPr lang="en-GB" sz="1200" b="1" i="0" u="none">
                <a:solidFill>
                  <a:srgbClr val="BCBCBC"/>
                </a:solidFill>
              </a:rPr>
            </a:fld>
            <a:endParaRPr lang="en-GB" sz="1200" b="1" i="0" u="none">
              <a:solidFill>
                <a:srgbClr val="BCBCBC"/>
              </a:solidFill>
            </a:endParaRP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PhAnim="0" showMasterSp="0" userDrawn="1">
  <p:cSld name="53_Theme2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98868046" name="Title Placeholder 21"/>
          <p:cNvSpPr>
            <a:spLocks noGrp="1" noChangeShapeType="1"/>
          </p:cNvSpPr>
          <p:nvPr>
            <p:ph type="title"/>
          </p:nvPr>
        </p:nvSpPr>
        <p:spPr bwMode="auto">
          <a:xfrm>
            <a:off x="457200" y="274637"/>
            <a:ext cx="8229600" cy="1143000"/>
          </a:xfrm>
          <a:prstGeom prst="rect">
            <a:avLst/>
          </a:prstGeom>
          <a:noFill/>
        </p:spPr>
        <p:txBody>
          <a:bodyPr lIns="91423" tIns="45711" rIns="91423" bIns="45711" anchor="ctr" anchorCtr="0"/>
          <a:lstStyle/>
          <a:p>
            <a:pPr marL="0" lvl="0" indent="0">
              <a:spcBef>
                <a:spcPts val="0"/>
              </a:spcBef>
              <a:buNone/>
              <a:defRPr/>
            </a:pPr>
            <a:r>
              <a:t>Click to edit Master title style</a:t>
            </a:r>
          </a:p>
        </p:txBody>
      </p:sp>
      <p:sp>
        <p:nvSpPr>
          <p:cNvPr id="857589263" name="Text Placeholder 12"/>
          <p:cNvSpPr>
            <a:spLocks noGrp="1" noChangeShapeType="1"/>
          </p:cNvSpPr>
          <p:nvPr>
            <p:ph type="body" idx="1"/>
          </p:nvPr>
        </p:nvSpPr>
        <p:spPr bwMode="auto">
          <a:xfrm>
            <a:off x="457200" y="1600200"/>
            <a:ext cx="8229600" cy="4708525"/>
          </a:xfrm>
          <a:prstGeom prst="rect">
            <a:avLst/>
          </a:prstGeom>
          <a:noFill/>
        </p:spPr>
        <p:txBody>
          <a:bodyPr lIns="91423" tIns="45711" rIns="91423" bIns="45711"/>
          <a:lstStyle/>
          <a:p>
            <a:pPr marL="546100" lvl="0" indent="-409575">
              <a:spcBef>
                <a:spcPts val="0"/>
              </a:spcBef>
              <a:buClr>
                <a:srgbClr val="F9F9F9"/>
              </a:buClr>
              <a:buSzPct val="65000"/>
              <a:buFont typeface="Wingdings 2"/>
              <a:buChar char=""/>
              <a:defRPr/>
            </a:pPr>
            <a:r>
              <a:t>Click to edit Master text styles</a:t>
            </a:r>
          </a:p>
          <a:p>
            <a:pPr marL="866775" lvl="1" indent="-281305">
              <a:spcBef>
                <a:spcPts val="0"/>
              </a:spcBef>
              <a:buClr>
                <a:srgbClr val="FFFFFF"/>
              </a:buClr>
              <a:buSzPct val="80000"/>
              <a:buChar char=""/>
              <a:defRPr/>
            </a:pPr>
            <a:r>
              <a:t>Second level</a:t>
            </a:r>
          </a:p>
          <a:p>
            <a:pPr marL="1131570" lvl="2" indent="-226695">
              <a:spcBef>
                <a:spcPts val="0"/>
              </a:spcBef>
              <a:buClr>
                <a:srgbClr val="FFFFFF"/>
              </a:buClr>
              <a:buSzPct val="95000"/>
              <a:buFont typeface="Wingdings"/>
              <a:buChar char=""/>
              <a:defRPr/>
            </a:pPr>
            <a:r>
              <a:t>Third level</a:t>
            </a:r>
          </a:p>
          <a:p>
            <a:pPr marL="1350645" lvl="3" indent="-180975">
              <a:spcBef>
                <a:spcPts val="0"/>
              </a:spcBef>
              <a:buClr>
                <a:srgbClr val="FFFFFF"/>
              </a:buClr>
              <a:buSzPct val="100000"/>
              <a:buFont typeface="Wingdings 3"/>
              <a:buChar char=""/>
              <a:defRPr/>
            </a:pPr>
            <a:r>
              <a:t>Fourth level</a:t>
            </a:r>
          </a:p>
          <a:p>
            <a:pPr marL="1543050" lvl="4" indent="-180975">
              <a:spcBef>
                <a:spcPts val="0"/>
              </a:spcBef>
              <a:buClr>
                <a:srgbClr val="FFFFFF"/>
              </a:buClr>
              <a:buSzPct val="100000"/>
              <a:buFont typeface="Wingdings 2"/>
              <a:buChar char=""/>
              <a:defRPr/>
            </a:pPr>
            <a:r>
              <a:t>Fifth level</a:t>
            </a:r>
          </a:p>
        </p:txBody>
      </p:sp>
      <p:sp>
        <p:nvSpPr>
          <p:cNvPr id="1957681417" name="Date Placeholder 13"/>
          <p:cNvSpPr>
            <a:spLocks noGrp="1" noChangeShapeType="1"/>
          </p:cNvSpPr>
          <p:nvPr>
            <p:ph type="dt" idx="2"/>
          </p:nvPr>
        </p:nvSpPr>
        <p:spPr bwMode="auto">
          <a:xfrm>
            <a:off x="457200" y="6416675"/>
            <a:ext cx="2133600" cy="365125"/>
          </a:xfrm>
          <a:prstGeom prst="rect">
            <a:avLst/>
          </a:prstGeom>
          <a:noFill/>
        </p:spPr>
        <p:txBody>
          <a:bodyPr lIns="91423" tIns="45711" rIns="91423" bIns="45711" anchor="b"/>
          <a:lstStyle/>
          <a:p>
            <a:pPr>
              <a:defRPr/>
            </a:pPr>
            <a:endParaRPr sz="1400"/>
          </a:p>
        </p:txBody>
      </p:sp>
      <p:sp>
        <p:nvSpPr>
          <p:cNvPr id="2102436193" name="Footer Placeholder 2"/>
          <p:cNvSpPr>
            <a:spLocks noGrp="1" noChangeShapeType="1"/>
          </p:cNvSpPr>
          <p:nvPr>
            <p:ph type="ftr" idx="3"/>
          </p:nvPr>
        </p:nvSpPr>
        <p:spPr bwMode="auto">
          <a:xfrm>
            <a:off x="3124200" y="6416675"/>
            <a:ext cx="2895600" cy="365125"/>
          </a:xfrm>
          <a:prstGeom prst="rect">
            <a:avLst/>
          </a:prstGeom>
          <a:noFill/>
        </p:spPr>
        <p:txBody>
          <a:bodyPr lIns="91423" tIns="45711" rIns="91423" bIns="45711" anchor="b"/>
          <a:lstStyle/>
          <a:p>
            <a:pPr>
              <a:defRPr/>
            </a:pPr>
            <a:endParaRPr sz="1400"/>
          </a:p>
        </p:txBody>
      </p:sp>
      <p:sp>
        <p:nvSpPr>
          <p:cNvPr id="1030650594" name="Slide Number Placeholder 22"/>
          <p:cNvSpPr>
            <a:spLocks noGrp="1" noChangeShapeType="1"/>
          </p:cNvSpPr>
          <p:nvPr>
            <p:ph type="sldNum" idx="4"/>
          </p:nvPr>
        </p:nvSpPr>
        <p:spPr bwMode="auto">
          <a:xfrm>
            <a:off x="7924800" y="6416675"/>
            <a:ext cx="762000" cy="365125"/>
          </a:xfrm>
          <a:prstGeom prst="rect">
            <a:avLst/>
          </a:prstGeom>
          <a:noFill/>
        </p:spPr>
        <p:txBody>
          <a:bodyPr lIns="0" tIns="45711" rIns="0" bIns="45711" anchor="b"/>
          <a:lstStyle/>
          <a:p>
            <a:pPr marL="0" lvl="0" indent="0" algn="r">
              <a:spcBef>
                <a:spcPts val="0"/>
              </a:spcBef>
              <a:buNone/>
              <a:defRPr/>
            </a:pPr>
            <a:fld id="{D038279B-FC19-497E-A7D1-5ADD9CAF016F}" type="slidenum">
              <a:rPr lang="en-GB" sz="1200" b="0" i="0" u="none">
                <a:solidFill>
                  <a:srgbClr val="BCBCBC"/>
                </a:solidFill>
                <a:latin typeface="Book Antiqua"/>
              </a:rPr>
            </a:fld>
            <a:endParaRPr lang="en-GB" sz="1200" b="0" i="0" u="none">
              <a:solidFill>
                <a:srgbClr val="BCBCBC"/>
              </a:solidFill>
              <a:latin typeface="Book Antiqua"/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PhAnim="0" userDrawn="1">
  <p:cSld name="Title and Object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89730567" name="Shape 15362"/>
          <p:cNvSpPr>
            <a:spLocks noGrp="1" noChangeShapeType="1"/>
          </p:cNvSpPr>
          <p:nvPr>
            <p:ph type="title"/>
          </p:nvPr>
        </p:nvSpPr>
        <p:spPr bwMode="auto">
          <a:xfrm>
            <a:off x="457200" y="274637"/>
            <a:ext cx="8229600" cy="1143000"/>
          </a:xfrm>
          <a:prstGeom prst="rect">
            <a:avLst/>
          </a:prstGeom>
          <a:noFill/>
        </p:spPr>
        <p:txBody>
          <a:bodyPr lIns="91440" tIns="45720" rIns="91440" bIns="45720" anchor="ctr" anchorCtr="0"/>
          <a:lstStyle/>
          <a:p>
            <a:pPr marL="0" lvl="0" indent="0">
              <a:spcBef>
                <a:spcPts val="0"/>
              </a:spcBef>
              <a:buNone/>
              <a:defRPr/>
            </a:pPr>
            <a:r>
              <a:t>Click to edit Master title style</a:t>
            </a:r>
          </a:p>
        </p:txBody>
      </p:sp>
      <p:sp>
        <p:nvSpPr>
          <p:cNvPr id="305114868" name="Shape 15363"/>
          <p:cNvSpPr>
            <a:spLocks noGrp="1" noChangeShapeType="1"/>
          </p:cNvSpPr>
          <p:nvPr>
            <p:ph idx="1"/>
          </p:nvPr>
        </p:nvSpPr>
        <p:spPr bwMode="auto">
          <a:xfrm>
            <a:off x="457200" y="1600200"/>
            <a:ext cx="8229600" cy="4708525"/>
          </a:xfrm>
          <a:prstGeom prst="rect">
            <a:avLst/>
          </a:prstGeom>
          <a:noFill/>
        </p:spPr>
        <p:txBody>
          <a:bodyPr lIns="91440" tIns="45720" rIns="91440" bIns="45720"/>
          <a:lstStyle>
            <a:lvl1pPr marL="547370" indent="136525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9F9F9"/>
              </a:buClr>
              <a:buSzPct val="65000"/>
              <a:buChar char=""/>
              <a:defRPr sz="2800" b="0" i="0">
                <a:solidFill>
                  <a:schemeClr val="dk1"/>
                </a:solidFill>
                <a:latin typeface="Book Antiqua"/>
              </a:defRPr>
            </a:lvl1pPr>
            <a:lvl2pPr marL="868045" indent="58547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80000"/>
              <a:buChar char=""/>
              <a:defRPr sz="2400" b="0" i="0">
                <a:solidFill>
                  <a:schemeClr val="dk1"/>
                </a:solidFill>
                <a:latin typeface="Book Antiqua"/>
              </a:defRPr>
            </a:lvl2pPr>
            <a:lvl3pPr marL="1133475" indent="904875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95000"/>
              <a:buChar char=""/>
              <a:defRPr sz="2200" b="0" i="0">
                <a:solidFill>
                  <a:schemeClr val="dk1"/>
                </a:solidFill>
                <a:latin typeface="Book Antiqua"/>
              </a:defRPr>
            </a:lvl3pPr>
            <a:lvl4pPr marL="1352550" indent="116967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00000"/>
              <a:buChar char=""/>
              <a:defRPr sz="2000" b="0" i="0">
                <a:solidFill>
                  <a:schemeClr val="dk1"/>
                </a:solidFill>
                <a:latin typeface="Book Antiqua"/>
              </a:defRPr>
            </a:lvl4pPr>
            <a:lvl5pPr marL="1544320" indent="1362075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00000"/>
              <a:buChar char=""/>
              <a:defRPr sz="2000" b="0" i="0">
                <a:solidFill>
                  <a:schemeClr val="dk1"/>
                </a:solidFill>
                <a:latin typeface="Book Antiqua"/>
              </a:defRPr>
            </a:lvl5pPr>
          </a:lstStyle>
          <a:p>
            <a:pPr marL="547370" lvl="0" indent="-410845">
              <a:spcBef>
                <a:spcPts val="0"/>
              </a:spcBef>
              <a:buClr>
                <a:srgbClr val="F9F9F9"/>
              </a:buClr>
              <a:buSzPct val="65000"/>
              <a:buFont typeface="Wingdings 2"/>
              <a:buChar char=""/>
              <a:defRPr/>
            </a:pPr>
            <a:r>
              <a:t>Click to edit Master text styles</a:t>
            </a:r>
          </a:p>
          <a:p>
            <a:pPr marL="868045" lvl="1" indent="-282575">
              <a:spcBef>
                <a:spcPts val="0"/>
              </a:spcBef>
              <a:buClr>
                <a:srgbClr val="FFFFFF"/>
              </a:buClr>
              <a:buSzPct val="80000"/>
              <a:buChar char=""/>
              <a:defRPr/>
            </a:pPr>
            <a:r>
              <a:t>Second level</a:t>
            </a:r>
          </a:p>
          <a:p>
            <a:pPr marL="1133475" lvl="2" indent="-228600">
              <a:spcBef>
                <a:spcPts val="0"/>
              </a:spcBef>
              <a:buClr>
                <a:srgbClr val="FFFFFF"/>
              </a:buClr>
              <a:buSzPct val="95000"/>
              <a:buFont typeface="Wingdings"/>
              <a:buChar char=""/>
              <a:defRPr/>
            </a:pPr>
            <a:r>
              <a:t>Third level</a:t>
            </a:r>
          </a:p>
          <a:p>
            <a:pPr marL="1352550" lvl="3" indent="-182880">
              <a:spcBef>
                <a:spcPts val="0"/>
              </a:spcBef>
              <a:buClr>
                <a:srgbClr val="FFFFFF"/>
              </a:buClr>
              <a:buSzPct val="100000"/>
              <a:buFont typeface="Wingdings 3"/>
              <a:buChar char=""/>
              <a:defRPr/>
            </a:pPr>
            <a:r>
              <a:t>Fourth level</a:t>
            </a:r>
          </a:p>
          <a:p>
            <a:pPr marL="1544320" lvl="4" indent="-182245">
              <a:spcBef>
                <a:spcPts val="0"/>
              </a:spcBef>
              <a:buClr>
                <a:srgbClr val="FFFFFF"/>
              </a:buClr>
              <a:buSzPct val="100000"/>
              <a:buFont typeface="Wingdings 2"/>
              <a:buChar char=""/>
              <a:defRPr/>
            </a:pPr>
            <a:r>
              <a:t>Fifth level</a:t>
            </a:r>
          </a:p>
        </p:txBody>
      </p:sp>
      <p:sp>
        <p:nvSpPr>
          <p:cNvPr id="343099657" name="Shape 15364"/>
          <p:cNvSpPr>
            <a:spLocks noGrp="1" noChangeShapeType="1"/>
          </p:cNvSpPr>
          <p:nvPr>
            <p:ph type="dt" idx="2"/>
          </p:nvPr>
        </p:nvSpPr>
        <p:spPr bwMode="auto">
          <a:xfrm>
            <a:off x="457200" y="6416675"/>
            <a:ext cx="2133600" cy="365125"/>
          </a:xfrm>
          <a:prstGeom prst="rect">
            <a:avLst/>
          </a:prstGeom>
          <a:noFill/>
        </p:spPr>
        <p:txBody>
          <a:bodyPr lIns="91440" tIns="45720" rIns="91440" bIns="45720" anchor="b"/>
          <a:lstStyle/>
          <a:p>
            <a:pPr>
              <a:defRPr/>
            </a:pPr>
            <a:endParaRPr sz="1400"/>
          </a:p>
        </p:txBody>
      </p:sp>
      <p:sp>
        <p:nvSpPr>
          <p:cNvPr id="1217051672" name="Shape 15365"/>
          <p:cNvSpPr>
            <a:spLocks noGrp="1" noChangeShapeType="1"/>
          </p:cNvSpPr>
          <p:nvPr>
            <p:ph type="ftr" idx="3"/>
          </p:nvPr>
        </p:nvSpPr>
        <p:spPr bwMode="auto">
          <a:xfrm>
            <a:off x="3124200" y="6416675"/>
            <a:ext cx="2895600" cy="365125"/>
          </a:xfrm>
          <a:prstGeom prst="rect">
            <a:avLst/>
          </a:prstGeom>
          <a:noFill/>
        </p:spPr>
        <p:txBody>
          <a:bodyPr lIns="91440" tIns="45720" rIns="91440" bIns="45720" anchor="b"/>
          <a:lstStyle/>
          <a:p>
            <a:pPr>
              <a:defRPr/>
            </a:pPr>
            <a:endParaRPr sz="1400"/>
          </a:p>
        </p:txBody>
      </p:sp>
      <p:sp>
        <p:nvSpPr>
          <p:cNvPr id="1848317895" name="Shape 15366"/>
          <p:cNvSpPr>
            <a:spLocks noGrp="1" noChangeShapeType="1"/>
          </p:cNvSpPr>
          <p:nvPr>
            <p:ph type="sldNum" idx="4"/>
          </p:nvPr>
        </p:nvSpPr>
        <p:spPr bwMode="auto">
          <a:xfrm>
            <a:off x="7924800" y="6416675"/>
            <a:ext cx="762000" cy="365125"/>
          </a:xfrm>
          <a:prstGeom prst="rect">
            <a:avLst/>
          </a:prstGeom>
          <a:noFill/>
        </p:spPr>
        <p:txBody>
          <a:bodyPr lIns="0" tIns="45720" rIns="0" bIns="45720" anchor="b"/>
          <a:lstStyle>
            <a:lvl1pPr mar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Book Antiqua"/>
              </a:defRPr>
            </a:lvl1pPr>
            <a:lvl2pPr marL="457200" indent="4572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Book Antiqua"/>
              </a:defRPr>
            </a:lvl2pPr>
            <a:lvl3pPr marL="914400" indent="9144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Book Antiqua"/>
              </a:defRPr>
            </a:lvl3pPr>
            <a:lvl4pPr marL="1371600" indent="13716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Book Antiqua"/>
              </a:defRPr>
            </a:lvl4pPr>
            <a:lvl5pPr marL="1828800" indent="18288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Book Antiqua"/>
              </a:defRPr>
            </a:lvl5pPr>
          </a:lstStyle>
          <a:p>
            <a:pPr marL="0" lvl="0" indent="0" algn="r">
              <a:spcBef>
                <a:spcPts val="0"/>
              </a:spcBef>
              <a:buNone/>
              <a:defRPr/>
            </a:pPr>
            <a:fld id="{D038279B-FC19-497E-A7D1-5ADD9CAF016F}" type="slidenum">
              <a:rPr lang="en-GB" sz="1200" b="1" i="0" u="none">
                <a:solidFill>
                  <a:srgbClr val="BCBCBC"/>
                </a:solidFill>
                <a:ea typeface="Microsoft YaHei"/>
              </a:rPr>
            </a:fld>
            <a:endParaRPr lang="en-GB" sz="1200" b="1" i="0" u="none">
              <a:solidFill>
                <a:srgbClr val="BCBCBC"/>
              </a:solidFill>
              <a:ea typeface="Microsoft YaHei"/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PhAnim="0" showMasterSp="0" userDrawn="1">
  <p:cSld name="54_Theme2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49482482" name="Title Placeholder 21"/>
          <p:cNvSpPr>
            <a:spLocks noGrp="1" noChangeShapeType="1"/>
          </p:cNvSpPr>
          <p:nvPr>
            <p:ph type="title"/>
          </p:nvPr>
        </p:nvSpPr>
        <p:spPr bwMode="auto">
          <a:xfrm>
            <a:off x="457200" y="274637"/>
            <a:ext cx="8229600" cy="1143000"/>
          </a:xfrm>
          <a:prstGeom prst="rect">
            <a:avLst/>
          </a:prstGeom>
          <a:noFill/>
        </p:spPr>
        <p:txBody>
          <a:bodyPr lIns="91440" tIns="45720" rIns="91440" bIns="45720" anchor="ctr" anchorCtr="0"/>
          <a:lstStyle/>
          <a:p>
            <a:pPr marL="0" lvl="0" indent="0">
              <a:spcBef>
                <a:spcPts val="0"/>
              </a:spcBef>
              <a:buNone/>
              <a:defRPr/>
            </a:pPr>
            <a:r>
              <a:t>Click to edit Master title style</a:t>
            </a:r>
          </a:p>
        </p:txBody>
      </p:sp>
      <p:sp>
        <p:nvSpPr>
          <p:cNvPr id="597910795" name="Text Placeholder 12"/>
          <p:cNvSpPr>
            <a:spLocks noGrp="1" noChangeShapeType="1"/>
          </p:cNvSpPr>
          <p:nvPr>
            <p:ph type="body" idx="1"/>
          </p:nvPr>
        </p:nvSpPr>
        <p:spPr bwMode="auto">
          <a:xfrm>
            <a:off x="457200" y="1600200"/>
            <a:ext cx="8229600" cy="4708525"/>
          </a:xfrm>
          <a:prstGeom prst="rect">
            <a:avLst/>
          </a:prstGeom>
          <a:noFill/>
        </p:spPr>
        <p:txBody>
          <a:bodyPr lIns="91440" tIns="45720" rIns="91440" bIns="45720"/>
          <a:lstStyle/>
          <a:p>
            <a:pPr marL="547370" lvl="0" indent="-410845">
              <a:spcBef>
                <a:spcPts val="0"/>
              </a:spcBef>
              <a:buClr>
                <a:srgbClr val="F9F9F9"/>
              </a:buClr>
              <a:buSzPct val="65000"/>
              <a:buFont typeface="Wingdings 2"/>
              <a:buChar char=""/>
              <a:defRPr/>
            </a:pPr>
            <a:r>
              <a:t>Click to edit Master text styles</a:t>
            </a:r>
          </a:p>
          <a:p>
            <a:pPr marL="868045" lvl="1" indent="-282575">
              <a:spcBef>
                <a:spcPts val="0"/>
              </a:spcBef>
              <a:buClr>
                <a:srgbClr val="FFFFFF"/>
              </a:buClr>
              <a:buSzPct val="80000"/>
              <a:buChar char=""/>
              <a:defRPr/>
            </a:pPr>
            <a:r>
              <a:t>Second level</a:t>
            </a:r>
          </a:p>
          <a:p>
            <a:pPr marL="1133475" lvl="2" indent="-228600">
              <a:spcBef>
                <a:spcPts val="0"/>
              </a:spcBef>
              <a:buClr>
                <a:srgbClr val="FFFFFF"/>
              </a:buClr>
              <a:buSzPct val="95000"/>
              <a:buFont typeface="Wingdings"/>
              <a:buChar char=""/>
              <a:defRPr/>
            </a:pPr>
            <a:r>
              <a:t>Third level</a:t>
            </a:r>
          </a:p>
          <a:p>
            <a:pPr marL="1352550" lvl="3" indent="-182880">
              <a:spcBef>
                <a:spcPts val="0"/>
              </a:spcBef>
              <a:buClr>
                <a:srgbClr val="FFFFFF"/>
              </a:buClr>
              <a:buSzPct val="100000"/>
              <a:buFont typeface="Wingdings 3"/>
              <a:buChar char=""/>
              <a:defRPr/>
            </a:pPr>
            <a:r>
              <a:t>Fourth level</a:t>
            </a:r>
          </a:p>
          <a:p>
            <a:pPr marL="1544320" lvl="4" indent="-182245">
              <a:spcBef>
                <a:spcPts val="0"/>
              </a:spcBef>
              <a:buClr>
                <a:srgbClr val="FFFFFF"/>
              </a:buClr>
              <a:buSzPct val="100000"/>
              <a:buFont typeface="Wingdings 2"/>
              <a:buChar char=""/>
              <a:defRPr/>
            </a:pPr>
            <a:r>
              <a:t>Fifth level</a:t>
            </a:r>
          </a:p>
        </p:txBody>
      </p:sp>
      <p:sp>
        <p:nvSpPr>
          <p:cNvPr id="1495571949" name="Date Placeholder 13"/>
          <p:cNvSpPr>
            <a:spLocks noGrp="1" noChangeShapeType="1"/>
          </p:cNvSpPr>
          <p:nvPr>
            <p:ph type="dt" idx="2"/>
          </p:nvPr>
        </p:nvSpPr>
        <p:spPr bwMode="auto">
          <a:xfrm>
            <a:off x="457200" y="6416675"/>
            <a:ext cx="2133600" cy="365125"/>
          </a:xfrm>
          <a:prstGeom prst="rect">
            <a:avLst/>
          </a:prstGeom>
          <a:noFill/>
        </p:spPr>
        <p:txBody>
          <a:bodyPr lIns="91440" tIns="45720" rIns="91440" bIns="45720" anchor="b"/>
          <a:lstStyle/>
          <a:p>
            <a:pPr>
              <a:defRPr/>
            </a:pPr>
            <a:endParaRPr sz="1400"/>
          </a:p>
        </p:txBody>
      </p:sp>
      <p:sp>
        <p:nvSpPr>
          <p:cNvPr id="1959038077" name="Footer Placeholder 2"/>
          <p:cNvSpPr>
            <a:spLocks noGrp="1" noChangeShapeType="1"/>
          </p:cNvSpPr>
          <p:nvPr>
            <p:ph type="ftr" idx="3"/>
          </p:nvPr>
        </p:nvSpPr>
        <p:spPr bwMode="auto">
          <a:xfrm>
            <a:off x="3124200" y="6416675"/>
            <a:ext cx="2895600" cy="365125"/>
          </a:xfrm>
          <a:prstGeom prst="rect">
            <a:avLst/>
          </a:prstGeom>
          <a:noFill/>
        </p:spPr>
        <p:txBody>
          <a:bodyPr lIns="91440" tIns="45720" rIns="91440" bIns="45720" anchor="b"/>
          <a:lstStyle/>
          <a:p>
            <a:pPr>
              <a:defRPr/>
            </a:pPr>
            <a:endParaRPr sz="1400"/>
          </a:p>
        </p:txBody>
      </p:sp>
      <p:sp>
        <p:nvSpPr>
          <p:cNvPr id="2054102193" name="Slide Number Placeholder 22"/>
          <p:cNvSpPr>
            <a:spLocks noGrp="1" noChangeShapeType="1"/>
          </p:cNvSpPr>
          <p:nvPr>
            <p:ph type="sldNum" idx="4"/>
          </p:nvPr>
        </p:nvSpPr>
        <p:spPr bwMode="auto">
          <a:xfrm>
            <a:off x="7924800" y="6416675"/>
            <a:ext cx="762000" cy="365125"/>
          </a:xfrm>
          <a:prstGeom prst="rect">
            <a:avLst/>
          </a:prstGeom>
          <a:noFill/>
        </p:spPr>
        <p:txBody>
          <a:bodyPr lIns="0" tIns="45720" rIns="0" bIns="45720" anchor="b"/>
          <a:lstStyle/>
          <a:p>
            <a:pPr marL="0" lvl="0" indent="0" algn="r">
              <a:spcBef>
                <a:spcPts val="0"/>
              </a:spcBef>
              <a:buNone/>
              <a:defRPr/>
            </a:pPr>
            <a:fld id="{D038279B-FC19-497E-A7D1-5ADD9CAF016F}" type="slidenum">
              <a:rPr lang="en-GB" sz="1200" b="0" i="0" u="none">
                <a:solidFill>
                  <a:srgbClr val="BCBCBC"/>
                </a:solidFill>
                <a:ea typeface="Microsoft YaHei"/>
              </a:rPr>
            </a:fld>
            <a:endParaRPr lang="en-GB" sz="1200" b="0" i="0" u="none">
              <a:solidFill>
                <a:srgbClr val="BCBCBC"/>
              </a:solidFill>
              <a:ea typeface="Microsoft YaHei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PhAnim="0" userDrawn="1">
  <p:cSld name="Title and Object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11537251" name="Shape 16386"/>
          <p:cNvSpPr>
            <a:spLocks noGrp="1" noChangeShapeType="1"/>
          </p:cNvSpPr>
          <p:nvPr>
            <p:ph type="title"/>
          </p:nvPr>
        </p:nvSpPr>
        <p:spPr bwMode="auto">
          <a:xfrm>
            <a:off x="457200" y="274637"/>
            <a:ext cx="8229600" cy="1143000"/>
          </a:xfrm>
          <a:prstGeom prst="rect">
            <a:avLst/>
          </a:prstGeom>
          <a:noFill/>
        </p:spPr>
        <p:txBody>
          <a:bodyPr lIns="91440" tIns="45720" rIns="91440" bIns="45720" anchor="ctr" anchorCtr="0"/>
          <a:lstStyle/>
          <a:p>
            <a:pPr marL="0" lvl="0" indent="0">
              <a:spcBef>
                <a:spcPts val="0"/>
              </a:spcBef>
              <a:buNone/>
              <a:defRPr/>
            </a:pPr>
            <a:r>
              <a:t>Click to edit Master title style</a:t>
            </a:r>
          </a:p>
        </p:txBody>
      </p:sp>
      <p:sp>
        <p:nvSpPr>
          <p:cNvPr id="794462806" name="Shape 16387"/>
          <p:cNvSpPr>
            <a:spLocks noGrp="1" noChangeShapeType="1"/>
          </p:cNvSpPr>
          <p:nvPr>
            <p:ph idx="1"/>
          </p:nvPr>
        </p:nvSpPr>
        <p:spPr bwMode="auto">
          <a:xfrm>
            <a:off x="457200" y="1600200"/>
            <a:ext cx="8229600" cy="4708525"/>
          </a:xfrm>
          <a:prstGeom prst="rect">
            <a:avLst/>
          </a:prstGeom>
          <a:noFill/>
        </p:spPr>
        <p:txBody>
          <a:bodyPr lIns="91440" tIns="45720" rIns="91440" bIns="45720"/>
          <a:lstStyle>
            <a:lvl1pPr marL="547370" indent="136525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9F9F9"/>
              </a:buClr>
              <a:buSzPct val="65000"/>
              <a:buChar char=""/>
              <a:defRPr sz="2800" b="0" i="0">
                <a:solidFill>
                  <a:schemeClr val="dk1"/>
                </a:solidFill>
                <a:latin typeface="Book Antiqua"/>
              </a:defRPr>
            </a:lvl1pPr>
            <a:lvl2pPr marL="868045" indent="58547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80000"/>
              <a:buChar char=""/>
              <a:defRPr sz="2400" b="0" i="0">
                <a:solidFill>
                  <a:schemeClr val="dk1"/>
                </a:solidFill>
                <a:latin typeface="Book Antiqua"/>
              </a:defRPr>
            </a:lvl2pPr>
            <a:lvl3pPr marL="1133475" indent="904875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95000"/>
              <a:buChar char=""/>
              <a:defRPr sz="2200" b="0" i="0">
                <a:solidFill>
                  <a:schemeClr val="dk1"/>
                </a:solidFill>
                <a:latin typeface="Book Antiqua"/>
              </a:defRPr>
            </a:lvl3pPr>
            <a:lvl4pPr marL="1352550" indent="116967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00000"/>
              <a:buChar char=""/>
              <a:defRPr sz="2000" b="0" i="0">
                <a:solidFill>
                  <a:schemeClr val="dk1"/>
                </a:solidFill>
                <a:latin typeface="Book Antiqua"/>
              </a:defRPr>
            </a:lvl4pPr>
            <a:lvl5pPr marL="1544320" indent="1362075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00000"/>
              <a:buChar char=""/>
              <a:defRPr sz="2000" b="0" i="0">
                <a:solidFill>
                  <a:schemeClr val="dk1"/>
                </a:solidFill>
                <a:latin typeface="Book Antiqua"/>
              </a:defRPr>
            </a:lvl5pPr>
          </a:lstStyle>
          <a:p>
            <a:pPr marL="547370" lvl="0" indent="-410845">
              <a:spcBef>
                <a:spcPts val="0"/>
              </a:spcBef>
              <a:buClr>
                <a:srgbClr val="F9F9F9"/>
              </a:buClr>
              <a:buSzPct val="65000"/>
              <a:buFont typeface="Wingdings 2"/>
              <a:buChar char=""/>
              <a:defRPr/>
            </a:pPr>
            <a:r>
              <a:t>Click to edit Master text styles</a:t>
            </a:r>
          </a:p>
          <a:p>
            <a:pPr marL="868045" lvl="1" indent="-282575">
              <a:spcBef>
                <a:spcPts val="0"/>
              </a:spcBef>
              <a:buClr>
                <a:srgbClr val="FFFFFF"/>
              </a:buClr>
              <a:buSzPct val="80000"/>
              <a:buChar char=""/>
              <a:defRPr/>
            </a:pPr>
            <a:r>
              <a:t>Second level</a:t>
            </a:r>
          </a:p>
          <a:p>
            <a:pPr marL="1133475" lvl="2" indent="-228600">
              <a:spcBef>
                <a:spcPts val="0"/>
              </a:spcBef>
              <a:buClr>
                <a:srgbClr val="FFFFFF"/>
              </a:buClr>
              <a:buSzPct val="95000"/>
              <a:buFont typeface="Wingdings"/>
              <a:buChar char=""/>
              <a:defRPr/>
            </a:pPr>
            <a:r>
              <a:t>Third level</a:t>
            </a:r>
          </a:p>
          <a:p>
            <a:pPr marL="1352550" lvl="3" indent="-182880">
              <a:spcBef>
                <a:spcPts val="0"/>
              </a:spcBef>
              <a:buClr>
                <a:srgbClr val="FFFFFF"/>
              </a:buClr>
              <a:buSzPct val="100000"/>
              <a:buFont typeface="Wingdings 3"/>
              <a:buChar char=""/>
              <a:defRPr/>
            </a:pPr>
            <a:r>
              <a:t>Fourth level</a:t>
            </a:r>
          </a:p>
          <a:p>
            <a:pPr marL="1544320" lvl="4" indent="-182245">
              <a:spcBef>
                <a:spcPts val="0"/>
              </a:spcBef>
              <a:buClr>
                <a:srgbClr val="FFFFFF"/>
              </a:buClr>
              <a:buSzPct val="100000"/>
              <a:buFont typeface="Wingdings 2"/>
              <a:buChar char=""/>
              <a:defRPr/>
            </a:pPr>
            <a:r>
              <a:t>Fifth level</a:t>
            </a:r>
          </a:p>
        </p:txBody>
      </p:sp>
      <p:sp>
        <p:nvSpPr>
          <p:cNvPr id="1106077728" name="Shape 16388"/>
          <p:cNvSpPr>
            <a:spLocks noGrp="1" noChangeShapeType="1"/>
          </p:cNvSpPr>
          <p:nvPr>
            <p:ph type="dt" idx="2"/>
          </p:nvPr>
        </p:nvSpPr>
        <p:spPr bwMode="auto">
          <a:xfrm>
            <a:off x="457200" y="6416675"/>
            <a:ext cx="2133600" cy="365125"/>
          </a:xfrm>
          <a:prstGeom prst="rect">
            <a:avLst/>
          </a:prstGeom>
          <a:noFill/>
        </p:spPr>
        <p:txBody>
          <a:bodyPr lIns="91440" tIns="45720" rIns="91440" bIns="45720" anchor="b"/>
          <a:lstStyle/>
          <a:p>
            <a:pPr>
              <a:defRPr/>
            </a:pPr>
            <a:endParaRPr sz="1400"/>
          </a:p>
        </p:txBody>
      </p:sp>
      <p:sp>
        <p:nvSpPr>
          <p:cNvPr id="2085040035" name="Shape 16389"/>
          <p:cNvSpPr>
            <a:spLocks noGrp="1" noChangeShapeType="1"/>
          </p:cNvSpPr>
          <p:nvPr>
            <p:ph type="ftr" idx="3"/>
          </p:nvPr>
        </p:nvSpPr>
        <p:spPr bwMode="auto">
          <a:xfrm>
            <a:off x="3124200" y="6416675"/>
            <a:ext cx="2895600" cy="365125"/>
          </a:xfrm>
          <a:prstGeom prst="rect">
            <a:avLst/>
          </a:prstGeom>
          <a:noFill/>
        </p:spPr>
        <p:txBody>
          <a:bodyPr lIns="91440" tIns="45720" rIns="91440" bIns="45720" anchor="b"/>
          <a:lstStyle/>
          <a:p>
            <a:pPr>
              <a:defRPr/>
            </a:pPr>
            <a:endParaRPr sz="1400"/>
          </a:p>
        </p:txBody>
      </p:sp>
      <p:sp>
        <p:nvSpPr>
          <p:cNvPr id="653367922" name="Shape 16390"/>
          <p:cNvSpPr>
            <a:spLocks noGrp="1" noChangeShapeType="1"/>
          </p:cNvSpPr>
          <p:nvPr>
            <p:ph type="sldNum" idx="4"/>
          </p:nvPr>
        </p:nvSpPr>
        <p:spPr bwMode="auto">
          <a:xfrm>
            <a:off x="7924800" y="6416675"/>
            <a:ext cx="762000" cy="365125"/>
          </a:xfrm>
          <a:prstGeom prst="rect">
            <a:avLst/>
          </a:prstGeom>
          <a:noFill/>
        </p:spPr>
        <p:txBody>
          <a:bodyPr lIns="0" tIns="45720" rIns="0" bIns="45720" anchor="b"/>
          <a:lstStyle>
            <a:lvl1pPr mar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Book Antiqua"/>
              </a:defRPr>
            </a:lvl1pPr>
            <a:lvl2pPr marL="457200" indent="4572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Book Antiqua"/>
              </a:defRPr>
            </a:lvl2pPr>
            <a:lvl3pPr marL="914400" indent="9144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Book Antiqua"/>
              </a:defRPr>
            </a:lvl3pPr>
            <a:lvl4pPr marL="1371600" indent="13716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Book Antiqua"/>
              </a:defRPr>
            </a:lvl4pPr>
            <a:lvl5pPr marL="1828800" indent="18288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Book Antiqua"/>
              </a:defRPr>
            </a:lvl5pPr>
          </a:lstStyle>
          <a:p>
            <a:pPr marL="0" lvl="0" indent="0" algn="r">
              <a:spcBef>
                <a:spcPts val="0"/>
              </a:spcBef>
              <a:buNone/>
              <a:defRPr/>
            </a:pPr>
            <a:fld id="{D038279B-FC19-497E-A7D1-5ADD9CAF016F}" type="slidenum">
              <a:rPr lang="en-GB" sz="1200" b="1" i="0" u="none">
                <a:solidFill>
                  <a:srgbClr val="BCBCBC"/>
                </a:solidFill>
                <a:ea typeface="Microsoft YaHei"/>
              </a:rPr>
            </a:fld>
            <a:endParaRPr lang="en-GB" sz="1200" b="1" i="0" u="none">
              <a:solidFill>
                <a:srgbClr val="BCBCBC"/>
              </a:solidFill>
              <a:ea typeface="Microsoft YaHei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PhAnim="0" showMasterSp="0" userDrawn="1">
  <p:cSld name="55_Theme2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99257788" name="Title Placeholder 21"/>
          <p:cNvSpPr>
            <a:spLocks noGrp="1" noChangeShapeType="1"/>
          </p:cNvSpPr>
          <p:nvPr>
            <p:ph type="title"/>
          </p:nvPr>
        </p:nvSpPr>
        <p:spPr bwMode="auto">
          <a:xfrm>
            <a:off x="457200" y="274637"/>
            <a:ext cx="8229600" cy="1143000"/>
          </a:xfrm>
          <a:prstGeom prst="rect">
            <a:avLst/>
          </a:prstGeom>
          <a:noFill/>
        </p:spPr>
        <p:txBody>
          <a:bodyPr lIns="91440" tIns="45720" rIns="91440" bIns="45720" anchor="ctr" anchorCtr="0"/>
          <a:lstStyle/>
          <a:p>
            <a:pPr marL="0" lvl="0" indent="0">
              <a:spcBef>
                <a:spcPts val="0"/>
              </a:spcBef>
              <a:buNone/>
              <a:defRPr/>
            </a:pPr>
            <a:r>
              <a:t>Click to edit Master title style</a:t>
            </a:r>
          </a:p>
        </p:txBody>
      </p:sp>
      <p:sp>
        <p:nvSpPr>
          <p:cNvPr id="254928503" name="Text Placeholder 12"/>
          <p:cNvSpPr>
            <a:spLocks noGrp="1" noChangeShapeType="1"/>
          </p:cNvSpPr>
          <p:nvPr>
            <p:ph type="body" idx="1"/>
          </p:nvPr>
        </p:nvSpPr>
        <p:spPr bwMode="auto">
          <a:xfrm>
            <a:off x="457200" y="1600200"/>
            <a:ext cx="8229600" cy="4708525"/>
          </a:xfrm>
          <a:prstGeom prst="rect">
            <a:avLst/>
          </a:prstGeom>
          <a:noFill/>
        </p:spPr>
        <p:txBody>
          <a:bodyPr lIns="91440" tIns="45720" rIns="91440" bIns="45720"/>
          <a:lstStyle/>
          <a:p>
            <a:pPr marL="547370" lvl="0" indent="-410845">
              <a:spcBef>
                <a:spcPts val="0"/>
              </a:spcBef>
              <a:buClr>
                <a:srgbClr val="F9F9F9"/>
              </a:buClr>
              <a:buSzPct val="65000"/>
              <a:buFont typeface="Wingdings 2"/>
              <a:buChar char=""/>
              <a:defRPr/>
            </a:pPr>
            <a:r>
              <a:t>Click to edit Master text styles</a:t>
            </a:r>
          </a:p>
          <a:p>
            <a:pPr marL="868045" lvl="1" indent="-282575">
              <a:spcBef>
                <a:spcPts val="0"/>
              </a:spcBef>
              <a:buClr>
                <a:srgbClr val="FFFFFF"/>
              </a:buClr>
              <a:buSzPct val="80000"/>
              <a:buChar char=""/>
              <a:defRPr/>
            </a:pPr>
            <a:r>
              <a:t>Second level</a:t>
            </a:r>
          </a:p>
          <a:p>
            <a:pPr marL="1133475" lvl="2" indent="-228600">
              <a:spcBef>
                <a:spcPts val="0"/>
              </a:spcBef>
              <a:buClr>
                <a:srgbClr val="FFFFFF"/>
              </a:buClr>
              <a:buSzPct val="95000"/>
              <a:buFont typeface="Wingdings"/>
              <a:buChar char=""/>
              <a:defRPr/>
            </a:pPr>
            <a:r>
              <a:t>Third level</a:t>
            </a:r>
          </a:p>
          <a:p>
            <a:pPr marL="1352550" lvl="3" indent="-182880">
              <a:spcBef>
                <a:spcPts val="0"/>
              </a:spcBef>
              <a:buClr>
                <a:srgbClr val="FFFFFF"/>
              </a:buClr>
              <a:buSzPct val="100000"/>
              <a:buFont typeface="Wingdings 3"/>
              <a:buChar char=""/>
              <a:defRPr/>
            </a:pPr>
            <a:r>
              <a:t>Fourth level</a:t>
            </a:r>
          </a:p>
          <a:p>
            <a:pPr marL="1544320" lvl="4" indent="-182245">
              <a:spcBef>
                <a:spcPts val="0"/>
              </a:spcBef>
              <a:buClr>
                <a:srgbClr val="FFFFFF"/>
              </a:buClr>
              <a:buSzPct val="100000"/>
              <a:buFont typeface="Wingdings 2"/>
              <a:buChar char=""/>
              <a:defRPr/>
            </a:pPr>
            <a:r>
              <a:t>Fifth level</a:t>
            </a:r>
          </a:p>
        </p:txBody>
      </p:sp>
      <p:sp>
        <p:nvSpPr>
          <p:cNvPr id="1876663136" name="Date Placeholder 13"/>
          <p:cNvSpPr>
            <a:spLocks noGrp="1" noChangeShapeType="1"/>
          </p:cNvSpPr>
          <p:nvPr>
            <p:ph type="dt" idx="2"/>
          </p:nvPr>
        </p:nvSpPr>
        <p:spPr bwMode="auto">
          <a:xfrm>
            <a:off x="457200" y="6416675"/>
            <a:ext cx="2133600" cy="365125"/>
          </a:xfrm>
          <a:prstGeom prst="rect">
            <a:avLst/>
          </a:prstGeom>
          <a:noFill/>
        </p:spPr>
        <p:txBody>
          <a:bodyPr lIns="91440" tIns="45720" rIns="91440" bIns="45720" anchor="b"/>
          <a:lstStyle/>
          <a:p>
            <a:pPr>
              <a:defRPr/>
            </a:pPr>
            <a:endParaRPr sz="1400"/>
          </a:p>
        </p:txBody>
      </p:sp>
      <p:sp>
        <p:nvSpPr>
          <p:cNvPr id="1196791673" name="Footer Placeholder 2"/>
          <p:cNvSpPr>
            <a:spLocks noGrp="1" noChangeShapeType="1"/>
          </p:cNvSpPr>
          <p:nvPr>
            <p:ph type="ftr" idx="3"/>
          </p:nvPr>
        </p:nvSpPr>
        <p:spPr bwMode="auto">
          <a:xfrm>
            <a:off x="3124200" y="6416675"/>
            <a:ext cx="2895600" cy="365125"/>
          </a:xfrm>
          <a:prstGeom prst="rect">
            <a:avLst/>
          </a:prstGeom>
          <a:noFill/>
        </p:spPr>
        <p:txBody>
          <a:bodyPr lIns="91440" tIns="45720" rIns="91440" bIns="45720" anchor="b"/>
          <a:lstStyle/>
          <a:p>
            <a:pPr>
              <a:defRPr/>
            </a:pPr>
            <a:endParaRPr sz="1400"/>
          </a:p>
        </p:txBody>
      </p:sp>
      <p:sp>
        <p:nvSpPr>
          <p:cNvPr id="255466029" name="Slide Number Placeholder 22"/>
          <p:cNvSpPr>
            <a:spLocks noGrp="1" noChangeShapeType="1"/>
          </p:cNvSpPr>
          <p:nvPr>
            <p:ph type="sldNum" idx="4"/>
          </p:nvPr>
        </p:nvSpPr>
        <p:spPr bwMode="auto">
          <a:xfrm>
            <a:off x="7924800" y="6416675"/>
            <a:ext cx="762000" cy="365125"/>
          </a:xfrm>
          <a:prstGeom prst="rect">
            <a:avLst/>
          </a:prstGeom>
          <a:noFill/>
        </p:spPr>
        <p:txBody>
          <a:bodyPr lIns="0" tIns="45720" rIns="0" bIns="45720" anchor="b"/>
          <a:lstStyle/>
          <a:p>
            <a:pPr marL="0" lvl="0" indent="0" algn="r">
              <a:spcBef>
                <a:spcPts val="0"/>
              </a:spcBef>
              <a:buNone/>
              <a:defRPr/>
            </a:pPr>
            <a:fld id="{D038279B-FC19-497E-A7D1-5ADD9CAF016F}" type="slidenum">
              <a:rPr lang="en-GB" sz="1200" b="0" i="0" u="none">
                <a:solidFill>
                  <a:srgbClr val="BCBCBC"/>
                </a:solidFill>
                <a:ea typeface="Microsoft YaHei"/>
              </a:rPr>
            </a:fld>
            <a:endParaRPr lang="en-GB" sz="1200" b="0" i="0" u="none">
              <a:solidFill>
                <a:srgbClr val="BCBCBC"/>
              </a:solidFill>
              <a:ea typeface="Microsoft YaHei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PhAnim="0" userDrawn="1">
  <p:cSld name="Title and Object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53080369" name="Shape 22530"/>
          <p:cNvSpPr>
            <a:spLocks noGrp="1" noChangeShapeType="1"/>
          </p:cNvSpPr>
          <p:nvPr>
            <p:ph type="title"/>
          </p:nvPr>
        </p:nvSpPr>
        <p:spPr bwMode="auto">
          <a:xfrm>
            <a:off x="457200" y="274637"/>
            <a:ext cx="8229600" cy="1143000"/>
          </a:xfrm>
          <a:prstGeom prst="rect">
            <a:avLst/>
          </a:prstGeom>
          <a:noFill/>
        </p:spPr>
        <p:txBody>
          <a:bodyPr lIns="91440" tIns="45720" rIns="91440" bIns="45720" anchor="ctr" anchorCtr="0"/>
          <a:lstStyle/>
          <a:p>
            <a:pPr marL="0" lvl="0" indent="0">
              <a:spcBef>
                <a:spcPts val="0"/>
              </a:spcBef>
              <a:buNone/>
              <a:defRPr/>
            </a:pPr>
            <a:r>
              <a:t>Click to edit Master title style</a:t>
            </a:r>
          </a:p>
        </p:txBody>
      </p:sp>
      <p:sp>
        <p:nvSpPr>
          <p:cNvPr id="741197149" name="Shape 22531"/>
          <p:cNvSpPr>
            <a:spLocks noGrp="1" noChangeShapeType="1"/>
          </p:cNvSpPr>
          <p:nvPr>
            <p:ph idx="1"/>
          </p:nvPr>
        </p:nvSpPr>
        <p:spPr bwMode="auto">
          <a:xfrm>
            <a:off x="457200" y="1600200"/>
            <a:ext cx="8229600" cy="4708525"/>
          </a:xfrm>
          <a:prstGeom prst="rect">
            <a:avLst/>
          </a:prstGeom>
          <a:noFill/>
        </p:spPr>
        <p:txBody>
          <a:bodyPr lIns="91440" tIns="45720" rIns="91440" bIns="45720"/>
          <a:lstStyle>
            <a:lvl1pPr marL="547370" indent="136525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9F9F9"/>
              </a:buClr>
              <a:buSzPct val="65000"/>
              <a:buChar char=""/>
              <a:defRPr sz="2800" b="0" i="0">
                <a:solidFill>
                  <a:schemeClr val="dk1"/>
                </a:solidFill>
                <a:latin typeface="Book Antiqua"/>
              </a:defRPr>
            </a:lvl1pPr>
            <a:lvl2pPr marL="868045" indent="58547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80000"/>
              <a:buChar char=""/>
              <a:defRPr sz="2400" b="0" i="0">
                <a:solidFill>
                  <a:schemeClr val="dk1"/>
                </a:solidFill>
                <a:latin typeface="Book Antiqua"/>
              </a:defRPr>
            </a:lvl2pPr>
            <a:lvl3pPr marL="1133475" indent="904875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95000"/>
              <a:buChar char=""/>
              <a:defRPr sz="2200" b="0" i="0">
                <a:solidFill>
                  <a:schemeClr val="dk1"/>
                </a:solidFill>
                <a:latin typeface="Book Antiqua"/>
              </a:defRPr>
            </a:lvl3pPr>
            <a:lvl4pPr marL="1352550" indent="116967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00000"/>
              <a:buChar char=""/>
              <a:defRPr sz="2000" b="0" i="0">
                <a:solidFill>
                  <a:schemeClr val="dk1"/>
                </a:solidFill>
                <a:latin typeface="Book Antiqua"/>
              </a:defRPr>
            </a:lvl4pPr>
            <a:lvl5pPr marL="1544320" indent="1362075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00000"/>
              <a:buChar char=""/>
              <a:defRPr sz="2000" b="0" i="0">
                <a:solidFill>
                  <a:schemeClr val="dk1"/>
                </a:solidFill>
                <a:latin typeface="Book Antiqua"/>
              </a:defRPr>
            </a:lvl5pPr>
          </a:lstStyle>
          <a:p>
            <a:pPr marL="547370" lvl="0" indent="-410845">
              <a:spcBef>
                <a:spcPts val="0"/>
              </a:spcBef>
              <a:buClr>
                <a:srgbClr val="F9F9F9"/>
              </a:buClr>
              <a:buSzPct val="65000"/>
              <a:buFont typeface="Wingdings 2"/>
              <a:buChar char=""/>
              <a:defRPr/>
            </a:pPr>
            <a:r>
              <a:t>Click to edit Master text styles</a:t>
            </a:r>
          </a:p>
          <a:p>
            <a:pPr marL="868045" lvl="1" indent="-282575">
              <a:spcBef>
                <a:spcPts val="0"/>
              </a:spcBef>
              <a:buClr>
                <a:srgbClr val="FFFFFF"/>
              </a:buClr>
              <a:buSzPct val="80000"/>
              <a:buChar char=""/>
              <a:defRPr/>
            </a:pPr>
            <a:r>
              <a:t>Second level</a:t>
            </a:r>
          </a:p>
          <a:p>
            <a:pPr marL="1133475" lvl="2" indent="-228600">
              <a:spcBef>
                <a:spcPts val="0"/>
              </a:spcBef>
              <a:buClr>
                <a:srgbClr val="FFFFFF"/>
              </a:buClr>
              <a:buSzPct val="95000"/>
              <a:buFont typeface="Wingdings"/>
              <a:buChar char=""/>
              <a:defRPr/>
            </a:pPr>
            <a:r>
              <a:t>Third level</a:t>
            </a:r>
          </a:p>
          <a:p>
            <a:pPr marL="1352550" lvl="3" indent="-182880">
              <a:spcBef>
                <a:spcPts val="0"/>
              </a:spcBef>
              <a:buClr>
                <a:srgbClr val="FFFFFF"/>
              </a:buClr>
              <a:buSzPct val="100000"/>
              <a:buFont typeface="Wingdings 3"/>
              <a:buChar char=""/>
              <a:defRPr/>
            </a:pPr>
            <a:r>
              <a:t>Fourth level</a:t>
            </a:r>
          </a:p>
          <a:p>
            <a:pPr marL="1544320" lvl="4" indent="-182245">
              <a:spcBef>
                <a:spcPts val="0"/>
              </a:spcBef>
              <a:buClr>
                <a:srgbClr val="FFFFFF"/>
              </a:buClr>
              <a:buSzPct val="100000"/>
              <a:buFont typeface="Wingdings 2"/>
              <a:buChar char=""/>
              <a:defRPr/>
            </a:pPr>
            <a:r>
              <a:t>Fifth level</a:t>
            </a:r>
          </a:p>
        </p:txBody>
      </p:sp>
      <p:sp>
        <p:nvSpPr>
          <p:cNvPr id="767757696" name="Shape 22532"/>
          <p:cNvSpPr>
            <a:spLocks noGrp="1" noChangeShapeType="1"/>
          </p:cNvSpPr>
          <p:nvPr>
            <p:ph type="dt" idx="2"/>
          </p:nvPr>
        </p:nvSpPr>
        <p:spPr bwMode="auto">
          <a:xfrm>
            <a:off x="457200" y="6416675"/>
            <a:ext cx="2133600" cy="365125"/>
          </a:xfrm>
          <a:prstGeom prst="rect">
            <a:avLst/>
          </a:prstGeom>
          <a:noFill/>
        </p:spPr>
        <p:txBody>
          <a:bodyPr lIns="91440" tIns="45720" rIns="91440" bIns="45720" anchor="b"/>
          <a:lstStyle/>
          <a:p>
            <a:pPr>
              <a:defRPr/>
            </a:pPr>
            <a:endParaRPr sz="1400"/>
          </a:p>
        </p:txBody>
      </p:sp>
      <p:sp>
        <p:nvSpPr>
          <p:cNvPr id="1800904927" name="Shape 22533"/>
          <p:cNvSpPr>
            <a:spLocks noGrp="1" noChangeShapeType="1"/>
          </p:cNvSpPr>
          <p:nvPr>
            <p:ph type="ftr" idx="3"/>
          </p:nvPr>
        </p:nvSpPr>
        <p:spPr bwMode="auto">
          <a:xfrm>
            <a:off x="3124200" y="6416675"/>
            <a:ext cx="2895600" cy="365125"/>
          </a:xfrm>
          <a:prstGeom prst="rect">
            <a:avLst/>
          </a:prstGeom>
          <a:noFill/>
        </p:spPr>
        <p:txBody>
          <a:bodyPr lIns="91440" tIns="45720" rIns="91440" bIns="45720" anchor="b"/>
          <a:lstStyle/>
          <a:p>
            <a:pPr>
              <a:defRPr/>
            </a:pPr>
            <a:endParaRPr sz="1400"/>
          </a:p>
        </p:txBody>
      </p:sp>
      <p:sp>
        <p:nvSpPr>
          <p:cNvPr id="1949954357" name="Shape 22534"/>
          <p:cNvSpPr>
            <a:spLocks noGrp="1" noChangeShapeType="1"/>
          </p:cNvSpPr>
          <p:nvPr>
            <p:ph type="sldNum" idx="4"/>
          </p:nvPr>
        </p:nvSpPr>
        <p:spPr bwMode="auto">
          <a:xfrm>
            <a:off x="7924800" y="6416675"/>
            <a:ext cx="762000" cy="365125"/>
          </a:xfrm>
          <a:prstGeom prst="rect">
            <a:avLst/>
          </a:prstGeom>
          <a:noFill/>
        </p:spPr>
        <p:txBody>
          <a:bodyPr lIns="0" tIns="45720" rIns="0" bIns="45720" anchor="b"/>
          <a:lstStyle>
            <a:lvl1pPr mar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Book Antiqua"/>
              </a:defRPr>
            </a:lvl1pPr>
            <a:lvl2pPr marL="457200" indent="4572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Book Antiqua"/>
              </a:defRPr>
            </a:lvl2pPr>
            <a:lvl3pPr marL="914400" indent="9144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Book Antiqua"/>
              </a:defRPr>
            </a:lvl3pPr>
            <a:lvl4pPr marL="1371600" indent="13716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Book Antiqua"/>
              </a:defRPr>
            </a:lvl4pPr>
            <a:lvl5pPr marL="1828800" indent="18288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Book Antiqua"/>
              </a:defRPr>
            </a:lvl5pPr>
          </a:lstStyle>
          <a:p>
            <a:pPr marL="0" lvl="0" indent="0" algn="r">
              <a:spcBef>
                <a:spcPts val="0"/>
              </a:spcBef>
              <a:buNone/>
              <a:defRPr/>
            </a:pPr>
            <a:fld id="{D038279B-FC19-497E-A7D1-5ADD9CAF016F}" type="slidenum">
              <a:rPr lang="en-GB" sz="1200" b="1" i="0" u="none">
                <a:solidFill>
                  <a:srgbClr val="BCBCBC"/>
                </a:solidFill>
                <a:ea typeface="Microsoft YaHei"/>
              </a:rPr>
            </a:fld>
            <a:endParaRPr lang="en-GB" sz="1200" b="1" i="0" u="none">
              <a:solidFill>
                <a:srgbClr val="BCBCBC"/>
              </a:solidFill>
              <a:ea typeface="Microsoft YaHei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PhAnim="0" showMasterSp="0" userDrawn="1">
  <p:cSld name="61_Theme2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44165474" name="Title Placeholder 21"/>
          <p:cNvSpPr>
            <a:spLocks noGrp="1" noChangeShapeType="1"/>
          </p:cNvSpPr>
          <p:nvPr>
            <p:ph type="title"/>
          </p:nvPr>
        </p:nvSpPr>
        <p:spPr bwMode="auto">
          <a:xfrm>
            <a:off x="457200" y="274637"/>
            <a:ext cx="8229600" cy="1143000"/>
          </a:xfrm>
          <a:prstGeom prst="rect">
            <a:avLst/>
          </a:prstGeom>
          <a:noFill/>
        </p:spPr>
        <p:txBody>
          <a:bodyPr lIns="91440" tIns="45720" rIns="91440" bIns="45720" anchor="ctr" anchorCtr="0"/>
          <a:lstStyle/>
          <a:p>
            <a:pPr marL="0" lvl="0" indent="0">
              <a:spcBef>
                <a:spcPts val="0"/>
              </a:spcBef>
              <a:buNone/>
              <a:defRPr/>
            </a:pPr>
            <a:r>
              <a:t>Click to edit Master title style</a:t>
            </a:r>
          </a:p>
        </p:txBody>
      </p:sp>
      <p:sp>
        <p:nvSpPr>
          <p:cNvPr id="1377025120" name="Text Placeholder 12"/>
          <p:cNvSpPr>
            <a:spLocks noGrp="1" noChangeShapeType="1"/>
          </p:cNvSpPr>
          <p:nvPr>
            <p:ph type="body" idx="1"/>
          </p:nvPr>
        </p:nvSpPr>
        <p:spPr bwMode="auto">
          <a:xfrm>
            <a:off x="457200" y="1600200"/>
            <a:ext cx="8229600" cy="4708525"/>
          </a:xfrm>
          <a:prstGeom prst="rect">
            <a:avLst/>
          </a:prstGeom>
          <a:noFill/>
        </p:spPr>
        <p:txBody>
          <a:bodyPr lIns="91440" tIns="45720" rIns="91440" bIns="45720"/>
          <a:lstStyle/>
          <a:p>
            <a:pPr marL="547370" lvl="0" indent="-410845">
              <a:spcBef>
                <a:spcPts val="0"/>
              </a:spcBef>
              <a:buClr>
                <a:srgbClr val="F9F9F9"/>
              </a:buClr>
              <a:buSzPct val="65000"/>
              <a:buFont typeface="Wingdings 2"/>
              <a:buChar char=""/>
              <a:defRPr/>
            </a:pPr>
            <a:r>
              <a:t>Click to edit Master text styles</a:t>
            </a:r>
          </a:p>
          <a:p>
            <a:pPr marL="868045" lvl="1" indent="-282575">
              <a:spcBef>
                <a:spcPts val="0"/>
              </a:spcBef>
              <a:buClr>
                <a:srgbClr val="FFFFFF"/>
              </a:buClr>
              <a:buSzPct val="80000"/>
              <a:buChar char=""/>
              <a:defRPr/>
            </a:pPr>
            <a:r>
              <a:t>Second level</a:t>
            </a:r>
          </a:p>
          <a:p>
            <a:pPr marL="1133475" lvl="2" indent="-228600">
              <a:spcBef>
                <a:spcPts val="0"/>
              </a:spcBef>
              <a:buClr>
                <a:srgbClr val="FFFFFF"/>
              </a:buClr>
              <a:buSzPct val="95000"/>
              <a:buFont typeface="Wingdings"/>
              <a:buChar char=""/>
              <a:defRPr/>
            </a:pPr>
            <a:r>
              <a:t>Third level</a:t>
            </a:r>
          </a:p>
          <a:p>
            <a:pPr marL="1352550" lvl="3" indent="-182880">
              <a:spcBef>
                <a:spcPts val="0"/>
              </a:spcBef>
              <a:buClr>
                <a:srgbClr val="FFFFFF"/>
              </a:buClr>
              <a:buSzPct val="100000"/>
              <a:buFont typeface="Wingdings 3"/>
              <a:buChar char=""/>
              <a:defRPr/>
            </a:pPr>
            <a:r>
              <a:t>Fourth level</a:t>
            </a:r>
          </a:p>
          <a:p>
            <a:pPr marL="1544320" lvl="4" indent="-182245">
              <a:spcBef>
                <a:spcPts val="0"/>
              </a:spcBef>
              <a:buClr>
                <a:srgbClr val="FFFFFF"/>
              </a:buClr>
              <a:buSzPct val="100000"/>
              <a:buFont typeface="Wingdings 2"/>
              <a:buChar char=""/>
              <a:defRPr/>
            </a:pPr>
            <a:r>
              <a:t>Fifth level</a:t>
            </a:r>
          </a:p>
        </p:txBody>
      </p:sp>
      <p:sp>
        <p:nvSpPr>
          <p:cNvPr id="1328513159" name="Date Placeholder 13"/>
          <p:cNvSpPr>
            <a:spLocks noGrp="1" noChangeShapeType="1"/>
          </p:cNvSpPr>
          <p:nvPr>
            <p:ph type="dt" idx="2"/>
          </p:nvPr>
        </p:nvSpPr>
        <p:spPr bwMode="auto">
          <a:xfrm>
            <a:off x="457200" y="6416675"/>
            <a:ext cx="2133600" cy="365125"/>
          </a:xfrm>
          <a:prstGeom prst="rect">
            <a:avLst/>
          </a:prstGeom>
          <a:noFill/>
        </p:spPr>
        <p:txBody>
          <a:bodyPr lIns="91440" tIns="45720" rIns="91440" bIns="45720" anchor="b"/>
          <a:lstStyle/>
          <a:p>
            <a:pPr>
              <a:defRPr/>
            </a:pPr>
            <a:endParaRPr sz="1400"/>
          </a:p>
        </p:txBody>
      </p:sp>
      <p:sp>
        <p:nvSpPr>
          <p:cNvPr id="702406063" name="Footer Placeholder 2"/>
          <p:cNvSpPr>
            <a:spLocks noGrp="1" noChangeShapeType="1"/>
          </p:cNvSpPr>
          <p:nvPr>
            <p:ph type="ftr" idx="3"/>
          </p:nvPr>
        </p:nvSpPr>
        <p:spPr bwMode="auto">
          <a:xfrm>
            <a:off x="3124200" y="6416675"/>
            <a:ext cx="2895600" cy="365125"/>
          </a:xfrm>
          <a:prstGeom prst="rect">
            <a:avLst/>
          </a:prstGeom>
          <a:noFill/>
        </p:spPr>
        <p:txBody>
          <a:bodyPr lIns="91440" tIns="45720" rIns="91440" bIns="45720" anchor="b"/>
          <a:lstStyle/>
          <a:p>
            <a:pPr>
              <a:defRPr/>
            </a:pPr>
            <a:endParaRPr sz="1400"/>
          </a:p>
        </p:txBody>
      </p:sp>
      <p:sp>
        <p:nvSpPr>
          <p:cNvPr id="1216829435" name="Slide Number Placeholder 22"/>
          <p:cNvSpPr>
            <a:spLocks noGrp="1" noChangeShapeType="1"/>
          </p:cNvSpPr>
          <p:nvPr>
            <p:ph type="sldNum" idx="4"/>
          </p:nvPr>
        </p:nvSpPr>
        <p:spPr bwMode="auto">
          <a:xfrm>
            <a:off x="7924800" y="6416675"/>
            <a:ext cx="762000" cy="365125"/>
          </a:xfrm>
          <a:prstGeom prst="rect">
            <a:avLst/>
          </a:prstGeom>
          <a:noFill/>
        </p:spPr>
        <p:txBody>
          <a:bodyPr lIns="0" tIns="45720" rIns="0" bIns="45720" anchor="b"/>
          <a:lstStyle/>
          <a:p>
            <a:pPr marL="0" lvl="0" indent="0" algn="r">
              <a:spcBef>
                <a:spcPts val="0"/>
              </a:spcBef>
              <a:buNone/>
              <a:defRPr/>
            </a:pPr>
            <a:fld id="{D038279B-FC19-497E-A7D1-5ADD9CAF016F}" type="slidenum">
              <a:rPr lang="en-GB" sz="1200" b="0" i="0" u="none">
                <a:solidFill>
                  <a:srgbClr val="BCBCBC"/>
                </a:solidFill>
                <a:ea typeface="Microsoft YaHei"/>
              </a:rPr>
            </a:fld>
            <a:endParaRPr lang="en-GB" sz="1200" b="0" i="0" u="none">
              <a:solidFill>
                <a:srgbClr val="BCBCBC"/>
              </a:solidFill>
              <a:ea typeface="Microsoft YaHei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PhAnim="0" userDrawn="1">
  <p:cSld name="Title and Object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32599351" name="Shape 23554"/>
          <p:cNvSpPr>
            <a:spLocks noGrp="1" noChangeShapeType="1"/>
          </p:cNvSpPr>
          <p:nvPr>
            <p:ph type="title"/>
          </p:nvPr>
        </p:nvSpPr>
        <p:spPr bwMode="auto">
          <a:xfrm>
            <a:off x="457200" y="274637"/>
            <a:ext cx="8229600" cy="1143000"/>
          </a:xfrm>
          <a:prstGeom prst="rect">
            <a:avLst/>
          </a:prstGeom>
          <a:noFill/>
        </p:spPr>
        <p:txBody>
          <a:bodyPr lIns="91440" tIns="45720" rIns="91440" bIns="45720" anchor="ctr" anchorCtr="0"/>
          <a:lstStyle/>
          <a:p>
            <a:pPr marL="0" lvl="0" indent="0">
              <a:spcBef>
                <a:spcPts val="0"/>
              </a:spcBef>
              <a:buNone/>
              <a:defRPr/>
            </a:pPr>
            <a:r>
              <a:t>Click to edit Master title style</a:t>
            </a:r>
          </a:p>
        </p:txBody>
      </p:sp>
      <p:sp>
        <p:nvSpPr>
          <p:cNvPr id="520095808" name="Shape 23555"/>
          <p:cNvSpPr>
            <a:spLocks noGrp="1" noChangeShapeType="1"/>
          </p:cNvSpPr>
          <p:nvPr>
            <p:ph idx="1"/>
          </p:nvPr>
        </p:nvSpPr>
        <p:spPr bwMode="auto">
          <a:xfrm>
            <a:off x="457200" y="1600200"/>
            <a:ext cx="8229600" cy="4708525"/>
          </a:xfrm>
          <a:prstGeom prst="rect">
            <a:avLst/>
          </a:prstGeom>
          <a:noFill/>
        </p:spPr>
        <p:txBody>
          <a:bodyPr lIns="91440" tIns="45720" rIns="91440" bIns="45720"/>
          <a:lstStyle>
            <a:lvl1pPr marL="547370" indent="136525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9F9F9"/>
              </a:buClr>
              <a:buSzPct val="65000"/>
              <a:buChar char=""/>
              <a:defRPr sz="2800" b="0" i="0">
                <a:solidFill>
                  <a:schemeClr val="dk1"/>
                </a:solidFill>
                <a:latin typeface="Book Antiqua"/>
              </a:defRPr>
            </a:lvl1pPr>
            <a:lvl2pPr marL="868045" indent="58547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80000"/>
              <a:buChar char=""/>
              <a:defRPr sz="2400" b="0" i="0">
                <a:solidFill>
                  <a:schemeClr val="dk1"/>
                </a:solidFill>
                <a:latin typeface="Book Antiqua"/>
              </a:defRPr>
            </a:lvl2pPr>
            <a:lvl3pPr marL="1133475" indent="904875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95000"/>
              <a:buChar char=""/>
              <a:defRPr sz="2200" b="0" i="0">
                <a:solidFill>
                  <a:schemeClr val="dk1"/>
                </a:solidFill>
                <a:latin typeface="Book Antiqua"/>
              </a:defRPr>
            </a:lvl3pPr>
            <a:lvl4pPr marL="1352550" indent="116967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00000"/>
              <a:buChar char=""/>
              <a:defRPr sz="2000" b="0" i="0">
                <a:solidFill>
                  <a:schemeClr val="dk1"/>
                </a:solidFill>
                <a:latin typeface="Book Antiqua"/>
              </a:defRPr>
            </a:lvl4pPr>
            <a:lvl5pPr marL="1544320" indent="1362075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00000"/>
              <a:buChar char=""/>
              <a:defRPr sz="2000" b="0" i="0">
                <a:solidFill>
                  <a:schemeClr val="dk1"/>
                </a:solidFill>
                <a:latin typeface="Book Antiqua"/>
              </a:defRPr>
            </a:lvl5pPr>
          </a:lstStyle>
          <a:p>
            <a:pPr marL="547370" lvl="0" indent="-410845">
              <a:spcBef>
                <a:spcPts val="0"/>
              </a:spcBef>
              <a:buClr>
                <a:srgbClr val="F9F9F9"/>
              </a:buClr>
              <a:buSzPct val="65000"/>
              <a:buFont typeface="Wingdings 2"/>
              <a:buChar char=""/>
              <a:defRPr/>
            </a:pPr>
            <a:r>
              <a:t>Click to edit Master text styles</a:t>
            </a:r>
          </a:p>
          <a:p>
            <a:pPr marL="868045" lvl="1" indent="-282575">
              <a:spcBef>
                <a:spcPts val="0"/>
              </a:spcBef>
              <a:buClr>
                <a:srgbClr val="FFFFFF"/>
              </a:buClr>
              <a:buSzPct val="80000"/>
              <a:buChar char=""/>
              <a:defRPr/>
            </a:pPr>
            <a:r>
              <a:t>Second level</a:t>
            </a:r>
          </a:p>
          <a:p>
            <a:pPr marL="1133475" lvl="2" indent="-228600">
              <a:spcBef>
                <a:spcPts val="0"/>
              </a:spcBef>
              <a:buClr>
                <a:srgbClr val="FFFFFF"/>
              </a:buClr>
              <a:buSzPct val="95000"/>
              <a:buFont typeface="Wingdings"/>
              <a:buChar char=""/>
              <a:defRPr/>
            </a:pPr>
            <a:r>
              <a:t>Third level</a:t>
            </a:r>
          </a:p>
          <a:p>
            <a:pPr marL="1352550" lvl="3" indent="-182880">
              <a:spcBef>
                <a:spcPts val="0"/>
              </a:spcBef>
              <a:buClr>
                <a:srgbClr val="FFFFFF"/>
              </a:buClr>
              <a:buSzPct val="100000"/>
              <a:buFont typeface="Wingdings 3"/>
              <a:buChar char=""/>
              <a:defRPr/>
            </a:pPr>
            <a:r>
              <a:t>Fourth level</a:t>
            </a:r>
          </a:p>
          <a:p>
            <a:pPr marL="1544320" lvl="4" indent="-182245">
              <a:spcBef>
                <a:spcPts val="0"/>
              </a:spcBef>
              <a:buClr>
                <a:srgbClr val="FFFFFF"/>
              </a:buClr>
              <a:buSzPct val="100000"/>
              <a:buFont typeface="Wingdings 2"/>
              <a:buChar char=""/>
              <a:defRPr/>
            </a:pPr>
            <a:r>
              <a:t>Fifth level</a:t>
            </a:r>
          </a:p>
        </p:txBody>
      </p:sp>
      <p:sp>
        <p:nvSpPr>
          <p:cNvPr id="82828060" name="Shape 23556"/>
          <p:cNvSpPr>
            <a:spLocks noGrp="1" noChangeShapeType="1"/>
          </p:cNvSpPr>
          <p:nvPr>
            <p:ph type="dt" idx="2"/>
          </p:nvPr>
        </p:nvSpPr>
        <p:spPr bwMode="auto">
          <a:xfrm>
            <a:off x="457200" y="6416675"/>
            <a:ext cx="2133600" cy="365125"/>
          </a:xfrm>
          <a:prstGeom prst="rect">
            <a:avLst/>
          </a:prstGeom>
          <a:noFill/>
        </p:spPr>
        <p:txBody>
          <a:bodyPr lIns="91440" tIns="45720" rIns="91440" bIns="45720" anchor="b"/>
          <a:lstStyle/>
          <a:p>
            <a:pPr>
              <a:defRPr/>
            </a:pPr>
            <a:endParaRPr sz="1400"/>
          </a:p>
        </p:txBody>
      </p:sp>
      <p:sp>
        <p:nvSpPr>
          <p:cNvPr id="1694474011" name="Shape 23557"/>
          <p:cNvSpPr>
            <a:spLocks noGrp="1" noChangeShapeType="1"/>
          </p:cNvSpPr>
          <p:nvPr>
            <p:ph type="ftr" idx="3"/>
          </p:nvPr>
        </p:nvSpPr>
        <p:spPr bwMode="auto">
          <a:xfrm>
            <a:off x="3124200" y="6416675"/>
            <a:ext cx="2895600" cy="365125"/>
          </a:xfrm>
          <a:prstGeom prst="rect">
            <a:avLst/>
          </a:prstGeom>
          <a:noFill/>
        </p:spPr>
        <p:txBody>
          <a:bodyPr lIns="91440" tIns="45720" rIns="91440" bIns="45720" anchor="b"/>
          <a:lstStyle/>
          <a:p>
            <a:pPr>
              <a:defRPr/>
            </a:pPr>
            <a:endParaRPr sz="1400"/>
          </a:p>
        </p:txBody>
      </p:sp>
      <p:sp>
        <p:nvSpPr>
          <p:cNvPr id="1859953420" name="Shape 23558"/>
          <p:cNvSpPr>
            <a:spLocks noGrp="1" noChangeShapeType="1"/>
          </p:cNvSpPr>
          <p:nvPr>
            <p:ph type="sldNum" idx="4"/>
          </p:nvPr>
        </p:nvSpPr>
        <p:spPr bwMode="auto">
          <a:xfrm>
            <a:off x="7924800" y="6416675"/>
            <a:ext cx="762000" cy="365125"/>
          </a:xfrm>
          <a:prstGeom prst="rect">
            <a:avLst/>
          </a:prstGeom>
          <a:noFill/>
        </p:spPr>
        <p:txBody>
          <a:bodyPr lIns="0" tIns="45720" rIns="0" bIns="45720" anchor="b"/>
          <a:lstStyle>
            <a:lvl1pPr mar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Book Antiqua"/>
              </a:defRPr>
            </a:lvl1pPr>
            <a:lvl2pPr marL="457200" indent="4572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Book Antiqua"/>
              </a:defRPr>
            </a:lvl2pPr>
            <a:lvl3pPr marL="914400" indent="9144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Book Antiqua"/>
              </a:defRPr>
            </a:lvl3pPr>
            <a:lvl4pPr marL="1371600" indent="13716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Book Antiqua"/>
              </a:defRPr>
            </a:lvl4pPr>
            <a:lvl5pPr marL="1828800" indent="18288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Book Antiqua"/>
              </a:defRPr>
            </a:lvl5pPr>
          </a:lstStyle>
          <a:p>
            <a:pPr marL="0" lvl="0" indent="0" algn="r">
              <a:spcBef>
                <a:spcPts val="0"/>
              </a:spcBef>
              <a:buNone/>
              <a:defRPr/>
            </a:pPr>
            <a:fld id="{D038279B-FC19-497E-A7D1-5ADD9CAF016F}" type="slidenum">
              <a:rPr lang="en-GB" sz="1200" b="1" i="0" u="none">
                <a:solidFill>
                  <a:srgbClr val="BCBCBC"/>
                </a:solidFill>
              </a:rPr>
            </a:fld>
            <a:endParaRPr lang="en-GB" sz="1200" b="1" i="0" u="none">
              <a:solidFill>
                <a:srgbClr val="BCBCBC"/>
              </a:solidFill>
            </a:endParaRP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PhAnim="0" showMasterSp="0" userDrawn="1">
  <p:cSld name="62_Theme2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4475237" name="Title Placeholder 21"/>
          <p:cNvSpPr>
            <a:spLocks noGrp="1" noChangeShapeType="1"/>
          </p:cNvSpPr>
          <p:nvPr>
            <p:ph type="title"/>
          </p:nvPr>
        </p:nvSpPr>
        <p:spPr bwMode="auto">
          <a:xfrm>
            <a:off x="457200" y="274637"/>
            <a:ext cx="8229600" cy="1143000"/>
          </a:xfrm>
          <a:prstGeom prst="rect">
            <a:avLst/>
          </a:prstGeom>
          <a:noFill/>
        </p:spPr>
        <p:txBody>
          <a:bodyPr lIns="91440" tIns="45720" rIns="91440" bIns="45720" anchor="ctr" anchorCtr="0"/>
          <a:lstStyle/>
          <a:p>
            <a:pPr marL="0" lvl="0" indent="0">
              <a:spcBef>
                <a:spcPts val="0"/>
              </a:spcBef>
              <a:buNone/>
              <a:defRPr/>
            </a:pPr>
            <a:r>
              <a:t>Click to edit Master title style</a:t>
            </a:r>
          </a:p>
        </p:txBody>
      </p:sp>
      <p:sp>
        <p:nvSpPr>
          <p:cNvPr id="642621002" name="Text Placeholder 12"/>
          <p:cNvSpPr>
            <a:spLocks noGrp="1" noChangeShapeType="1"/>
          </p:cNvSpPr>
          <p:nvPr>
            <p:ph type="body" idx="1"/>
          </p:nvPr>
        </p:nvSpPr>
        <p:spPr bwMode="auto">
          <a:xfrm>
            <a:off x="457200" y="1600200"/>
            <a:ext cx="8229600" cy="4708525"/>
          </a:xfrm>
          <a:prstGeom prst="rect">
            <a:avLst/>
          </a:prstGeom>
          <a:noFill/>
        </p:spPr>
        <p:txBody>
          <a:bodyPr lIns="91440" tIns="45720" rIns="91440" bIns="45720"/>
          <a:lstStyle/>
          <a:p>
            <a:pPr marL="547370" lvl="0" indent="-410845">
              <a:spcBef>
                <a:spcPts val="0"/>
              </a:spcBef>
              <a:buClr>
                <a:srgbClr val="F9F9F9"/>
              </a:buClr>
              <a:buSzPct val="65000"/>
              <a:buFont typeface="Wingdings 2"/>
              <a:buChar char=""/>
              <a:defRPr/>
            </a:pPr>
            <a:r>
              <a:t>Click to edit Master text styles</a:t>
            </a:r>
          </a:p>
          <a:p>
            <a:pPr marL="868045" lvl="1" indent="-282575">
              <a:spcBef>
                <a:spcPts val="0"/>
              </a:spcBef>
              <a:buClr>
                <a:srgbClr val="FFFFFF"/>
              </a:buClr>
              <a:buSzPct val="80000"/>
              <a:buChar char=""/>
              <a:defRPr/>
            </a:pPr>
            <a:r>
              <a:t>Second level</a:t>
            </a:r>
          </a:p>
          <a:p>
            <a:pPr marL="1133475" lvl="2" indent="-228600">
              <a:spcBef>
                <a:spcPts val="0"/>
              </a:spcBef>
              <a:buClr>
                <a:srgbClr val="FFFFFF"/>
              </a:buClr>
              <a:buSzPct val="95000"/>
              <a:buFont typeface="Wingdings"/>
              <a:buChar char=""/>
              <a:defRPr/>
            </a:pPr>
            <a:r>
              <a:t>Third level</a:t>
            </a:r>
          </a:p>
          <a:p>
            <a:pPr marL="1352550" lvl="3" indent="-182880">
              <a:spcBef>
                <a:spcPts val="0"/>
              </a:spcBef>
              <a:buClr>
                <a:srgbClr val="FFFFFF"/>
              </a:buClr>
              <a:buSzPct val="100000"/>
              <a:buFont typeface="Wingdings 3"/>
              <a:buChar char=""/>
              <a:defRPr/>
            </a:pPr>
            <a:r>
              <a:t>Fourth level</a:t>
            </a:r>
          </a:p>
          <a:p>
            <a:pPr marL="1544320" lvl="4" indent="-182245">
              <a:spcBef>
                <a:spcPts val="0"/>
              </a:spcBef>
              <a:buClr>
                <a:srgbClr val="FFFFFF"/>
              </a:buClr>
              <a:buSzPct val="100000"/>
              <a:buFont typeface="Wingdings 2"/>
              <a:buChar char=""/>
              <a:defRPr/>
            </a:pPr>
            <a:r>
              <a:t>Fifth level</a:t>
            </a:r>
          </a:p>
        </p:txBody>
      </p:sp>
      <p:sp>
        <p:nvSpPr>
          <p:cNvPr id="2144950671" name="Date Placeholder 13"/>
          <p:cNvSpPr>
            <a:spLocks noGrp="1" noChangeShapeType="1"/>
          </p:cNvSpPr>
          <p:nvPr>
            <p:ph type="dt" idx="2"/>
          </p:nvPr>
        </p:nvSpPr>
        <p:spPr bwMode="auto">
          <a:xfrm>
            <a:off x="457200" y="6416675"/>
            <a:ext cx="2133600" cy="365125"/>
          </a:xfrm>
          <a:prstGeom prst="rect">
            <a:avLst/>
          </a:prstGeom>
          <a:noFill/>
        </p:spPr>
        <p:txBody>
          <a:bodyPr lIns="91440" tIns="45720" rIns="91440" bIns="45720" anchor="b"/>
          <a:lstStyle/>
          <a:p>
            <a:pPr>
              <a:defRPr/>
            </a:pPr>
            <a:endParaRPr sz="1400"/>
          </a:p>
        </p:txBody>
      </p:sp>
      <p:sp>
        <p:nvSpPr>
          <p:cNvPr id="775943550" name="Footer Placeholder 2"/>
          <p:cNvSpPr>
            <a:spLocks noGrp="1" noChangeShapeType="1"/>
          </p:cNvSpPr>
          <p:nvPr>
            <p:ph type="ftr" idx="3"/>
          </p:nvPr>
        </p:nvSpPr>
        <p:spPr bwMode="auto">
          <a:xfrm>
            <a:off x="3124200" y="6416675"/>
            <a:ext cx="2895600" cy="365125"/>
          </a:xfrm>
          <a:prstGeom prst="rect">
            <a:avLst/>
          </a:prstGeom>
          <a:noFill/>
        </p:spPr>
        <p:txBody>
          <a:bodyPr lIns="91440" tIns="45720" rIns="91440" bIns="45720" anchor="b"/>
          <a:lstStyle/>
          <a:p>
            <a:pPr>
              <a:defRPr/>
            </a:pPr>
            <a:endParaRPr sz="1400"/>
          </a:p>
        </p:txBody>
      </p:sp>
      <p:sp>
        <p:nvSpPr>
          <p:cNvPr id="1163595114" name="Slide Number Placeholder 22"/>
          <p:cNvSpPr>
            <a:spLocks noGrp="1" noChangeShapeType="1"/>
          </p:cNvSpPr>
          <p:nvPr>
            <p:ph type="sldNum" idx="4"/>
          </p:nvPr>
        </p:nvSpPr>
        <p:spPr bwMode="auto">
          <a:xfrm>
            <a:off x="7924800" y="6416675"/>
            <a:ext cx="762000" cy="365125"/>
          </a:xfrm>
          <a:prstGeom prst="rect">
            <a:avLst/>
          </a:prstGeom>
          <a:noFill/>
        </p:spPr>
        <p:txBody>
          <a:bodyPr lIns="0" tIns="45720" rIns="0" bIns="45720" anchor="b"/>
          <a:lstStyle/>
          <a:p>
            <a:pPr marL="0" lvl="0" indent="0" algn="r">
              <a:spcBef>
                <a:spcPts val="0"/>
              </a:spcBef>
              <a:buNone/>
              <a:defRPr/>
            </a:pPr>
            <a:fld id="{D038279B-FC19-497E-A7D1-5ADD9CAF016F}" type="slidenum">
              <a:rPr lang="en-GB" sz="1200" b="0" i="0" u="none">
                <a:solidFill>
                  <a:srgbClr val="BCBCBC"/>
                </a:solidFill>
              </a:rPr>
            </a:fld>
            <a:endParaRPr lang="en-GB" sz="1200" b="0" i="0" u="none">
              <a:solidFill>
                <a:srgbClr val="BCBCBC"/>
              </a:solidFill>
            </a:endParaRP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PhAnim="0" userDrawn="1">
  <p:cSld name="Title and Object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55543571" name="Shape 24578"/>
          <p:cNvSpPr>
            <a:spLocks noGrp="1" noChangeShapeType="1"/>
          </p:cNvSpPr>
          <p:nvPr>
            <p:ph type="title"/>
          </p:nvPr>
        </p:nvSpPr>
        <p:spPr bwMode="auto">
          <a:xfrm>
            <a:off x="457200" y="274637"/>
            <a:ext cx="8229600" cy="1143000"/>
          </a:xfrm>
          <a:prstGeom prst="rect">
            <a:avLst/>
          </a:prstGeom>
          <a:noFill/>
        </p:spPr>
        <p:txBody>
          <a:bodyPr lIns="91440" tIns="45720" rIns="91440" bIns="45720" anchor="ctr" anchorCtr="0"/>
          <a:lstStyle/>
          <a:p>
            <a:pPr marL="0" lvl="0" indent="0">
              <a:spcBef>
                <a:spcPts val="0"/>
              </a:spcBef>
              <a:buNone/>
              <a:defRPr/>
            </a:pPr>
            <a:r>
              <a:t>Click to edit Master title style</a:t>
            </a:r>
          </a:p>
        </p:txBody>
      </p:sp>
      <p:sp>
        <p:nvSpPr>
          <p:cNvPr id="1699312689" name="Shape 24579"/>
          <p:cNvSpPr>
            <a:spLocks noGrp="1" noChangeShapeType="1"/>
          </p:cNvSpPr>
          <p:nvPr>
            <p:ph idx="1"/>
          </p:nvPr>
        </p:nvSpPr>
        <p:spPr bwMode="auto">
          <a:xfrm>
            <a:off x="457200" y="1600200"/>
            <a:ext cx="8229600" cy="4708525"/>
          </a:xfrm>
          <a:prstGeom prst="rect">
            <a:avLst/>
          </a:prstGeom>
          <a:noFill/>
        </p:spPr>
        <p:txBody>
          <a:bodyPr lIns="91440" tIns="45720" rIns="91440" bIns="45720"/>
          <a:lstStyle>
            <a:lvl1pPr marL="547370" indent="136525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9F9F9"/>
              </a:buClr>
              <a:buSzPct val="65000"/>
              <a:buChar char=""/>
              <a:defRPr sz="2800" b="0" i="0">
                <a:solidFill>
                  <a:schemeClr val="dk1"/>
                </a:solidFill>
                <a:latin typeface="Book Antiqua"/>
              </a:defRPr>
            </a:lvl1pPr>
            <a:lvl2pPr marL="868045" indent="58547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80000"/>
              <a:buChar char=""/>
              <a:defRPr sz="2400" b="0" i="0">
                <a:solidFill>
                  <a:schemeClr val="dk1"/>
                </a:solidFill>
                <a:latin typeface="Book Antiqua"/>
              </a:defRPr>
            </a:lvl2pPr>
            <a:lvl3pPr marL="1133475" indent="904875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95000"/>
              <a:buChar char=""/>
              <a:defRPr sz="2200" b="0" i="0">
                <a:solidFill>
                  <a:schemeClr val="dk1"/>
                </a:solidFill>
                <a:latin typeface="Book Antiqua"/>
              </a:defRPr>
            </a:lvl3pPr>
            <a:lvl4pPr marL="1352550" indent="116967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00000"/>
              <a:buChar char=""/>
              <a:defRPr sz="2000" b="0" i="0">
                <a:solidFill>
                  <a:schemeClr val="dk1"/>
                </a:solidFill>
                <a:latin typeface="Book Antiqua"/>
              </a:defRPr>
            </a:lvl4pPr>
            <a:lvl5pPr marL="1544320" indent="1362075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00000"/>
              <a:buChar char=""/>
              <a:defRPr sz="2000" b="0" i="0">
                <a:solidFill>
                  <a:schemeClr val="dk1"/>
                </a:solidFill>
                <a:latin typeface="Book Antiqua"/>
              </a:defRPr>
            </a:lvl5pPr>
          </a:lstStyle>
          <a:p>
            <a:pPr marL="547370" lvl="0" indent="-410845">
              <a:spcBef>
                <a:spcPts val="0"/>
              </a:spcBef>
              <a:buClr>
                <a:srgbClr val="F9F9F9"/>
              </a:buClr>
              <a:buSzPct val="65000"/>
              <a:buFont typeface="Wingdings 2"/>
              <a:buChar char=""/>
              <a:defRPr/>
            </a:pPr>
            <a:r>
              <a:t>Click to edit Master text styles</a:t>
            </a:r>
          </a:p>
          <a:p>
            <a:pPr marL="868045" lvl="1" indent="-282575">
              <a:spcBef>
                <a:spcPts val="0"/>
              </a:spcBef>
              <a:buClr>
                <a:srgbClr val="FFFFFF"/>
              </a:buClr>
              <a:buSzPct val="80000"/>
              <a:buChar char=""/>
              <a:defRPr/>
            </a:pPr>
            <a:r>
              <a:t>Second level</a:t>
            </a:r>
          </a:p>
          <a:p>
            <a:pPr marL="1133475" lvl="2" indent="-228600">
              <a:spcBef>
                <a:spcPts val="0"/>
              </a:spcBef>
              <a:buClr>
                <a:srgbClr val="FFFFFF"/>
              </a:buClr>
              <a:buSzPct val="95000"/>
              <a:buFont typeface="Wingdings"/>
              <a:buChar char=""/>
              <a:defRPr/>
            </a:pPr>
            <a:r>
              <a:t>Third level</a:t>
            </a:r>
          </a:p>
          <a:p>
            <a:pPr marL="1352550" lvl="3" indent="-182880">
              <a:spcBef>
                <a:spcPts val="0"/>
              </a:spcBef>
              <a:buClr>
                <a:srgbClr val="FFFFFF"/>
              </a:buClr>
              <a:buSzPct val="100000"/>
              <a:buFont typeface="Wingdings 3"/>
              <a:buChar char=""/>
              <a:defRPr/>
            </a:pPr>
            <a:r>
              <a:t>Fourth level</a:t>
            </a:r>
          </a:p>
          <a:p>
            <a:pPr marL="1544320" lvl="4" indent="-182245">
              <a:spcBef>
                <a:spcPts val="0"/>
              </a:spcBef>
              <a:buClr>
                <a:srgbClr val="FFFFFF"/>
              </a:buClr>
              <a:buSzPct val="100000"/>
              <a:buFont typeface="Wingdings 2"/>
              <a:buChar char=""/>
              <a:defRPr/>
            </a:pPr>
            <a:r>
              <a:t>Fifth level</a:t>
            </a:r>
          </a:p>
        </p:txBody>
      </p:sp>
      <p:sp>
        <p:nvSpPr>
          <p:cNvPr id="191462711" name="Shape 24580"/>
          <p:cNvSpPr>
            <a:spLocks noGrp="1" noChangeShapeType="1"/>
          </p:cNvSpPr>
          <p:nvPr>
            <p:ph type="dt" idx="2"/>
          </p:nvPr>
        </p:nvSpPr>
        <p:spPr bwMode="auto">
          <a:xfrm>
            <a:off x="457200" y="6416675"/>
            <a:ext cx="2133600" cy="365125"/>
          </a:xfrm>
          <a:prstGeom prst="rect">
            <a:avLst/>
          </a:prstGeom>
          <a:noFill/>
        </p:spPr>
        <p:txBody>
          <a:bodyPr lIns="91440" tIns="45720" rIns="91440" bIns="45720" anchor="b"/>
          <a:lstStyle/>
          <a:p>
            <a:pPr>
              <a:defRPr/>
            </a:pPr>
            <a:endParaRPr sz="1400"/>
          </a:p>
        </p:txBody>
      </p:sp>
      <p:sp>
        <p:nvSpPr>
          <p:cNvPr id="1486448797" name="Shape 24581"/>
          <p:cNvSpPr>
            <a:spLocks noGrp="1" noChangeShapeType="1"/>
          </p:cNvSpPr>
          <p:nvPr>
            <p:ph type="ftr" idx="3"/>
          </p:nvPr>
        </p:nvSpPr>
        <p:spPr bwMode="auto">
          <a:xfrm>
            <a:off x="3124200" y="6416675"/>
            <a:ext cx="2895600" cy="365125"/>
          </a:xfrm>
          <a:prstGeom prst="rect">
            <a:avLst/>
          </a:prstGeom>
          <a:noFill/>
        </p:spPr>
        <p:txBody>
          <a:bodyPr lIns="91440" tIns="45720" rIns="91440" bIns="45720" anchor="b"/>
          <a:lstStyle/>
          <a:p>
            <a:pPr>
              <a:defRPr/>
            </a:pPr>
            <a:endParaRPr sz="1400"/>
          </a:p>
        </p:txBody>
      </p:sp>
      <p:sp>
        <p:nvSpPr>
          <p:cNvPr id="1646987575" name="Shape 24582"/>
          <p:cNvSpPr>
            <a:spLocks noGrp="1" noChangeShapeType="1"/>
          </p:cNvSpPr>
          <p:nvPr>
            <p:ph type="sldNum" idx="4"/>
          </p:nvPr>
        </p:nvSpPr>
        <p:spPr bwMode="auto">
          <a:xfrm>
            <a:off x="7924800" y="6416675"/>
            <a:ext cx="762000" cy="365125"/>
          </a:xfrm>
          <a:prstGeom prst="rect">
            <a:avLst/>
          </a:prstGeom>
          <a:noFill/>
        </p:spPr>
        <p:txBody>
          <a:bodyPr lIns="0" tIns="45720" rIns="0" bIns="45720" anchor="b"/>
          <a:lstStyle>
            <a:lvl1pPr mar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Book Antiqua"/>
              </a:defRPr>
            </a:lvl1pPr>
            <a:lvl2pPr marL="457200" indent="4572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Book Antiqua"/>
              </a:defRPr>
            </a:lvl2pPr>
            <a:lvl3pPr marL="914400" indent="9144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Book Antiqua"/>
              </a:defRPr>
            </a:lvl3pPr>
            <a:lvl4pPr marL="1371600" indent="13716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Book Antiqua"/>
              </a:defRPr>
            </a:lvl4pPr>
            <a:lvl5pPr marL="1828800" indent="18288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Book Antiqua"/>
              </a:defRPr>
            </a:lvl5pPr>
          </a:lstStyle>
          <a:p>
            <a:pPr marL="0" lvl="0" indent="0" algn="r">
              <a:spcBef>
                <a:spcPts val="0"/>
              </a:spcBef>
              <a:buNone/>
              <a:defRPr/>
            </a:pPr>
            <a:fld id="{D038279B-FC19-497E-A7D1-5ADD9CAF016F}" type="slidenum">
              <a:rPr lang="en-GB" sz="1200" b="1" i="0" u="none">
                <a:solidFill>
                  <a:srgbClr val="BCBCBC"/>
                </a:solidFill>
              </a:rPr>
            </a:fld>
            <a:endParaRPr lang="en-GB" sz="1200" b="1" i="0" u="none">
              <a:solidFill>
                <a:srgbClr val="BCBCBC"/>
              </a:solidFill>
            </a:endParaRP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PhAnim="0" showMasterSp="0" userDrawn="1">
  <p:cSld name="63_Theme2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62726007" name="Title Placeholder 21"/>
          <p:cNvSpPr>
            <a:spLocks noGrp="1" noChangeShapeType="1"/>
          </p:cNvSpPr>
          <p:nvPr>
            <p:ph type="title"/>
          </p:nvPr>
        </p:nvSpPr>
        <p:spPr bwMode="auto">
          <a:xfrm>
            <a:off x="457200" y="274637"/>
            <a:ext cx="8229600" cy="1143000"/>
          </a:xfrm>
          <a:prstGeom prst="rect">
            <a:avLst/>
          </a:prstGeom>
          <a:noFill/>
        </p:spPr>
        <p:txBody>
          <a:bodyPr lIns="91440" tIns="45720" rIns="91440" bIns="45720" anchor="ctr" anchorCtr="0"/>
          <a:lstStyle/>
          <a:p>
            <a:pPr marL="0" lvl="0" indent="0">
              <a:spcBef>
                <a:spcPts val="0"/>
              </a:spcBef>
              <a:buNone/>
              <a:defRPr/>
            </a:pPr>
            <a:r>
              <a:t>Click to edit Master title style</a:t>
            </a:r>
          </a:p>
        </p:txBody>
      </p:sp>
      <p:sp>
        <p:nvSpPr>
          <p:cNvPr id="287790861" name="Text Placeholder 12"/>
          <p:cNvSpPr>
            <a:spLocks noGrp="1" noChangeShapeType="1"/>
          </p:cNvSpPr>
          <p:nvPr>
            <p:ph type="body" idx="1"/>
          </p:nvPr>
        </p:nvSpPr>
        <p:spPr bwMode="auto">
          <a:xfrm>
            <a:off x="457200" y="1600200"/>
            <a:ext cx="8229600" cy="4708525"/>
          </a:xfrm>
          <a:prstGeom prst="rect">
            <a:avLst/>
          </a:prstGeom>
          <a:noFill/>
        </p:spPr>
        <p:txBody>
          <a:bodyPr lIns="91440" tIns="45720" rIns="91440" bIns="45720"/>
          <a:lstStyle/>
          <a:p>
            <a:pPr marL="547370" lvl="0" indent="-410845">
              <a:spcBef>
                <a:spcPts val="0"/>
              </a:spcBef>
              <a:buClr>
                <a:srgbClr val="F9F9F9"/>
              </a:buClr>
              <a:buSzPct val="65000"/>
              <a:buFont typeface="Wingdings 2"/>
              <a:buChar char=""/>
              <a:defRPr/>
            </a:pPr>
            <a:r>
              <a:t>Click to edit Master text styles</a:t>
            </a:r>
          </a:p>
          <a:p>
            <a:pPr marL="868045" lvl="1" indent="-282575">
              <a:spcBef>
                <a:spcPts val="0"/>
              </a:spcBef>
              <a:buClr>
                <a:srgbClr val="FFFFFF"/>
              </a:buClr>
              <a:buSzPct val="80000"/>
              <a:buChar char=""/>
              <a:defRPr/>
            </a:pPr>
            <a:r>
              <a:t>Second level</a:t>
            </a:r>
          </a:p>
          <a:p>
            <a:pPr marL="1133475" lvl="2" indent="-228600">
              <a:spcBef>
                <a:spcPts val="0"/>
              </a:spcBef>
              <a:buClr>
                <a:srgbClr val="FFFFFF"/>
              </a:buClr>
              <a:buSzPct val="95000"/>
              <a:buFont typeface="Wingdings"/>
              <a:buChar char=""/>
              <a:defRPr/>
            </a:pPr>
            <a:r>
              <a:t>Third level</a:t>
            </a:r>
          </a:p>
          <a:p>
            <a:pPr marL="1352550" lvl="3" indent="-182880">
              <a:spcBef>
                <a:spcPts val="0"/>
              </a:spcBef>
              <a:buClr>
                <a:srgbClr val="FFFFFF"/>
              </a:buClr>
              <a:buSzPct val="100000"/>
              <a:buFont typeface="Wingdings 3"/>
              <a:buChar char=""/>
              <a:defRPr/>
            </a:pPr>
            <a:r>
              <a:t>Fourth level</a:t>
            </a:r>
          </a:p>
          <a:p>
            <a:pPr marL="1544320" lvl="4" indent="-182245">
              <a:spcBef>
                <a:spcPts val="0"/>
              </a:spcBef>
              <a:buClr>
                <a:srgbClr val="FFFFFF"/>
              </a:buClr>
              <a:buSzPct val="100000"/>
              <a:buFont typeface="Wingdings 2"/>
              <a:buChar char=""/>
              <a:defRPr/>
            </a:pPr>
            <a:r>
              <a:t>Fifth level</a:t>
            </a:r>
          </a:p>
        </p:txBody>
      </p:sp>
      <p:sp>
        <p:nvSpPr>
          <p:cNvPr id="1598609651" name="Date Placeholder 13"/>
          <p:cNvSpPr>
            <a:spLocks noGrp="1" noChangeShapeType="1"/>
          </p:cNvSpPr>
          <p:nvPr>
            <p:ph type="dt" idx="2"/>
          </p:nvPr>
        </p:nvSpPr>
        <p:spPr bwMode="auto">
          <a:xfrm>
            <a:off x="457200" y="6416675"/>
            <a:ext cx="2133600" cy="365125"/>
          </a:xfrm>
          <a:prstGeom prst="rect">
            <a:avLst/>
          </a:prstGeom>
          <a:noFill/>
        </p:spPr>
        <p:txBody>
          <a:bodyPr lIns="91440" tIns="45720" rIns="91440" bIns="45720" anchor="b"/>
          <a:lstStyle/>
          <a:p>
            <a:pPr>
              <a:defRPr/>
            </a:pPr>
            <a:endParaRPr sz="1400"/>
          </a:p>
        </p:txBody>
      </p:sp>
      <p:sp>
        <p:nvSpPr>
          <p:cNvPr id="19341225" name="Footer Placeholder 2"/>
          <p:cNvSpPr>
            <a:spLocks noGrp="1" noChangeShapeType="1"/>
          </p:cNvSpPr>
          <p:nvPr>
            <p:ph type="ftr" idx="3"/>
          </p:nvPr>
        </p:nvSpPr>
        <p:spPr bwMode="auto">
          <a:xfrm>
            <a:off x="3124200" y="6416675"/>
            <a:ext cx="2895600" cy="365125"/>
          </a:xfrm>
          <a:prstGeom prst="rect">
            <a:avLst/>
          </a:prstGeom>
          <a:noFill/>
        </p:spPr>
        <p:txBody>
          <a:bodyPr lIns="91440" tIns="45720" rIns="91440" bIns="45720" anchor="b"/>
          <a:lstStyle/>
          <a:p>
            <a:pPr>
              <a:defRPr/>
            </a:pPr>
            <a:endParaRPr sz="1400"/>
          </a:p>
        </p:txBody>
      </p:sp>
      <p:sp>
        <p:nvSpPr>
          <p:cNvPr id="1977659354" name="Slide Number Placeholder 22"/>
          <p:cNvSpPr>
            <a:spLocks noGrp="1" noChangeShapeType="1"/>
          </p:cNvSpPr>
          <p:nvPr>
            <p:ph type="sldNum" idx="4"/>
          </p:nvPr>
        </p:nvSpPr>
        <p:spPr bwMode="auto">
          <a:xfrm>
            <a:off x="7924800" y="6416675"/>
            <a:ext cx="762000" cy="365125"/>
          </a:xfrm>
          <a:prstGeom prst="rect">
            <a:avLst/>
          </a:prstGeom>
          <a:noFill/>
        </p:spPr>
        <p:txBody>
          <a:bodyPr lIns="0" tIns="45720" rIns="0" bIns="45720" anchor="b"/>
          <a:lstStyle/>
          <a:p>
            <a:pPr marL="0" lvl="0" indent="0" algn="r">
              <a:spcBef>
                <a:spcPts val="0"/>
              </a:spcBef>
              <a:buNone/>
              <a:defRPr/>
            </a:pPr>
            <a:fld id="{D038279B-FC19-497E-A7D1-5ADD9CAF016F}" type="slidenum">
              <a:rPr lang="en-GB" sz="1200" b="0" i="0" u="none">
                <a:solidFill>
                  <a:srgbClr val="BCBCBC"/>
                </a:solidFill>
              </a:rPr>
            </a:fld>
            <a:endParaRPr lang="en-GB" sz="1200" b="0" i="0" u="none">
              <a:solidFill>
                <a:srgbClr val="BCBCBC"/>
              </a:solidFill>
            </a:endParaRPr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PhAnim="0" userDrawn="1">
  <p:cSld name="Title and Object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75834129" name="Shape 27650"/>
          <p:cNvSpPr>
            <a:spLocks noGrp="1" noChangeShapeType="1"/>
          </p:cNvSpPr>
          <p:nvPr>
            <p:ph type="title"/>
          </p:nvPr>
        </p:nvSpPr>
        <p:spPr bwMode="auto">
          <a:xfrm>
            <a:off x="457200" y="274637"/>
            <a:ext cx="8229600" cy="1143000"/>
          </a:xfrm>
          <a:prstGeom prst="rect">
            <a:avLst/>
          </a:prstGeom>
          <a:noFill/>
        </p:spPr>
        <p:txBody>
          <a:bodyPr lIns="91440" tIns="45720" rIns="91440" bIns="45720" anchor="ctr" anchorCtr="0"/>
          <a:lstStyle/>
          <a:p>
            <a:pPr marL="0" lvl="0" indent="0">
              <a:spcBef>
                <a:spcPts val="0"/>
              </a:spcBef>
              <a:buNone/>
              <a:defRPr/>
            </a:pPr>
            <a:r>
              <a:t>Click to edit Master title style</a:t>
            </a:r>
          </a:p>
        </p:txBody>
      </p:sp>
      <p:sp>
        <p:nvSpPr>
          <p:cNvPr id="815383870" name="Shape 27651"/>
          <p:cNvSpPr>
            <a:spLocks noGrp="1" noChangeShapeType="1"/>
          </p:cNvSpPr>
          <p:nvPr>
            <p:ph idx="1"/>
          </p:nvPr>
        </p:nvSpPr>
        <p:spPr bwMode="auto">
          <a:xfrm>
            <a:off x="457200" y="1600200"/>
            <a:ext cx="8229600" cy="4708525"/>
          </a:xfrm>
          <a:prstGeom prst="rect">
            <a:avLst/>
          </a:prstGeom>
          <a:noFill/>
        </p:spPr>
        <p:txBody>
          <a:bodyPr lIns="91440" tIns="45720" rIns="91440" bIns="45720"/>
          <a:lstStyle>
            <a:lvl1pPr marL="547370" indent="136525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9F9F9"/>
              </a:buClr>
              <a:buSzPct val="65000"/>
              <a:buChar char=""/>
              <a:defRPr sz="2800" b="0" i="0">
                <a:solidFill>
                  <a:schemeClr val="dk1"/>
                </a:solidFill>
                <a:latin typeface="Book Antiqua"/>
              </a:defRPr>
            </a:lvl1pPr>
            <a:lvl2pPr marL="868045" indent="58547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80000"/>
              <a:buChar char=""/>
              <a:defRPr sz="2400" b="0" i="0">
                <a:solidFill>
                  <a:schemeClr val="dk1"/>
                </a:solidFill>
                <a:latin typeface="Book Antiqua"/>
              </a:defRPr>
            </a:lvl2pPr>
            <a:lvl3pPr marL="1133475" indent="904875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95000"/>
              <a:buChar char=""/>
              <a:defRPr sz="2200" b="0" i="0">
                <a:solidFill>
                  <a:schemeClr val="dk1"/>
                </a:solidFill>
                <a:latin typeface="Book Antiqua"/>
              </a:defRPr>
            </a:lvl3pPr>
            <a:lvl4pPr marL="1352550" indent="116967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00000"/>
              <a:buChar char=""/>
              <a:defRPr sz="2000" b="0" i="0">
                <a:solidFill>
                  <a:schemeClr val="dk1"/>
                </a:solidFill>
                <a:latin typeface="Book Antiqua"/>
              </a:defRPr>
            </a:lvl4pPr>
            <a:lvl5pPr marL="1544320" indent="1362075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00000"/>
              <a:buChar char=""/>
              <a:defRPr sz="2000" b="0" i="0">
                <a:solidFill>
                  <a:schemeClr val="dk1"/>
                </a:solidFill>
                <a:latin typeface="Book Antiqua"/>
              </a:defRPr>
            </a:lvl5pPr>
          </a:lstStyle>
          <a:p>
            <a:pPr marL="547370" lvl="0" indent="-410845">
              <a:spcBef>
                <a:spcPts val="0"/>
              </a:spcBef>
              <a:buClr>
                <a:srgbClr val="F9F9F9"/>
              </a:buClr>
              <a:buSzPct val="65000"/>
              <a:buFont typeface="Wingdings 2"/>
              <a:buChar char=""/>
              <a:defRPr/>
            </a:pPr>
            <a:r>
              <a:t>Click to edit Master text styles</a:t>
            </a:r>
          </a:p>
          <a:p>
            <a:pPr marL="868045" lvl="1" indent="-282575">
              <a:spcBef>
                <a:spcPts val="0"/>
              </a:spcBef>
              <a:buClr>
                <a:srgbClr val="FFFFFF"/>
              </a:buClr>
              <a:buSzPct val="80000"/>
              <a:buChar char=""/>
              <a:defRPr/>
            </a:pPr>
            <a:r>
              <a:t>Second level</a:t>
            </a:r>
          </a:p>
          <a:p>
            <a:pPr marL="1133475" lvl="2" indent="-228600">
              <a:spcBef>
                <a:spcPts val="0"/>
              </a:spcBef>
              <a:buClr>
                <a:srgbClr val="FFFFFF"/>
              </a:buClr>
              <a:buSzPct val="95000"/>
              <a:buFont typeface="Wingdings"/>
              <a:buChar char=""/>
              <a:defRPr/>
            </a:pPr>
            <a:r>
              <a:t>Third level</a:t>
            </a:r>
          </a:p>
          <a:p>
            <a:pPr marL="1352550" lvl="3" indent="-182880">
              <a:spcBef>
                <a:spcPts val="0"/>
              </a:spcBef>
              <a:buClr>
                <a:srgbClr val="FFFFFF"/>
              </a:buClr>
              <a:buSzPct val="100000"/>
              <a:buFont typeface="Wingdings 3"/>
              <a:buChar char=""/>
              <a:defRPr/>
            </a:pPr>
            <a:r>
              <a:t>Fourth level</a:t>
            </a:r>
          </a:p>
          <a:p>
            <a:pPr marL="1544320" lvl="4" indent="-182245">
              <a:spcBef>
                <a:spcPts val="0"/>
              </a:spcBef>
              <a:buClr>
                <a:srgbClr val="FFFFFF"/>
              </a:buClr>
              <a:buSzPct val="100000"/>
              <a:buFont typeface="Wingdings 2"/>
              <a:buChar char=""/>
              <a:defRPr/>
            </a:pPr>
            <a:r>
              <a:t>Fifth level</a:t>
            </a:r>
          </a:p>
        </p:txBody>
      </p:sp>
      <p:sp>
        <p:nvSpPr>
          <p:cNvPr id="692195352" name="Shape 27652"/>
          <p:cNvSpPr>
            <a:spLocks noGrp="1" noChangeShapeType="1"/>
          </p:cNvSpPr>
          <p:nvPr>
            <p:ph type="dt" idx="2"/>
          </p:nvPr>
        </p:nvSpPr>
        <p:spPr bwMode="auto">
          <a:xfrm>
            <a:off x="457200" y="6416675"/>
            <a:ext cx="2133600" cy="365125"/>
          </a:xfrm>
          <a:prstGeom prst="rect">
            <a:avLst/>
          </a:prstGeom>
          <a:noFill/>
        </p:spPr>
        <p:txBody>
          <a:bodyPr lIns="91440" tIns="45720" rIns="91440" bIns="45720" anchor="b"/>
          <a:lstStyle/>
          <a:p>
            <a:pPr>
              <a:defRPr/>
            </a:pPr>
            <a:endParaRPr sz="1400"/>
          </a:p>
        </p:txBody>
      </p:sp>
      <p:sp>
        <p:nvSpPr>
          <p:cNvPr id="719815120" name="Shape 27653"/>
          <p:cNvSpPr>
            <a:spLocks noGrp="1" noChangeShapeType="1"/>
          </p:cNvSpPr>
          <p:nvPr>
            <p:ph type="ftr" idx="3"/>
          </p:nvPr>
        </p:nvSpPr>
        <p:spPr bwMode="auto">
          <a:xfrm>
            <a:off x="3124200" y="6416675"/>
            <a:ext cx="2895600" cy="365125"/>
          </a:xfrm>
          <a:prstGeom prst="rect">
            <a:avLst/>
          </a:prstGeom>
          <a:noFill/>
        </p:spPr>
        <p:txBody>
          <a:bodyPr lIns="91440" tIns="45720" rIns="91440" bIns="45720" anchor="b"/>
          <a:lstStyle/>
          <a:p>
            <a:pPr>
              <a:defRPr/>
            </a:pPr>
            <a:endParaRPr sz="1400"/>
          </a:p>
        </p:txBody>
      </p:sp>
      <p:sp>
        <p:nvSpPr>
          <p:cNvPr id="1169476164" name="Shape 27654"/>
          <p:cNvSpPr>
            <a:spLocks noGrp="1" noChangeShapeType="1"/>
          </p:cNvSpPr>
          <p:nvPr>
            <p:ph type="sldNum" idx="4"/>
          </p:nvPr>
        </p:nvSpPr>
        <p:spPr bwMode="auto">
          <a:xfrm>
            <a:off x="7924800" y="6416675"/>
            <a:ext cx="762000" cy="365125"/>
          </a:xfrm>
          <a:prstGeom prst="rect">
            <a:avLst/>
          </a:prstGeom>
          <a:noFill/>
        </p:spPr>
        <p:txBody>
          <a:bodyPr lIns="0" tIns="45720" rIns="0" bIns="45720" anchor="b"/>
          <a:lstStyle>
            <a:lvl1pPr mar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Book Antiqua"/>
              </a:defRPr>
            </a:lvl1pPr>
            <a:lvl2pPr marL="457200" indent="4572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Book Antiqua"/>
              </a:defRPr>
            </a:lvl2pPr>
            <a:lvl3pPr marL="914400" indent="9144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Book Antiqua"/>
              </a:defRPr>
            </a:lvl3pPr>
            <a:lvl4pPr marL="1371600" indent="13716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Book Antiqua"/>
              </a:defRPr>
            </a:lvl4pPr>
            <a:lvl5pPr marL="1828800" indent="18288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Book Antiqua"/>
              </a:defRPr>
            </a:lvl5pPr>
          </a:lstStyle>
          <a:p>
            <a:pPr marL="0" lvl="0" indent="0" algn="r">
              <a:spcBef>
                <a:spcPts val="0"/>
              </a:spcBef>
              <a:buNone/>
              <a:defRPr/>
            </a:pPr>
            <a:fld id="{D038279B-FC19-497E-A7D1-5ADD9CAF016F}" type="slidenum">
              <a:rPr lang="en-GB" sz="1200" b="1" i="0" u="none">
                <a:solidFill>
                  <a:srgbClr val="BCBCBC"/>
                </a:solidFill>
              </a:rPr>
            </a:fld>
            <a:endParaRPr lang="en-GB" sz="1200" b="1" i="0" u="none">
              <a:solidFill>
                <a:srgbClr val="BCBCBC"/>
              </a:solidFill>
            </a:endParaRPr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PhAnim="0" showMasterSp="0" userDrawn="1">
  <p:cSld name="66_Theme2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7271631" name="Title Placeholder 21"/>
          <p:cNvSpPr>
            <a:spLocks noGrp="1" noChangeShapeType="1"/>
          </p:cNvSpPr>
          <p:nvPr>
            <p:ph type="title"/>
          </p:nvPr>
        </p:nvSpPr>
        <p:spPr bwMode="auto">
          <a:xfrm>
            <a:off x="457200" y="274637"/>
            <a:ext cx="8229600" cy="1143000"/>
          </a:xfrm>
          <a:prstGeom prst="rect">
            <a:avLst/>
          </a:prstGeom>
          <a:noFill/>
        </p:spPr>
        <p:txBody>
          <a:bodyPr lIns="91440" tIns="45720" rIns="91440" bIns="45720" anchor="ctr" anchorCtr="0"/>
          <a:lstStyle/>
          <a:p>
            <a:pPr marL="0" lvl="0" indent="0">
              <a:spcBef>
                <a:spcPts val="0"/>
              </a:spcBef>
              <a:buNone/>
              <a:defRPr/>
            </a:pPr>
            <a:r>
              <a:t>Click to edit Master title style</a:t>
            </a:r>
          </a:p>
        </p:txBody>
      </p:sp>
      <p:sp>
        <p:nvSpPr>
          <p:cNvPr id="629638820" name="Text Placeholder 12"/>
          <p:cNvSpPr>
            <a:spLocks noGrp="1" noChangeShapeType="1"/>
          </p:cNvSpPr>
          <p:nvPr>
            <p:ph type="body" idx="1"/>
          </p:nvPr>
        </p:nvSpPr>
        <p:spPr bwMode="auto">
          <a:xfrm>
            <a:off x="457200" y="1600200"/>
            <a:ext cx="8229600" cy="4708525"/>
          </a:xfrm>
          <a:prstGeom prst="rect">
            <a:avLst/>
          </a:prstGeom>
          <a:noFill/>
        </p:spPr>
        <p:txBody>
          <a:bodyPr lIns="91440" tIns="45720" rIns="91440" bIns="45720"/>
          <a:lstStyle/>
          <a:p>
            <a:pPr marL="547370" lvl="0" indent="-410845">
              <a:spcBef>
                <a:spcPts val="0"/>
              </a:spcBef>
              <a:buClr>
                <a:srgbClr val="F9F9F9"/>
              </a:buClr>
              <a:buSzPct val="65000"/>
              <a:buFont typeface="Wingdings 2"/>
              <a:buChar char=""/>
              <a:defRPr/>
            </a:pPr>
            <a:r>
              <a:t>Click to edit Master text styles</a:t>
            </a:r>
          </a:p>
          <a:p>
            <a:pPr marL="868045" lvl="1" indent="-282575">
              <a:spcBef>
                <a:spcPts val="0"/>
              </a:spcBef>
              <a:buClr>
                <a:srgbClr val="FFFFFF"/>
              </a:buClr>
              <a:buSzPct val="80000"/>
              <a:buChar char=""/>
              <a:defRPr/>
            </a:pPr>
            <a:r>
              <a:t>Second level</a:t>
            </a:r>
          </a:p>
          <a:p>
            <a:pPr marL="1133475" lvl="2" indent="-228600">
              <a:spcBef>
                <a:spcPts val="0"/>
              </a:spcBef>
              <a:buClr>
                <a:srgbClr val="FFFFFF"/>
              </a:buClr>
              <a:buSzPct val="95000"/>
              <a:buFont typeface="Wingdings"/>
              <a:buChar char=""/>
              <a:defRPr/>
            </a:pPr>
            <a:r>
              <a:t>Third level</a:t>
            </a:r>
          </a:p>
          <a:p>
            <a:pPr marL="1352550" lvl="3" indent="-182880">
              <a:spcBef>
                <a:spcPts val="0"/>
              </a:spcBef>
              <a:buClr>
                <a:srgbClr val="FFFFFF"/>
              </a:buClr>
              <a:buSzPct val="100000"/>
              <a:buFont typeface="Wingdings 3"/>
              <a:buChar char=""/>
              <a:defRPr/>
            </a:pPr>
            <a:r>
              <a:t>Fourth level</a:t>
            </a:r>
          </a:p>
          <a:p>
            <a:pPr marL="1544320" lvl="4" indent="-182245">
              <a:spcBef>
                <a:spcPts val="0"/>
              </a:spcBef>
              <a:buClr>
                <a:srgbClr val="FFFFFF"/>
              </a:buClr>
              <a:buSzPct val="100000"/>
              <a:buFont typeface="Wingdings 2"/>
              <a:buChar char=""/>
              <a:defRPr/>
            </a:pPr>
            <a:r>
              <a:t>Fifth level</a:t>
            </a:r>
          </a:p>
        </p:txBody>
      </p:sp>
      <p:sp>
        <p:nvSpPr>
          <p:cNvPr id="1382807130" name="Date Placeholder 13"/>
          <p:cNvSpPr>
            <a:spLocks noGrp="1" noChangeShapeType="1"/>
          </p:cNvSpPr>
          <p:nvPr>
            <p:ph type="dt" idx="2"/>
          </p:nvPr>
        </p:nvSpPr>
        <p:spPr bwMode="auto">
          <a:xfrm>
            <a:off x="457200" y="6416675"/>
            <a:ext cx="2133600" cy="365125"/>
          </a:xfrm>
          <a:prstGeom prst="rect">
            <a:avLst/>
          </a:prstGeom>
          <a:noFill/>
        </p:spPr>
        <p:txBody>
          <a:bodyPr lIns="91440" tIns="45720" rIns="91440" bIns="45720" anchor="b"/>
          <a:lstStyle/>
          <a:p>
            <a:pPr>
              <a:defRPr/>
            </a:pPr>
            <a:endParaRPr sz="1400"/>
          </a:p>
        </p:txBody>
      </p:sp>
      <p:sp>
        <p:nvSpPr>
          <p:cNvPr id="1234715622" name="Footer Placeholder 2"/>
          <p:cNvSpPr>
            <a:spLocks noGrp="1" noChangeShapeType="1"/>
          </p:cNvSpPr>
          <p:nvPr>
            <p:ph type="ftr" idx="3"/>
          </p:nvPr>
        </p:nvSpPr>
        <p:spPr bwMode="auto">
          <a:xfrm>
            <a:off x="3124200" y="6416675"/>
            <a:ext cx="2895600" cy="365125"/>
          </a:xfrm>
          <a:prstGeom prst="rect">
            <a:avLst/>
          </a:prstGeom>
          <a:noFill/>
        </p:spPr>
        <p:txBody>
          <a:bodyPr lIns="91440" tIns="45720" rIns="91440" bIns="45720" anchor="b"/>
          <a:lstStyle/>
          <a:p>
            <a:pPr>
              <a:defRPr/>
            </a:pPr>
            <a:endParaRPr sz="1400"/>
          </a:p>
        </p:txBody>
      </p:sp>
      <p:sp>
        <p:nvSpPr>
          <p:cNvPr id="1389371219" name="Slide Number Placeholder 22"/>
          <p:cNvSpPr>
            <a:spLocks noGrp="1" noChangeShapeType="1"/>
          </p:cNvSpPr>
          <p:nvPr>
            <p:ph type="sldNum" idx="4"/>
          </p:nvPr>
        </p:nvSpPr>
        <p:spPr bwMode="auto">
          <a:xfrm>
            <a:off x="7924800" y="6416675"/>
            <a:ext cx="762000" cy="365125"/>
          </a:xfrm>
          <a:prstGeom prst="rect">
            <a:avLst/>
          </a:prstGeom>
          <a:noFill/>
        </p:spPr>
        <p:txBody>
          <a:bodyPr lIns="0" tIns="45720" rIns="0" bIns="45720" anchor="b"/>
          <a:lstStyle/>
          <a:p>
            <a:pPr marL="0" lvl="0" indent="0" algn="r">
              <a:spcBef>
                <a:spcPts val="0"/>
              </a:spcBef>
              <a:buNone/>
              <a:defRPr/>
            </a:pPr>
            <a:fld id="{D038279B-FC19-497E-A7D1-5ADD9CAF016F}" type="slidenum">
              <a:rPr lang="en-GB" sz="1200" b="0" i="0" u="none">
                <a:solidFill>
                  <a:srgbClr val="BCBCBC"/>
                </a:solidFill>
              </a:rPr>
            </a:fld>
            <a:endParaRPr lang="en-GB" sz="1200" b="0" i="0" u="none">
              <a:solidFill>
                <a:srgbClr val="BCBCBC"/>
              </a:solidFill>
            </a:endParaRPr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PhAnim="0" userDrawn="1">
  <p:cSld name="Title and Object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91359685" name="Shape 28674"/>
          <p:cNvSpPr>
            <a:spLocks noGrp="1" noChangeShapeType="1"/>
          </p:cNvSpPr>
          <p:nvPr>
            <p:ph type="title"/>
          </p:nvPr>
        </p:nvSpPr>
        <p:spPr bwMode="auto">
          <a:xfrm>
            <a:off x="457200" y="274637"/>
            <a:ext cx="8229600" cy="1143000"/>
          </a:xfrm>
          <a:prstGeom prst="rect">
            <a:avLst/>
          </a:prstGeom>
          <a:noFill/>
        </p:spPr>
        <p:txBody>
          <a:bodyPr lIns="91440" tIns="45720" rIns="91440" bIns="45720" anchor="ctr" anchorCtr="0"/>
          <a:lstStyle/>
          <a:p>
            <a:pPr marL="0" lvl="0" indent="0">
              <a:spcBef>
                <a:spcPts val="0"/>
              </a:spcBef>
              <a:buNone/>
              <a:defRPr/>
            </a:pPr>
            <a:r>
              <a:t>Click to edit Master title style</a:t>
            </a:r>
          </a:p>
        </p:txBody>
      </p:sp>
      <p:sp>
        <p:nvSpPr>
          <p:cNvPr id="305938447" name="Shape 28675"/>
          <p:cNvSpPr>
            <a:spLocks noGrp="1" noChangeShapeType="1"/>
          </p:cNvSpPr>
          <p:nvPr>
            <p:ph idx="1"/>
          </p:nvPr>
        </p:nvSpPr>
        <p:spPr bwMode="auto">
          <a:xfrm>
            <a:off x="457200" y="1600200"/>
            <a:ext cx="8229600" cy="4708525"/>
          </a:xfrm>
          <a:prstGeom prst="rect">
            <a:avLst/>
          </a:prstGeom>
          <a:noFill/>
        </p:spPr>
        <p:txBody>
          <a:bodyPr lIns="91440" tIns="45720" rIns="91440" bIns="45720"/>
          <a:lstStyle>
            <a:lvl1pPr marL="547370" indent="136525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9F9F9"/>
              </a:buClr>
              <a:buSzPct val="65000"/>
              <a:buChar char=""/>
              <a:defRPr sz="2800" b="0" i="0">
                <a:solidFill>
                  <a:schemeClr val="dk1"/>
                </a:solidFill>
                <a:latin typeface="Book Antiqua"/>
              </a:defRPr>
            </a:lvl1pPr>
            <a:lvl2pPr marL="868045" indent="58547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80000"/>
              <a:buChar char=""/>
              <a:defRPr sz="2400" b="0" i="0">
                <a:solidFill>
                  <a:schemeClr val="dk1"/>
                </a:solidFill>
                <a:latin typeface="Book Antiqua"/>
              </a:defRPr>
            </a:lvl2pPr>
            <a:lvl3pPr marL="1133475" indent="904875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95000"/>
              <a:buChar char=""/>
              <a:defRPr sz="2200" b="0" i="0">
                <a:solidFill>
                  <a:schemeClr val="dk1"/>
                </a:solidFill>
                <a:latin typeface="Book Antiqua"/>
              </a:defRPr>
            </a:lvl3pPr>
            <a:lvl4pPr marL="1352550" indent="116967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00000"/>
              <a:buChar char=""/>
              <a:defRPr sz="2000" b="0" i="0">
                <a:solidFill>
                  <a:schemeClr val="dk1"/>
                </a:solidFill>
                <a:latin typeface="Book Antiqua"/>
              </a:defRPr>
            </a:lvl4pPr>
            <a:lvl5pPr marL="1544320" indent="1362075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00000"/>
              <a:buChar char=""/>
              <a:defRPr sz="2000" b="0" i="0">
                <a:solidFill>
                  <a:schemeClr val="dk1"/>
                </a:solidFill>
                <a:latin typeface="Book Antiqua"/>
              </a:defRPr>
            </a:lvl5pPr>
          </a:lstStyle>
          <a:p>
            <a:pPr marL="547370" lvl="0" indent="-410845">
              <a:spcBef>
                <a:spcPts val="0"/>
              </a:spcBef>
              <a:buClr>
                <a:srgbClr val="F9F9F9"/>
              </a:buClr>
              <a:buSzPct val="65000"/>
              <a:buFont typeface="Wingdings 2"/>
              <a:buChar char=""/>
              <a:defRPr/>
            </a:pPr>
            <a:r>
              <a:t>Click to edit Master text styles</a:t>
            </a:r>
          </a:p>
          <a:p>
            <a:pPr marL="868045" lvl="1" indent="-282575">
              <a:spcBef>
                <a:spcPts val="0"/>
              </a:spcBef>
              <a:buClr>
                <a:srgbClr val="FFFFFF"/>
              </a:buClr>
              <a:buSzPct val="80000"/>
              <a:buChar char=""/>
              <a:defRPr/>
            </a:pPr>
            <a:r>
              <a:t>Second level</a:t>
            </a:r>
          </a:p>
          <a:p>
            <a:pPr marL="1133475" lvl="2" indent="-228600">
              <a:spcBef>
                <a:spcPts val="0"/>
              </a:spcBef>
              <a:buClr>
                <a:srgbClr val="FFFFFF"/>
              </a:buClr>
              <a:buSzPct val="95000"/>
              <a:buFont typeface="Wingdings"/>
              <a:buChar char=""/>
              <a:defRPr/>
            </a:pPr>
            <a:r>
              <a:t>Third level</a:t>
            </a:r>
          </a:p>
          <a:p>
            <a:pPr marL="1352550" lvl="3" indent="-182880">
              <a:spcBef>
                <a:spcPts val="0"/>
              </a:spcBef>
              <a:buClr>
                <a:srgbClr val="FFFFFF"/>
              </a:buClr>
              <a:buSzPct val="100000"/>
              <a:buFont typeface="Wingdings 3"/>
              <a:buChar char=""/>
              <a:defRPr/>
            </a:pPr>
            <a:r>
              <a:t>Fourth level</a:t>
            </a:r>
          </a:p>
          <a:p>
            <a:pPr marL="1544320" lvl="4" indent="-182245">
              <a:spcBef>
                <a:spcPts val="0"/>
              </a:spcBef>
              <a:buClr>
                <a:srgbClr val="FFFFFF"/>
              </a:buClr>
              <a:buSzPct val="100000"/>
              <a:buFont typeface="Wingdings 2"/>
              <a:buChar char=""/>
              <a:defRPr/>
            </a:pPr>
            <a:r>
              <a:t>Fifth level</a:t>
            </a:r>
          </a:p>
        </p:txBody>
      </p:sp>
      <p:sp>
        <p:nvSpPr>
          <p:cNvPr id="219128727" name="Shape 28676"/>
          <p:cNvSpPr>
            <a:spLocks noGrp="1" noChangeShapeType="1"/>
          </p:cNvSpPr>
          <p:nvPr>
            <p:ph type="dt" idx="2"/>
          </p:nvPr>
        </p:nvSpPr>
        <p:spPr bwMode="auto">
          <a:xfrm>
            <a:off x="457200" y="6416675"/>
            <a:ext cx="2133600" cy="365125"/>
          </a:xfrm>
          <a:prstGeom prst="rect">
            <a:avLst/>
          </a:prstGeom>
          <a:noFill/>
        </p:spPr>
        <p:txBody>
          <a:bodyPr lIns="91440" tIns="45720" rIns="91440" bIns="45720" anchor="b"/>
          <a:lstStyle/>
          <a:p>
            <a:pPr>
              <a:defRPr/>
            </a:pPr>
            <a:endParaRPr sz="1400"/>
          </a:p>
        </p:txBody>
      </p:sp>
      <p:sp>
        <p:nvSpPr>
          <p:cNvPr id="950705217" name="Shape 28677"/>
          <p:cNvSpPr>
            <a:spLocks noGrp="1" noChangeShapeType="1"/>
          </p:cNvSpPr>
          <p:nvPr>
            <p:ph type="ftr" idx="3"/>
          </p:nvPr>
        </p:nvSpPr>
        <p:spPr bwMode="auto">
          <a:xfrm>
            <a:off x="3124200" y="6416675"/>
            <a:ext cx="2895600" cy="365125"/>
          </a:xfrm>
          <a:prstGeom prst="rect">
            <a:avLst/>
          </a:prstGeom>
          <a:noFill/>
        </p:spPr>
        <p:txBody>
          <a:bodyPr lIns="91440" tIns="45720" rIns="91440" bIns="45720" anchor="b"/>
          <a:lstStyle/>
          <a:p>
            <a:pPr>
              <a:defRPr/>
            </a:pPr>
            <a:endParaRPr sz="1400"/>
          </a:p>
        </p:txBody>
      </p:sp>
      <p:sp>
        <p:nvSpPr>
          <p:cNvPr id="857109363" name="Shape 28678"/>
          <p:cNvSpPr>
            <a:spLocks noGrp="1" noChangeShapeType="1"/>
          </p:cNvSpPr>
          <p:nvPr>
            <p:ph type="sldNum" idx="4"/>
          </p:nvPr>
        </p:nvSpPr>
        <p:spPr bwMode="auto">
          <a:xfrm>
            <a:off x="7924800" y="6416675"/>
            <a:ext cx="762000" cy="365125"/>
          </a:xfrm>
          <a:prstGeom prst="rect">
            <a:avLst/>
          </a:prstGeom>
          <a:noFill/>
        </p:spPr>
        <p:txBody>
          <a:bodyPr lIns="0" tIns="45720" rIns="0" bIns="45720" anchor="b"/>
          <a:lstStyle>
            <a:lvl1pPr mar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Book Antiqua"/>
              </a:defRPr>
            </a:lvl1pPr>
            <a:lvl2pPr marL="457200" indent="4572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Book Antiqua"/>
              </a:defRPr>
            </a:lvl2pPr>
            <a:lvl3pPr marL="914400" indent="9144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Book Antiqua"/>
              </a:defRPr>
            </a:lvl3pPr>
            <a:lvl4pPr marL="1371600" indent="13716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Book Antiqua"/>
              </a:defRPr>
            </a:lvl4pPr>
            <a:lvl5pPr marL="1828800" indent="18288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Book Antiqua"/>
              </a:defRPr>
            </a:lvl5pPr>
          </a:lstStyle>
          <a:p>
            <a:pPr marL="0" lvl="0" indent="0" algn="r">
              <a:spcBef>
                <a:spcPts val="0"/>
              </a:spcBef>
              <a:buNone/>
              <a:defRPr/>
            </a:pPr>
            <a:fld id="{D038279B-FC19-497E-A7D1-5ADD9CAF016F}" type="slidenum">
              <a:rPr lang="en-GB" sz="1200" b="1" i="0" u="none">
                <a:solidFill>
                  <a:srgbClr val="BCBCBC"/>
                </a:solidFill>
              </a:rPr>
            </a:fld>
            <a:endParaRPr lang="en-GB" sz="1200" b="1" i="0" u="none">
              <a:solidFill>
                <a:srgbClr val="BCBCBC"/>
              </a:solidFill>
            </a:endParaRPr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PhAnim="0" showMasterSp="0" userDrawn="1">
  <p:cSld name="67_Theme2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36093731" name="Title Placeholder 21"/>
          <p:cNvSpPr>
            <a:spLocks noGrp="1" noChangeShapeType="1"/>
          </p:cNvSpPr>
          <p:nvPr>
            <p:ph type="title"/>
          </p:nvPr>
        </p:nvSpPr>
        <p:spPr bwMode="auto">
          <a:xfrm>
            <a:off x="457200" y="274637"/>
            <a:ext cx="8229600" cy="1143000"/>
          </a:xfrm>
          <a:prstGeom prst="rect">
            <a:avLst/>
          </a:prstGeom>
          <a:noFill/>
        </p:spPr>
        <p:txBody>
          <a:bodyPr lIns="91440" tIns="45720" rIns="91440" bIns="45720" anchor="ctr" anchorCtr="0"/>
          <a:lstStyle/>
          <a:p>
            <a:pPr marL="0" lvl="0" indent="0">
              <a:spcBef>
                <a:spcPts val="0"/>
              </a:spcBef>
              <a:buNone/>
              <a:defRPr/>
            </a:pPr>
            <a:r>
              <a:t>Click to edit Master title style</a:t>
            </a:r>
          </a:p>
        </p:txBody>
      </p:sp>
      <p:sp>
        <p:nvSpPr>
          <p:cNvPr id="1078844499" name="Text Placeholder 12"/>
          <p:cNvSpPr>
            <a:spLocks noGrp="1" noChangeShapeType="1"/>
          </p:cNvSpPr>
          <p:nvPr>
            <p:ph type="body" idx="1"/>
          </p:nvPr>
        </p:nvSpPr>
        <p:spPr bwMode="auto">
          <a:xfrm>
            <a:off x="457200" y="1600200"/>
            <a:ext cx="8229600" cy="4708525"/>
          </a:xfrm>
          <a:prstGeom prst="rect">
            <a:avLst/>
          </a:prstGeom>
          <a:noFill/>
        </p:spPr>
        <p:txBody>
          <a:bodyPr lIns="91440" tIns="45720" rIns="91440" bIns="45720"/>
          <a:lstStyle/>
          <a:p>
            <a:pPr marL="547370" lvl="0" indent="-410845">
              <a:spcBef>
                <a:spcPts val="0"/>
              </a:spcBef>
              <a:buClr>
                <a:srgbClr val="F9F9F9"/>
              </a:buClr>
              <a:buSzPct val="65000"/>
              <a:buFont typeface="Wingdings 2"/>
              <a:buChar char=""/>
              <a:defRPr/>
            </a:pPr>
            <a:r>
              <a:t>Click to edit Master text styles</a:t>
            </a:r>
          </a:p>
          <a:p>
            <a:pPr marL="868045" lvl="1" indent="-282575">
              <a:spcBef>
                <a:spcPts val="0"/>
              </a:spcBef>
              <a:buClr>
                <a:srgbClr val="FFFFFF"/>
              </a:buClr>
              <a:buSzPct val="80000"/>
              <a:buChar char=""/>
              <a:defRPr/>
            </a:pPr>
            <a:r>
              <a:t>Second level</a:t>
            </a:r>
          </a:p>
          <a:p>
            <a:pPr marL="1133475" lvl="2" indent="-228600">
              <a:spcBef>
                <a:spcPts val="0"/>
              </a:spcBef>
              <a:buClr>
                <a:srgbClr val="FFFFFF"/>
              </a:buClr>
              <a:buSzPct val="95000"/>
              <a:buFont typeface="Wingdings"/>
              <a:buChar char=""/>
              <a:defRPr/>
            </a:pPr>
            <a:r>
              <a:t>Third level</a:t>
            </a:r>
          </a:p>
          <a:p>
            <a:pPr marL="1352550" lvl="3" indent="-182880">
              <a:spcBef>
                <a:spcPts val="0"/>
              </a:spcBef>
              <a:buClr>
                <a:srgbClr val="FFFFFF"/>
              </a:buClr>
              <a:buSzPct val="100000"/>
              <a:buFont typeface="Wingdings 3"/>
              <a:buChar char=""/>
              <a:defRPr/>
            </a:pPr>
            <a:r>
              <a:t>Fourth level</a:t>
            </a:r>
          </a:p>
          <a:p>
            <a:pPr marL="1544320" lvl="4" indent="-182245">
              <a:spcBef>
                <a:spcPts val="0"/>
              </a:spcBef>
              <a:buClr>
                <a:srgbClr val="FFFFFF"/>
              </a:buClr>
              <a:buSzPct val="100000"/>
              <a:buFont typeface="Wingdings 2"/>
              <a:buChar char=""/>
              <a:defRPr/>
            </a:pPr>
            <a:r>
              <a:t>Fifth level</a:t>
            </a:r>
          </a:p>
        </p:txBody>
      </p:sp>
      <p:sp>
        <p:nvSpPr>
          <p:cNvPr id="247420287" name="Date Placeholder 13"/>
          <p:cNvSpPr>
            <a:spLocks noGrp="1" noChangeShapeType="1"/>
          </p:cNvSpPr>
          <p:nvPr>
            <p:ph type="dt" idx="2"/>
          </p:nvPr>
        </p:nvSpPr>
        <p:spPr bwMode="auto">
          <a:xfrm>
            <a:off x="457200" y="6416675"/>
            <a:ext cx="2133600" cy="365125"/>
          </a:xfrm>
          <a:prstGeom prst="rect">
            <a:avLst/>
          </a:prstGeom>
          <a:noFill/>
        </p:spPr>
        <p:txBody>
          <a:bodyPr lIns="91440" tIns="45720" rIns="91440" bIns="45720" anchor="b"/>
          <a:lstStyle/>
          <a:p>
            <a:pPr>
              <a:defRPr/>
            </a:pPr>
            <a:endParaRPr sz="1400"/>
          </a:p>
        </p:txBody>
      </p:sp>
      <p:sp>
        <p:nvSpPr>
          <p:cNvPr id="1605774422" name="Footer Placeholder 2"/>
          <p:cNvSpPr>
            <a:spLocks noGrp="1" noChangeShapeType="1"/>
          </p:cNvSpPr>
          <p:nvPr>
            <p:ph type="ftr" idx="3"/>
          </p:nvPr>
        </p:nvSpPr>
        <p:spPr bwMode="auto">
          <a:xfrm>
            <a:off x="3124200" y="6416675"/>
            <a:ext cx="2895600" cy="365125"/>
          </a:xfrm>
          <a:prstGeom prst="rect">
            <a:avLst/>
          </a:prstGeom>
          <a:noFill/>
        </p:spPr>
        <p:txBody>
          <a:bodyPr lIns="91440" tIns="45720" rIns="91440" bIns="45720" anchor="b"/>
          <a:lstStyle/>
          <a:p>
            <a:pPr>
              <a:defRPr/>
            </a:pPr>
            <a:endParaRPr sz="1400"/>
          </a:p>
        </p:txBody>
      </p:sp>
      <p:sp>
        <p:nvSpPr>
          <p:cNvPr id="1913817516" name="Slide Number Placeholder 22"/>
          <p:cNvSpPr>
            <a:spLocks noGrp="1" noChangeShapeType="1"/>
          </p:cNvSpPr>
          <p:nvPr>
            <p:ph type="sldNum" idx="4"/>
          </p:nvPr>
        </p:nvSpPr>
        <p:spPr bwMode="auto">
          <a:xfrm>
            <a:off x="7924800" y="6416675"/>
            <a:ext cx="762000" cy="365125"/>
          </a:xfrm>
          <a:prstGeom prst="rect">
            <a:avLst/>
          </a:prstGeom>
          <a:noFill/>
        </p:spPr>
        <p:txBody>
          <a:bodyPr lIns="0" tIns="45720" rIns="0" bIns="45720" anchor="b"/>
          <a:lstStyle/>
          <a:p>
            <a:pPr marL="0" lvl="0" indent="0" algn="r">
              <a:spcBef>
                <a:spcPts val="0"/>
              </a:spcBef>
              <a:buNone/>
              <a:defRPr/>
            </a:pPr>
            <a:fld id="{D038279B-FC19-497E-A7D1-5ADD9CAF016F}" type="slidenum">
              <a:rPr lang="en-GB" sz="1200" b="0" i="0" u="none">
                <a:solidFill>
                  <a:srgbClr val="BCBCBC"/>
                </a:solidFill>
              </a:rPr>
            </a:fld>
            <a:endParaRPr lang="en-GB" sz="1200" b="0" i="0" u="none">
              <a:solidFill>
                <a:srgbClr val="BCBCBC"/>
              </a:solidFill>
            </a:endParaRPr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PhAnim="0" userDrawn="1">
  <p:cSld name="Title and Object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81700916" name="Shape 29698"/>
          <p:cNvSpPr>
            <a:spLocks noGrp="1" noChangeShapeType="1"/>
          </p:cNvSpPr>
          <p:nvPr>
            <p:ph type="title"/>
          </p:nvPr>
        </p:nvSpPr>
        <p:spPr bwMode="auto">
          <a:xfrm>
            <a:off x="457200" y="274637"/>
            <a:ext cx="8229600" cy="1143000"/>
          </a:xfrm>
          <a:prstGeom prst="rect">
            <a:avLst/>
          </a:prstGeom>
          <a:noFill/>
        </p:spPr>
        <p:txBody>
          <a:bodyPr lIns="91440" tIns="45720" rIns="91440" bIns="45720" anchor="ctr" anchorCtr="0"/>
          <a:lstStyle/>
          <a:p>
            <a:pPr marL="0" lvl="0" indent="0">
              <a:spcBef>
                <a:spcPts val="0"/>
              </a:spcBef>
              <a:buNone/>
              <a:defRPr/>
            </a:pPr>
            <a:r>
              <a:t>Click to edit Master title style</a:t>
            </a:r>
          </a:p>
        </p:txBody>
      </p:sp>
      <p:sp>
        <p:nvSpPr>
          <p:cNvPr id="63544048" name="Shape 29699"/>
          <p:cNvSpPr>
            <a:spLocks noGrp="1" noChangeShapeType="1"/>
          </p:cNvSpPr>
          <p:nvPr>
            <p:ph idx="1"/>
          </p:nvPr>
        </p:nvSpPr>
        <p:spPr bwMode="auto">
          <a:xfrm>
            <a:off x="457200" y="1600200"/>
            <a:ext cx="8229600" cy="4708525"/>
          </a:xfrm>
          <a:prstGeom prst="rect">
            <a:avLst/>
          </a:prstGeom>
          <a:noFill/>
        </p:spPr>
        <p:txBody>
          <a:bodyPr lIns="91440" tIns="45720" rIns="91440" bIns="45720"/>
          <a:lstStyle>
            <a:lvl1pPr marL="547370" indent="136525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9F9F9"/>
              </a:buClr>
              <a:buSzPct val="65000"/>
              <a:buChar char=""/>
              <a:defRPr sz="2800" b="0" i="0">
                <a:solidFill>
                  <a:schemeClr val="dk1"/>
                </a:solidFill>
                <a:latin typeface="Book Antiqua"/>
              </a:defRPr>
            </a:lvl1pPr>
            <a:lvl2pPr marL="868045" indent="58547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80000"/>
              <a:buChar char=""/>
              <a:defRPr sz="2400" b="0" i="0">
                <a:solidFill>
                  <a:schemeClr val="dk1"/>
                </a:solidFill>
                <a:latin typeface="Book Antiqua"/>
              </a:defRPr>
            </a:lvl2pPr>
            <a:lvl3pPr marL="1133475" indent="904875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95000"/>
              <a:buChar char=""/>
              <a:defRPr sz="2200" b="0" i="0">
                <a:solidFill>
                  <a:schemeClr val="dk1"/>
                </a:solidFill>
                <a:latin typeface="Book Antiqua"/>
              </a:defRPr>
            </a:lvl3pPr>
            <a:lvl4pPr marL="1352550" indent="116967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00000"/>
              <a:buChar char=""/>
              <a:defRPr sz="2000" b="0" i="0">
                <a:solidFill>
                  <a:schemeClr val="dk1"/>
                </a:solidFill>
                <a:latin typeface="Book Antiqua"/>
              </a:defRPr>
            </a:lvl4pPr>
            <a:lvl5pPr marL="1544320" indent="1362075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00000"/>
              <a:buChar char=""/>
              <a:defRPr sz="2000" b="0" i="0">
                <a:solidFill>
                  <a:schemeClr val="dk1"/>
                </a:solidFill>
                <a:latin typeface="Book Antiqua"/>
              </a:defRPr>
            </a:lvl5pPr>
          </a:lstStyle>
          <a:p>
            <a:pPr marL="547370" lvl="0" indent="-410845">
              <a:spcBef>
                <a:spcPts val="0"/>
              </a:spcBef>
              <a:buClr>
                <a:srgbClr val="F9F9F9"/>
              </a:buClr>
              <a:buSzPct val="65000"/>
              <a:buFont typeface="Wingdings 2"/>
              <a:buChar char=""/>
              <a:defRPr/>
            </a:pPr>
            <a:r>
              <a:t>Click to edit Master text styles</a:t>
            </a:r>
          </a:p>
          <a:p>
            <a:pPr marL="868045" lvl="1" indent="-282575">
              <a:spcBef>
                <a:spcPts val="0"/>
              </a:spcBef>
              <a:buClr>
                <a:srgbClr val="FFFFFF"/>
              </a:buClr>
              <a:buSzPct val="80000"/>
              <a:buChar char=""/>
              <a:defRPr/>
            </a:pPr>
            <a:r>
              <a:t>Second level</a:t>
            </a:r>
          </a:p>
          <a:p>
            <a:pPr marL="1133475" lvl="2" indent="-228600">
              <a:spcBef>
                <a:spcPts val="0"/>
              </a:spcBef>
              <a:buClr>
                <a:srgbClr val="FFFFFF"/>
              </a:buClr>
              <a:buSzPct val="95000"/>
              <a:buFont typeface="Wingdings"/>
              <a:buChar char=""/>
              <a:defRPr/>
            </a:pPr>
            <a:r>
              <a:t>Third level</a:t>
            </a:r>
          </a:p>
          <a:p>
            <a:pPr marL="1352550" lvl="3" indent="-182880">
              <a:spcBef>
                <a:spcPts val="0"/>
              </a:spcBef>
              <a:buClr>
                <a:srgbClr val="FFFFFF"/>
              </a:buClr>
              <a:buSzPct val="100000"/>
              <a:buFont typeface="Wingdings 3"/>
              <a:buChar char=""/>
              <a:defRPr/>
            </a:pPr>
            <a:r>
              <a:t>Fourth level</a:t>
            </a:r>
          </a:p>
          <a:p>
            <a:pPr marL="1544320" lvl="4" indent="-182245">
              <a:spcBef>
                <a:spcPts val="0"/>
              </a:spcBef>
              <a:buClr>
                <a:srgbClr val="FFFFFF"/>
              </a:buClr>
              <a:buSzPct val="100000"/>
              <a:buFont typeface="Wingdings 2"/>
              <a:buChar char=""/>
              <a:defRPr/>
            </a:pPr>
            <a:r>
              <a:t>Fifth level</a:t>
            </a:r>
          </a:p>
        </p:txBody>
      </p:sp>
      <p:sp>
        <p:nvSpPr>
          <p:cNvPr id="1561060546" name="Shape 29700"/>
          <p:cNvSpPr>
            <a:spLocks noGrp="1" noChangeShapeType="1"/>
          </p:cNvSpPr>
          <p:nvPr>
            <p:ph type="dt" idx="2"/>
          </p:nvPr>
        </p:nvSpPr>
        <p:spPr bwMode="auto">
          <a:xfrm>
            <a:off x="457200" y="6416675"/>
            <a:ext cx="2133600" cy="365125"/>
          </a:xfrm>
          <a:prstGeom prst="rect">
            <a:avLst/>
          </a:prstGeom>
          <a:noFill/>
        </p:spPr>
        <p:txBody>
          <a:bodyPr lIns="91440" tIns="45720" rIns="91440" bIns="45720" anchor="b"/>
          <a:lstStyle/>
          <a:p>
            <a:pPr>
              <a:defRPr/>
            </a:pPr>
            <a:endParaRPr sz="1400"/>
          </a:p>
        </p:txBody>
      </p:sp>
      <p:sp>
        <p:nvSpPr>
          <p:cNvPr id="2063759240" name="Shape 29701"/>
          <p:cNvSpPr>
            <a:spLocks noGrp="1" noChangeShapeType="1"/>
          </p:cNvSpPr>
          <p:nvPr>
            <p:ph type="ftr" idx="3"/>
          </p:nvPr>
        </p:nvSpPr>
        <p:spPr bwMode="auto">
          <a:xfrm>
            <a:off x="3124200" y="6416675"/>
            <a:ext cx="2895600" cy="365125"/>
          </a:xfrm>
          <a:prstGeom prst="rect">
            <a:avLst/>
          </a:prstGeom>
          <a:noFill/>
        </p:spPr>
        <p:txBody>
          <a:bodyPr lIns="91440" tIns="45720" rIns="91440" bIns="45720" anchor="b"/>
          <a:lstStyle/>
          <a:p>
            <a:pPr>
              <a:defRPr/>
            </a:pPr>
            <a:endParaRPr sz="1400"/>
          </a:p>
        </p:txBody>
      </p:sp>
      <p:sp>
        <p:nvSpPr>
          <p:cNvPr id="1999303112" name="Shape 29702"/>
          <p:cNvSpPr>
            <a:spLocks noGrp="1" noChangeShapeType="1"/>
          </p:cNvSpPr>
          <p:nvPr>
            <p:ph type="sldNum" idx="4"/>
          </p:nvPr>
        </p:nvSpPr>
        <p:spPr bwMode="auto">
          <a:xfrm>
            <a:off x="7924800" y="6416675"/>
            <a:ext cx="762000" cy="365125"/>
          </a:xfrm>
          <a:prstGeom prst="rect">
            <a:avLst/>
          </a:prstGeom>
          <a:noFill/>
        </p:spPr>
        <p:txBody>
          <a:bodyPr lIns="0" tIns="45720" rIns="0" bIns="45720" anchor="b"/>
          <a:lstStyle>
            <a:lvl1pPr mar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Book Antiqua"/>
              </a:defRPr>
            </a:lvl1pPr>
            <a:lvl2pPr marL="457200" indent="4572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Book Antiqua"/>
              </a:defRPr>
            </a:lvl2pPr>
            <a:lvl3pPr marL="914400" indent="9144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Book Antiqua"/>
              </a:defRPr>
            </a:lvl3pPr>
            <a:lvl4pPr marL="1371600" indent="13716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Book Antiqua"/>
              </a:defRPr>
            </a:lvl4pPr>
            <a:lvl5pPr marL="1828800" indent="18288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Book Antiqua"/>
              </a:defRPr>
            </a:lvl5pPr>
          </a:lstStyle>
          <a:p>
            <a:pPr marL="0" lvl="0" indent="0" algn="r">
              <a:spcBef>
                <a:spcPts val="0"/>
              </a:spcBef>
              <a:buNone/>
              <a:defRPr/>
            </a:pPr>
            <a:fld id="{D038279B-FC19-497E-A7D1-5ADD9CAF016F}" type="slidenum">
              <a:rPr lang="en-GB" sz="1200" b="1" i="0" u="none">
                <a:solidFill>
                  <a:srgbClr val="BCBCBC"/>
                </a:solidFill>
              </a:rPr>
            </a:fld>
            <a:endParaRPr lang="en-GB" sz="1200" b="1" i="0" u="none">
              <a:solidFill>
                <a:srgbClr val="BCBCBC"/>
              </a:solidFill>
            </a:endParaRPr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PhAnim="0" showMasterSp="0" userDrawn="1">
  <p:cSld name="68_Theme2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4327512" name="Title Placeholder 21"/>
          <p:cNvSpPr>
            <a:spLocks noGrp="1" noChangeShapeType="1"/>
          </p:cNvSpPr>
          <p:nvPr>
            <p:ph type="title"/>
          </p:nvPr>
        </p:nvSpPr>
        <p:spPr bwMode="auto">
          <a:xfrm>
            <a:off x="457200" y="274637"/>
            <a:ext cx="8229600" cy="1143000"/>
          </a:xfrm>
          <a:prstGeom prst="rect">
            <a:avLst/>
          </a:prstGeom>
          <a:noFill/>
        </p:spPr>
        <p:txBody>
          <a:bodyPr lIns="91440" tIns="45720" rIns="91440" bIns="45720" anchor="ctr" anchorCtr="0"/>
          <a:lstStyle/>
          <a:p>
            <a:pPr marL="0" lvl="0" indent="0">
              <a:spcBef>
                <a:spcPts val="0"/>
              </a:spcBef>
              <a:buNone/>
              <a:defRPr/>
            </a:pPr>
            <a:r>
              <a:t>Click to edit Master title style</a:t>
            </a:r>
          </a:p>
        </p:txBody>
      </p:sp>
      <p:sp>
        <p:nvSpPr>
          <p:cNvPr id="1251804115" name="Text Placeholder 12"/>
          <p:cNvSpPr>
            <a:spLocks noGrp="1" noChangeShapeType="1"/>
          </p:cNvSpPr>
          <p:nvPr>
            <p:ph type="body" idx="1"/>
          </p:nvPr>
        </p:nvSpPr>
        <p:spPr bwMode="auto">
          <a:xfrm>
            <a:off x="457200" y="1600200"/>
            <a:ext cx="8229600" cy="4708525"/>
          </a:xfrm>
          <a:prstGeom prst="rect">
            <a:avLst/>
          </a:prstGeom>
          <a:noFill/>
        </p:spPr>
        <p:txBody>
          <a:bodyPr lIns="91440" tIns="45720" rIns="91440" bIns="45720"/>
          <a:lstStyle/>
          <a:p>
            <a:pPr marL="547370" lvl="0" indent="-410845">
              <a:spcBef>
                <a:spcPts val="0"/>
              </a:spcBef>
              <a:buClr>
                <a:srgbClr val="F9F9F9"/>
              </a:buClr>
              <a:buSzPct val="65000"/>
              <a:buFont typeface="Wingdings 2"/>
              <a:buChar char=""/>
              <a:defRPr/>
            </a:pPr>
            <a:r>
              <a:t>Click to edit Master text styles</a:t>
            </a:r>
          </a:p>
          <a:p>
            <a:pPr marL="868045" lvl="1" indent="-282575">
              <a:spcBef>
                <a:spcPts val="0"/>
              </a:spcBef>
              <a:buClr>
                <a:srgbClr val="FFFFFF"/>
              </a:buClr>
              <a:buSzPct val="80000"/>
              <a:buChar char=""/>
              <a:defRPr/>
            </a:pPr>
            <a:r>
              <a:t>Second level</a:t>
            </a:r>
          </a:p>
          <a:p>
            <a:pPr marL="1133475" lvl="2" indent="-228600">
              <a:spcBef>
                <a:spcPts val="0"/>
              </a:spcBef>
              <a:buClr>
                <a:srgbClr val="FFFFFF"/>
              </a:buClr>
              <a:buSzPct val="95000"/>
              <a:buFont typeface="Wingdings"/>
              <a:buChar char=""/>
              <a:defRPr/>
            </a:pPr>
            <a:r>
              <a:t>Third level</a:t>
            </a:r>
          </a:p>
          <a:p>
            <a:pPr marL="1352550" lvl="3" indent="-182880">
              <a:spcBef>
                <a:spcPts val="0"/>
              </a:spcBef>
              <a:buClr>
                <a:srgbClr val="FFFFFF"/>
              </a:buClr>
              <a:buSzPct val="100000"/>
              <a:buFont typeface="Wingdings 3"/>
              <a:buChar char=""/>
              <a:defRPr/>
            </a:pPr>
            <a:r>
              <a:t>Fourth level</a:t>
            </a:r>
          </a:p>
          <a:p>
            <a:pPr marL="1544320" lvl="4" indent="-182245">
              <a:spcBef>
                <a:spcPts val="0"/>
              </a:spcBef>
              <a:buClr>
                <a:srgbClr val="FFFFFF"/>
              </a:buClr>
              <a:buSzPct val="100000"/>
              <a:buFont typeface="Wingdings 2"/>
              <a:buChar char=""/>
              <a:defRPr/>
            </a:pPr>
            <a:r>
              <a:t>Fifth level</a:t>
            </a:r>
          </a:p>
        </p:txBody>
      </p:sp>
      <p:sp>
        <p:nvSpPr>
          <p:cNvPr id="1929004050" name="Date Placeholder 13"/>
          <p:cNvSpPr>
            <a:spLocks noGrp="1" noChangeShapeType="1"/>
          </p:cNvSpPr>
          <p:nvPr>
            <p:ph type="dt" idx="2"/>
          </p:nvPr>
        </p:nvSpPr>
        <p:spPr bwMode="auto">
          <a:xfrm>
            <a:off x="457200" y="6416675"/>
            <a:ext cx="2133600" cy="365125"/>
          </a:xfrm>
          <a:prstGeom prst="rect">
            <a:avLst/>
          </a:prstGeom>
          <a:noFill/>
        </p:spPr>
        <p:txBody>
          <a:bodyPr lIns="91440" tIns="45720" rIns="91440" bIns="45720" anchor="b"/>
          <a:lstStyle/>
          <a:p>
            <a:pPr>
              <a:defRPr/>
            </a:pPr>
            <a:endParaRPr sz="1400"/>
          </a:p>
        </p:txBody>
      </p:sp>
      <p:sp>
        <p:nvSpPr>
          <p:cNvPr id="1234540219" name="Footer Placeholder 2"/>
          <p:cNvSpPr>
            <a:spLocks noGrp="1" noChangeShapeType="1"/>
          </p:cNvSpPr>
          <p:nvPr>
            <p:ph type="ftr" idx="3"/>
          </p:nvPr>
        </p:nvSpPr>
        <p:spPr bwMode="auto">
          <a:xfrm>
            <a:off x="3124200" y="6416675"/>
            <a:ext cx="2895600" cy="365125"/>
          </a:xfrm>
          <a:prstGeom prst="rect">
            <a:avLst/>
          </a:prstGeom>
          <a:noFill/>
        </p:spPr>
        <p:txBody>
          <a:bodyPr lIns="91440" tIns="45720" rIns="91440" bIns="45720" anchor="b"/>
          <a:lstStyle/>
          <a:p>
            <a:pPr>
              <a:defRPr/>
            </a:pPr>
            <a:endParaRPr sz="1400"/>
          </a:p>
        </p:txBody>
      </p:sp>
      <p:sp>
        <p:nvSpPr>
          <p:cNvPr id="567984461" name="Slide Number Placeholder 22"/>
          <p:cNvSpPr>
            <a:spLocks noGrp="1" noChangeShapeType="1"/>
          </p:cNvSpPr>
          <p:nvPr>
            <p:ph type="sldNum" idx="4"/>
          </p:nvPr>
        </p:nvSpPr>
        <p:spPr bwMode="auto">
          <a:xfrm>
            <a:off x="7924800" y="6416675"/>
            <a:ext cx="762000" cy="365125"/>
          </a:xfrm>
          <a:prstGeom prst="rect">
            <a:avLst/>
          </a:prstGeom>
          <a:noFill/>
        </p:spPr>
        <p:txBody>
          <a:bodyPr lIns="0" tIns="45720" rIns="0" bIns="45720" anchor="b"/>
          <a:lstStyle/>
          <a:p>
            <a:pPr marL="0" lvl="0" indent="0" algn="r">
              <a:spcBef>
                <a:spcPts val="0"/>
              </a:spcBef>
              <a:buNone/>
              <a:defRPr/>
            </a:pPr>
            <a:fld id="{D038279B-FC19-497E-A7D1-5ADD9CAF016F}" type="slidenum">
              <a:rPr lang="en-GB" sz="1200" b="0" i="0" u="none">
                <a:solidFill>
                  <a:srgbClr val="BCBCBC"/>
                </a:solidFill>
              </a:rPr>
            </a:fld>
            <a:endParaRPr lang="en-GB" sz="1200" b="0" i="0" u="none">
              <a:solidFill>
                <a:srgbClr val="BCBCBC"/>
              </a:solidFill>
            </a:endParaRPr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PhAnim="0" userDrawn="1">
  <p:cSld name="Title and Object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5827352" name="Shape 38914"/>
          <p:cNvSpPr>
            <a:spLocks noGrp="1" noChangeShapeType="1"/>
          </p:cNvSpPr>
          <p:nvPr>
            <p:ph type="title"/>
          </p:nvPr>
        </p:nvSpPr>
        <p:spPr bwMode="auto">
          <a:xfrm>
            <a:off x="457200" y="274637"/>
            <a:ext cx="8229600" cy="1143000"/>
          </a:xfrm>
          <a:prstGeom prst="rect">
            <a:avLst/>
          </a:prstGeom>
          <a:noFill/>
        </p:spPr>
        <p:txBody>
          <a:bodyPr lIns="91440" tIns="45720" rIns="91440" bIns="45720" anchor="ctr" anchorCtr="0"/>
          <a:lstStyle/>
          <a:p>
            <a:pPr marL="0" lvl="0" indent="0">
              <a:spcBef>
                <a:spcPts val="0"/>
              </a:spcBef>
              <a:buNone/>
              <a:defRPr/>
            </a:pPr>
            <a:r>
              <a:t>Click to edit Master title style</a:t>
            </a:r>
          </a:p>
        </p:txBody>
      </p:sp>
      <p:sp>
        <p:nvSpPr>
          <p:cNvPr id="809714652" name="Shape 38915"/>
          <p:cNvSpPr>
            <a:spLocks noGrp="1" noChangeShapeType="1"/>
          </p:cNvSpPr>
          <p:nvPr>
            <p:ph idx="1"/>
          </p:nvPr>
        </p:nvSpPr>
        <p:spPr bwMode="auto">
          <a:xfrm>
            <a:off x="457200" y="1600200"/>
            <a:ext cx="8229600" cy="4708525"/>
          </a:xfrm>
          <a:prstGeom prst="rect">
            <a:avLst/>
          </a:prstGeom>
          <a:noFill/>
        </p:spPr>
        <p:txBody>
          <a:bodyPr lIns="91440" tIns="45720" rIns="91440" bIns="45720"/>
          <a:lstStyle>
            <a:lvl1pPr marL="547370" indent="136525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9F9F9"/>
              </a:buClr>
              <a:buSzPct val="65000"/>
              <a:buChar char=""/>
              <a:defRPr sz="2800" b="0" i="0">
                <a:solidFill>
                  <a:schemeClr val="dk1"/>
                </a:solidFill>
                <a:latin typeface="Book Antiqua"/>
              </a:defRPr>
            </a:lvl1pPr>
            <a:lvl2pPr marL="868045" indent="58547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80000"/>
              <a:buChar char=""/>
              <a:defRPr sz="2400" b="0" i="0">
                <a:solidFill>
                  <a:schemeClr val="dk1"/>
                </a:solidFill>
                <a:latin typeface="Book Antiqua"/>
              </a:defRPr>
            </a:lvl2pPr>
            <a:lvl3pPr marL="1133475" indent="904875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95000"/>
              <a:buChar char=""/>
              <a:defRPr sz="2200" b="0" i="0">
                <a:solidFill>
                  <a:schemeClr val="dk1"/>
                </a:solidFill>
                <a:latin typeface="Book Antiqua"/>
              </a:defRPr>
            </a:lvl3pPr>
            <a:lvl4pPr marL="1352550" indent="116967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00000"/>
              <a:buChar char=""/>
              <a:defRPr sz="2000" b="0" i="0">
                <a:solidFill>
                  <a:schemeClr val="dk1"/>
                </a:solidFill>
                <a:latin typeface="Book Antiqua"/>
              </a:defRPr>
            </a:lvl4pPr>
            <a:lvl5pPr marL="1544320" indent="1362075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00000"/>
              <a:buChar char=""/>
              <a:defRPr sz="2000" b="0" i="0">
                <a:solidFill>
                  <a:schemeClr val="dk1"/>
                </a:solidFill>
                <a:latin typeface="Book Antiqua"/>
              </a:defRPr>
            </a:lvl5pPr>
          </a:lstStyle>
          <a:p>
            <a:pPr marL="547370" lvl="0" indent="-410845">
              <a:spcBef>
                <a:spcPts val="0"/>
              </a:spcBef>
              <a:buClr>
                <a:srgbClr val="F9F9F9"/>
              </a:buClr>
              <a:buSzPct val="65000"/>
              <a:buFont typeface="Wingdings 2"/>
              <a:buChar char=""/>
              <a:defRPr/>
            </a:pPr>
            <a:r>
              <a:t>Click to edit Master text styles</a:t>
            </a:r>
          </a:p>
          <a:p>
            <a:pPr marL="868045" lvl="1" indent="-282575">
              <a:spcBef>
                <a:spcPts val="0"/>
              </a:spcBef>
              <a:buClr>
                <a:srgbClr val="FFFFFF"/>
              </a:buClr>
              <a:buSzPct val="80000"/>
              <a:buChar char=""/>
              <a:defRPr/>
            </a:pPr>
            <a:r>
              <a:t>Second level</a:t>
            </a:r>
          </a:p>
          <a:p>
            <a:pPr marL="1133475" lvl="2" indent="-228600">
              <a:spcBef>
                <a:spcPts val="0"/>
              </a:spcBef>
              <a:buClr>
                <a:srgbClr val="FFFFFF"/>
              </a:buClr>
              <a:buSzPct val="95000"/>
              <a:buFont typeface="Wingdings"/>
              <a:buChar char=""/>
              <a:defRPr/>
            </a:pPr>
            <a:r>
              <a:t>Third level</a:t>
            </a:r>
          </a:p>
          <a:p>
            <a:pPr marL="1352550" lvl="3" indent="-182880">
              <a:spcBef>
                <a:spcPts val="0"/>
              </a:spcBef>
              <a:buClr>
                <a:srgbClr val="FFFFFF"/>
              </a:buClr>
              <a:buSzPct val="100000"/>
              <a:buFont typeface="Wingdings 3"/>
              <a:buChar char=""/>
              <a:defRPr/>
            </a:pPr>
            <a:r>
              <a:t>Fourth level</a:t>
            </a:r>
          </a:p>
          <a:p>
            <a:pPr marL="1544320" lvl="4" indent="-182245">
              <a:spcBef>
                <a:spcPts val="0"/>
              </a:spcBef>
              <a:buClr>
                <a:srgbClr val="FFFFFF"/>
              </a:buClr>
              <a:buSzPct val="100000"/>
              <a:buFont typeface="Wingdings 2"/>
              <a:buChar char=""/>
              <a:defRPr/>
            </a:pPr>
            <a:r>
              <a:t>Fifth level</a:t>
            </a:r>
          </a:p>
        </p:txBody>
      </p:sp>
      <p:sp>
        <p:nvSpPr>
          <p:cNvPr id="1703148525" name="Shape 38916"/>
          <p:cNvSpPr>
            <a:spLocks noGrp="1" noChangeShapeType="1"/>
          </p:cNvSpPr>
          <p:nvPr>
            <p:ph type="dt" idx="2"/>
          </p:nvPr>
        </p:nvSpPr>
        <p:spPr bwMode="auto">
          <a:xfrm>
            <a:off x="457200" y="6416675"/>
            <a:ext cx="2133600" cy="365125"/>
          </a:xfrm>
          <a:prstGeom prst="rect">
            <a:avLst/>
          </a:prstGeom>
          <a:noFill/>
        </p:spPr>
        <p:txBody>
          <a:bodyPr lIns="91440" tIns="45720" rIns="91440" bIns="45720" anchor="b"/>
          <a:lstStyle/>
          <a:p>
            <a:pPr>
              <a:defRPr/>
            </a:pPr>
            <a:endParaRPr sz="1400"/>
          </a:p>
        </p:txBody>
      </p:sp>
      <p:sp>
        <p:nvSpPr>
          <p:cNvPr id="899844989" name="Shape 38917"/>
          <p:cNvSpPr>
            <a:spLocks noGrp="1" noChangeShapeType="1"/>
          </p:cNvSpPr>
          <p:nvPr>
            <p:ph type="ftr" idx="3"/>
          </p:nvPr>
        </p:nvSpPr>
        <p:spPr bwMode="auto">
          <a:xfrm>
            <a:off x="3124200" y="6416675"/>
            <a:ext cx="2895600" cy="365125"/>
          </a:xfrm>
          <a:prstGeom prst="rect">
            <a:avLst/>
          </a:prstGeom>
          <a:noFill/>
        </p:spPr>
        <p:txBody>
          <a:bodyPr lIns="91440" tIns="45720" rIns="91440" bIns="45720" anchor="b"/>
          <a:lstStyle/>
          <a:p>
            <a:pPr>
              <a:defRPr/>
            </a:pPr>
            <a:endParaRPr sz="1400"/>
          </a:p>
        </p:txBody>
      </p:sp>
      <p:sp>
        <p:nvSpPr>
          <p:cNvPr id="99465692" name="Shape 38918"/>
          <p:cNvSpPr>
            <a:spLocks noGrp="1" noChangeShapeType="1"/>
          </p:cNvSpPr>
          <p:nvPr>
            <p:ph type="sldNum" idx="4"/>
          </p:nvPr>
        </p:nvSpPr>
        <p:spPr bwMode="auto">
          <a:xfrm>
            <a:off x="7924800" y="6416675"/>
            <a:ext cx="762000" cy="365125"/>
          </a:xfrm>
          <a:prstGeom prst="rect">
            <a:avLst/>
          </a:prstGeom>
          <a:noFill/>
        </p:spPr>
        <p:txBody>
          <a:bodyPr lIns="0" tIns="45720" rIns="0" bIns="45720" anchor="b"/>
          <a:lstStyle>
            <a:lvl1pPr mar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Book Antiqua"/>
              </a:defRPr>
            </a:lvl1pPr>
            <a:lvl2pPr marL="457200" indent="4572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Book Antiqua"/>
              </a:defRPr>
            </a:lvl2pPr>
            <a:lvl3pPr marL="914400" indent="9144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Book Antiqua"/>
              </a:defRPr>
            </a:lvl3pPr>
            <a:lvl4pPr marL="1371600" indent="13716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Book Antiqua"/>
              </a:defRPr>
            </a:lvl4pPr>
            <a:lvl5pPr marL="1828800" indent="18288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Book Antiqua"/>
              </a:defRPr>
            </a:lvl5pPr>
          </a:lstStyle>
          <a:p>
            <a:pPr marL="0" lvl="0" indent="0" algn="r">
              <a:spcBef>
                <a:spcPts val="0"/>
              </a:spcBef>
              <a:buNone/>
              <a:defRPr/>
            </a:pPr>
            <a:fld id="{D038279B-FC19-497E-A7D1-5ADD9CAF016F}" type="slidenum">
              <a:rPr lang="en-GB" sz="1200" b="1" i="0" u="none">
                <a:solidFill>
                  <a:srgbClr val="BCBCBC"/>
                </a:solidFill>
              </a:rPr>
            </a:fld>
            <a:endParaRPr lang="en-GB" sz="1200" b="1" i="0" u="none">
              <a:solidFill>
                <a:srgbClr val="BCBCBC"/>
              </a:solidFill>
            </a:endParaRPr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PhAnim="0" showMasterSp="0" userDrawn="1">
  <p:cSld name="77_Theme2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07818720" name="Title Placeholder 21"/>
          <p:cNvSpPr>
            <a:spLocks noGrp="1" noChangeShapeType="1"/>
          </p:cNvSpPr>
          <p:nvPr>
            <p:ph type="title"/>
          </p:nvPr>
        </p:nvSpPr>
        <p:spPr bwMode="auto">
          <a:xfrm>
            <a:off x="457200" y="274637"/>
            <a:ext cx="8229600" cy="1143000"/>
          </a:xfrm>
          <a:prstGeom prst="rect">
            <a:avLst/>
          </a:prstGeom>
          <a:noFill/>
        </p:spPr>
        <p:txBody>
          <a:bodyPr lIns="91440" tIns="45720" rIns="91440" bIns="45720" anchor="ctr" anchorCtr="0"/>
          <a:lstStyle/>
          <a:p>
            <a:pPr marL="0" lvl="0" indent="0">
              <a:spcBef>
                <a:spcPts val="0"/>
              </a:spcBef>
              <a:buNone/>
              <a:defRPr/>
            </a:pPr>
            <a:r>
              <a:t>Click to edit Master title style</a:t>
            </a:r>
          </a:p>
        </p:txBody>
      </p:sp>
      <p:sp>
        <p:nvSpPr>
          <p:cNvPr id="560332285" name="Text Placeholder 12"/>
          <p:cNvSpPr>
            <a:spLocks noGrp="1" noChangeShapeType="1"/>
          </p:cNvSpPr>
          <p:nvPr>
            <p:ph type="body" idx="1"/>
          </p:nvPr>
        </p:nvSpPr>
        <p:spPr bwMode="auto">
          <a:xfrm>
            <a:off x="457200" y="1600200"/>
            <a:ext cx="8229600" cy="4708525"/>
          </a:xfrm>
          <a:prstGeom prst="rect">
            <a:avLst/>
          </a:prstGeom>
          <a:noFill/>
        </p:spPr>
        <p:txBody>
          <a:bodyPr lIns="91440" tIns="45720" rIns="91440" bIns="45720"/>
          <a:lstStyle/>
          <a:p>
            <a:pPr marL="547370" lvl="0" indent="-410845">
              <a:spcBef>
                <a:spcPts val="0"/>
              </a:spcBef>
              <a:buClr>
                <a:srgbClr val="F9F9F9"/>
              </a:buClr>
              <a:buSzPct val="65000"/>
              <a:buFont typeface="Wingdings 2"/>
              <a:buChar char=""/>
              <a:defRPr/>
            </a:pPr>
            <a:r>
              <a:t>Click to edit Master text styles</a:t>
            </a:r>
          </a:p>
          <a:p>
            <a:pPr marL="868045" lvl="1" indent="-282575">
              <a:spcBef>
                <a:spcPts val="0"/>
              </a:spcBef>
              <a:buClr>
                <a:srgbClr val="FFFFFF"/>
              </a:buClr>
              <a:buSzPct val="80000"/>
              <a:buChar char=""/>
              <a:defRPr/>
            </a:pPr>
            <a:r>
              <a:t>Second level</a:t>
            </a:r>
          </a:p>
          <a:p>
            <a:pPr marL="1133475" lvl="2" indent="-228600">
              <a:spcBef>
                <a:spcPts val="0"/>
              </a:spcBef>
              <a:buClr>
                <a:srgbClr val="FFFFFF"/>
              </a:buClr>
              <a:buSzPct val="95000"/>
              <a:buFont typeface="Wingdings"/>
              <a:buChar char=""/>
              <a:defRPr/>
            </a:pPr>
            <a:r>
              <a:t>Third level</a:t>
            </a:r>
          </a:p>
          <a:p>
            <a:pPr marL="1352550" lvl="3" indent="-182880">
              <a:spcBef>
                <a:spcPts val="0"/>
              </a:spcBef>
              <a:buClr>
                <a:srgbClr val="FFFFFF"/>
              </a:buClr>
              <a:buSzPct val="100000"/>
              <a:buFont typeface="Wingdings 3"/>
              <a:buChar char=""/>
              <a:defRPr/>
            </a:pPr>
            <a:r>
              <a:t>Fourth level</a:t>
            </a:r>
          </a:p>
          <a:p>
            <a:pPr marL="1544320" lvl="4" indent="-182245">
              <a:spcBef>
                <a:spcPts val="0"/>
              </a:spcBef>
              <a:buClr>
                <a:srgbClr val="FFFFFF"/>
              </a:buClr>
              <a:buSzPct val="100000"/>
              <a:buFont typeface="Wingdings 2"/>
              <a:buChar char=""/>
              <a:defRPr/>
            </a:pPr>
            <a:r>
              <a:t>Fifth level</a:t>
            </a:r>
          </a:p>
        </p:txBody>
      </p:sp>
      <p:sp>
        <p:nvSpPr>
          <p:cNvPr id="1967140175" name="Date Placeholder 13"/>
          <p:cNvSpPr>
            <a:spLocks noGrp="1" noChangeShapeType="1"/>
          </p:cNvSpPr>
          <p:nvPr>
            <p:ph type="dt" idx="2"/>
          </p:nvPr>
        </p:nvSpPr>
        <p:spPr bwMode="auto">
          <a:xfrm>
            <a:off x="457200" y="6416675"/>
            <a:ext cx="2133600" cy="365125"/>
          </a:xfrm>
          <a:prstGeom prst="rect">
            <a:avLst/>
          </a:prstGeom>
          <a:noFill/>
        </p:spPr>
        <p:txBody>
          <a:bodyPr lIns="91440" tIns="45720" rIns="91440" bIns="45720" anchor="b"/>
          <a:lstStyle/>
          <a:p>
            <a:pPr>
              <a:defRPr/>
            </a:pPr>
            <a:endParaRPr sz="1400"/>
          </a:p>
        </p:txBody>
      </p:sp>
      <p:sp>
        <p:nvSpPr>
          <p:cNvPr id="277208589" name="Footer Placeholder 2"/>
          <p:cNvSpPr>
            <a:spLocks noGrp="1" noChangeShapeType="1"/>
          </p:cNvSpPr>
          <p:nvPr>
            <p:ph type="ftr" idx="3"/>
          </p:nvPr>
        </p:nvSpPr>
        <p:spPr bwMode="auto">
          <a:xfrm>
            <a:off x="3124200" y="6416675"/>
            <a:ext cx="2895600" cy="365125"/>
          </a:xfrm>
          <a:prstGeom prst="rect">
            <a:avLst/>
          </a:prstGeom>
          <a:noFill/>
        </p:spPr>
        <p:txBody>
          <a:bodyPr lIns="91440" tIns="45720" rIns="91440" bIns="45720" anchor="b"/>
          <a:lstStyle/>
          <a:p>
            <a:pPr>
              <a:defRPr/>
            </a:pPr>
            <a:endParaRPr sz="1400"/>
          </a:p>
        </p:txBody>
      </p:sp>
      <p:sp>
        <p:nvSpPr>
          <p:cNvPr id="239368354" name="Slide Number Placeholder 22"/>
          <p:cNvSpPr>
            <a:spLocks noGrp="1" noChangeShapeType="1"/>
          </p:cNvSpPr>
          <p:nvPr>
            <p:ph type="sldNum" idx="4"/>
          </p:nvPr>
        </p:nvSpPr>
        <p:spPr bwMode="auto">
          <a:xfrm>
            <a:off x="7924800" y="6416675"/>
            <a:ext cx="762000" cy="365125"/>
          </a:xfrm>
          <a:prstGeom prst="rect">
            <a:avLst/>
          </a:prstGeom>
          <a:noFill/>
        </p:spPr>
        <p:txBody>
          <a:bodyPr lIns="0" tIns="45720" rIns="0" bIns="45720" anchor="b"/>
          <a:lstStyle/>
          <a:p>
            <a:pPr marL="0" lvl="0" indent="0" algn="r">
              <a:spcBef>
                <a:spcPts val="0"/>
              </a:spcBef>
              <a:buNone/>
              <a:defRPr/>
            </a:pPr>
            <a:fld id="{D038279B-FC19-497E-A7D1-5ADD9CAF016F}" type="slidenum">
              <a:rPr lang="en-GB" sz="1200" b="0" i="0" u="none">
                <a:solidFill>
                  <a:srgbClr val="BCBCBC"/>
                </a:solidFill>
              </a:rPr>
            </a:fld>
            <a:endParaRPr lang="en-GB" sz="1200" b="0" i="0" u="none">
              <a:solidFill>
                <a:srgbClr val="BCBCBC"/>
              </a:solidFill>
            </a:endParaRPr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PhAnim="0" userDrawn="1">
  <p:cSld name="Title and Object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39220098" name="Shape 39938"/>
          <p:cNvSpPr>
            <a:spLocks noGrp="1" noChangeShapeType="1"/>
          </p:cNvSpPr>
          <p:nvPr>
            <p:ph type="title"/>
          </p:nvPr>
        </p:nvSpPr>
        <p:spPr bwMode="auto">
          <a:xfrm>
            <a:off x="457200" y="274637"/>
            <a:ext cx="8229600" cy="1143000"/>
          </a:xfrm>
          <a:prstGeom prst="rect">
            <a:avLst/>
          </a:prstGeom>
          <a:noFill/>
        </p:spPr>
        <p:txBody>
          <a:bodyPr lIns="91440" tIns="45720" rIns="91440" bIns="45720" anchor="ctr" anchorCtr="0"/>
          <a:lstStyle/>
          <a:p>
            <a:pPr marL="0" lvl="0" indent="0">
              <a:spcBef>
                <a:spcPts val="0"/>
              </a:spcBef>
              <a:buNone/>
              <a:defRPr/>
            </a:pPr>
            <a:r>
              <a:t>Click to edit Master title style</a:t>
            </a:r>
          </a:p>
        </p:txBody>
      </p:sp>
      <p:sp>
        <p:nvSpPr>
          <p:cNvPr id="1546498481" name="Shape 39939"/>
          <p:cNvSpPr>
            <a:spLocks noGrp="1" noChangeShapeType="1"/>
          </p:cNvSpPr>
          <p:nvPr>
            <p:ph idx="1"/>
          </p:nvPr>
        </p:nvSpPr>
        <p:spPr bwMode="auto">
          <a:xfrm>
            <a:off x="457200" y="1600200"/>
            <a:ext cx="8229600" cy="4708525"/>
          </a:xfrm>
          <a:prstGeom prst="rect">
            <a:avLst/>
          </a:prstGeom>
          <a:noFill/>
        </p:spPr>
        <p:txBody>
          <a:bodyPr lIns="91440" tIns="45720" rIns="91440" bIns="45720"/>
          <a:lstStyle>
            <a:lvl1pPr marL="547370" indent="136525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9F9F9"/>
              </a:buClr>
              <a:buSzPct val="65000"/>
              <a:buChar char=""/>
              <a:defRPr sz="2800" b="0" i="0">
                <a:solidFill>
                  <a:schemeClr val="dk1"/>
                </a:solidFill>
                <a:latin typeface="Book Antiqua"/>
              </a:defRPr>
            </a:lvl1pPr>
            <a:lvl2pPr marL="868045" indent="58547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80000"/>
              <a:buChar char=""/>
              <a:defRPr sz="2400" b="0" i="0">
                <a:solidFill>
                  <a:schemeClr val="dk1"/>
                </a:solidFill>
                <a:latin typeface="Book Antiqua"/>
              </a:defRPr>
            </a:lvl2pPr>
            <a:lvl3pPr marL="1133475" indent="904875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95000"/>
              <a:buChar char=""/>
              <a:defRPr sz="2200" b="0" i="0">
                <a:solidFill>
                  <a:schemeClr val="dk1"/>
                </a:solidFill>
                <a:latin typeface="Book Antiqua"/>
              </a:defRPr>
            </a:lvl3pPr>
            <a:lvl4pPr marL="1352550" indent="116967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00000"/>
              <a:buChar char=""/>
              <a:defRPr sz="2000" b="0" i="0">
                <a:solidFill>
                  <a:schemeClr val="dk1"/>
                </a:solidFill>
                <a:latin typeface="Book Antiqua"/>
              </a:defRPr>
            </a:lvl4pPr>
            <a:lvl5pPr marL="1544320" indent="1362075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00000"/>
              <a:buChar char=""/>
              <a:defRPr sz="2000" b="0" i="0">
                <a:solidFill>
                  <a:schemeClr val="dk1"/>
                </a:solidFill>
                <a:latin typeface="Book Antiqua"/>
              </a:defRPr>
            </a:lvl5pPr>
          </a:lstStyle>
          <a:p>
            <a:pPr marL="547370" lvl="0" indent="-410845">
              <a:spcBef>
                <a:spcPts val="0"/>
              </a:spcBef>
              <a:buClr>
                <a:srgbClr val="F9F9F9"/>
              </a:buClr>
              <a:buSzPct val="65000"/>
              <a:buFont typeface="Wingdings 2"/>
              <a:buChar char=""/>
              <a:defRPr/>
            </a:pPr>
            <a:r>
              <a:t>Click to edit Master text styles</a:t>
            </a:r>
          </a:p>
          <a:p>
            <a:pPr marL="868045" lvl="1" indent="-282575">
              <a:spcBef>
                <a:spcPts val="0"/>
              </a:spcBef>
              <a:buClr>
                <a:srgbClr val="FFFFFF"/>
              </a:buClr>
              <a:buSzPct val="80000"/>
              <a:buChar char=""/>
              <a:defRPr/>
            </a:pPr>
            <a:r>
              <a:t>Second level</a:t>
            </a:r>
          </a:p>
          <a:p>
            <a:pPr marL="1133475" lvl="2" indent="-228600">
              <a:spcBef>
                <a:spcPts val="0"/>
              </a:spcBef>
              <a:buClr>
                <a:srgbClr val="FFFFFF"/>
              </a:buClr>
              <a:buSzPct val="95000"/>
              <a:buFont typeface="Wingdings"/>
              <a:buChar char=""/>
              <a:defRPr/>
            </a:pPr>
            <a:r>
              <a:t>Third level</a:t>
            </a:r>
          </a:p>
          <a:p>
            <a:pPr marL="1352550" lvl="3" indent="-182880">
              <a:spcBef>
                <a:spcPts val="0"/>
              </a:spcBef>
              <a:buClr>
                <a:srgbClr val="FFFFFF"/>
              </a:buClr>
              <a:buSzPct val="100000"/>
              <a:buFont typeface="Wingdings 3"/>
              <a:buChar char=""/>
              <a:defRPr/>
            </a:pPr>
            <a:r>
              <a:t>Fourth level</a:t>
            </a:r>
          </a:p>
          <a:p>
            <a:pPr marL="1544320" lvl="4" indent="-182245">
              <a:spcBef>
                <a:spcPts val="0"/>
              </a:spcBef>
              <a:buClr>
                <a:srgbClr val="FFFFFF"/>
              </a:buClr>
              <a:buSzPct val="100000"/>
              <a:buFont typeface="Wingdings 2"/>
              <a:buChar char=""/>
              <a:defRPr/>
            </a:pPr>
            <a:r>
              <a:t>Fifth level</a:t>
            </a:r>
          </a:p>
        </p:txBody>
      </p:sp>
      <p:sp>
        <p:nvSpPr>
          <p:cNvPr id="1689702099" name="Shape 39940"/>
          <p:cNvSpPr>
            <a:spLocks noGrp="1" noChangeShapeType="1"/>
          </p:cNvSpPr>
          <p:nvPr>
            <p:ph type="dt" idx="2"/>
          </p:nvPr>
        </p:nvSpPr>
        <p:spPr bwMode="auto">
          <a:xfrm>
            <a:off x="457200" y="6416675"/>
            <a:ext cx="2133600" cy="365125"/>
          </a:xfrm>
          <a:prstGeom prst="rect">
            <a:avLst/>
          </a:prstGeom>
          <a:noFill/>
        </p:spPr>
        <p:txBody>
          <a:bodyPr lIns="91440" tIns="45720" rIns="91440" bIns="45720" anchor="b"/>
          <a:lstStyle/>
          <a:p>
            <a:pPr>
              <a:defRPr/>
            </a:pPr>
            <a:endParaRPr sz="1400"/>
          </a:p>
        </p:txBody>
      </p:sp>
      <p:sp>
        <p:nvSpPr>
          <p:cNvPr id="561087032" name="Shape 39941"/>
          <p:cNvSpPr>
            <a:spLocks noGrp="1" noChangeShapeType="1"/>
          </p:cNvSpPr>
          <p:nvPr>
            <p:ph type="ftr" idx="3"/>
          </p:nvPr>
        </p:nvSpPr>
        <p:spPr bwMode="auto">
          <a:xfrm>
            <a:off x="3124200" y="6416675"/>
            <a:ext cx="2895600" cy="365125"/>
          </a:xfrm>
          <a:prstGeom prst="rect">
            <a:avLst/>
          </a:prstGeom>
          <a:noFill/>
        </p:spPr>
        <p:txBody>
          <a:bodyPr lIns="91440" tIns="45720" rIns="91440" bIns="45720" anchor="b"/>
          <a:lstStyle/>
          <a:p>
            <a:pPr>
              <a:defRPr/>
            </a:pPr>
            <a:endParaRPr sz="1400"/>
          </a:p>
        </p:txBody>
      </p:sp>
      <p:sp>
        <p:nvSpPr>
          <p:cNvPr id="2082235218" name="Shape 39942"/>
          <p:cNvSpPr>
            <a:spLocks noGrp="1" noChangeShapeType="1"/>
          </p:cNvSpPr>
          <p:nvPr>
            <p:ph type="sldNum" idx="4"/>
          </p:nvPr>
        </p:nvSpPr>
        <p:spPr bwMode="auto">
          <a:xfrm>
            <a:off x="7924800" y="6416675"/>
            <a:ext cx="762000" cy="365125"/>
          </a:xfrm>
          <a:prstGeom prst="rect">
            <a:avLst/>
          </a:prstGeom>
          <a:noFill/>
        </p:spPr>
        <p:txBody>
          <a:bodyPr lIns="0" tIns="45720" rIns="0" bIns="45720" anchor="b"/>
          <a:lstStyle>
            <a:lvl1pPr mar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Book Antiqua"/>
              </a:defRPr>
            </a:lvl1pPr>
            <a:lvl2pPr marL="457200" indent="4572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Book Antiqua"/>
              </a:defRPr>
            </a:lvl2pPr>
            <a:lvl3pPr marL="914400" indent="9144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Book Antiqua"/>
              </a:defRPr>
            </a:lvl3pPr>
            <a:lvl4pPr marL="1371600" indent="13716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Book Antiqua"/>
              </a:defRPr>
            </a:lvl4pPr>
            <a:lvl5pPr marL="1828800" indent="18288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Book Antiqua"/>
              </a:defRPr>
            </a:lvl5pPr>
          </a:lstStyle>
          <a:p>
            <a:pPr marL="0" lvl="0" indent="0" algn="r">
              <a:spcBef>
                <a:spcPts val="0"/>
              </a:spcBef>
              <a:buNone/>
              <a:defRPr/>
            </a:pPr>
            <a:fld id="{D038279B-FC19-497E-A7D1-5ADD9CAF016F}" type="slidenum">
              <a:rPr lang="en-GB" sz="1200" b="1" i="0" u="none">
                <a:solidFill>
                  <a:srgbClr val="BCBCBC"/>
                </a:solidFill>
              </a:rPr>
            </a:fld>
            <a:endParaRPr lang="en-GB" sz="1200" b="1" i="0" u="none">
              <a:solidFill>
                <a:srgbClr val="BCBCBC"/>
              </a:solidFill>
            </a:endParaRPr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PhAnim="0" showMasterSp="0" userDrawn="1">
  <p:cSld name="78_Theme2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40061542" name="Title Placeholder 21"/>
          <p:cNvSpPr>
            <a:spLocks noGrp="1" noChangeShapeType="1"/>
          </p:cNvSpPr>
          <p:nvPr>
            <p:ph type="title"/>
          </p:nvPr>
        </p:nvSpPr>
        <p:spPr bwMode="auto">
          <a:xfrm>
            <a:off x="457200" y="274637"/>
            <a:ext cx="8229600" cy="1143000"/>
          </a:xfrm>
          <a:prstGeom prst="rect">
            <a:avLst/>
          </a:prstGeom>
          <a:noFill/>
        </p:spPr>
        <p:txBody>
          <a:bodyPr lIns="91440" tIns="45720" rIns="91440" bIns="45720" anchor="ctr" anchorCtr="0"/>
          <a:lstStyle/>
          <a:p>
            <a:pPr marL="0" lvl="0" indent="0">
              <a:spcBef>
                <a:spcPts val="0"/>
              </a:spcBef>
              <a:buNone/>
              <a:defRPr/>
            </a:pPr>
            <a:r>
              <a:t>Click to edit Master title style</a:t>
            </a:r>
          </a:p>
        </p:txBody>
      </p:sp>
      <p:sp>
        <p:nvSpPr>
          <p:cNvPr id="1468880054" name="Text Placeholder 12"/>
          <p:cNvSpPr>
            <a:spLocks noGrp="1" noChangeShapeType="1"/>
          </p:cNvSpPr>
          <p:nvPr>
            <p:ph type="body" idx="1"/>
          </p:nvPr>
        </p:nvSpPr>
        <p:spPr bwMode="auto">
          <a:xfrm>
            <a:off x="457200" y="1600200"/>
            <a:ext cx="8229600" cy="4708525"/>
          </a:xfrm>
          <a:prstGeom prst="rect">
            <a:avLst/>
          </a:prstGeom>
          <a:noFill/>
        </p:spPr>
        <p:txBody>
          <a:bodyPr lIns="91440" tIns="45720" rIns="91440" bIns="45720"/>
          <a:lstStyle/>
          <a:p>
            <a:pPr marL="547370" lvl="0" indent="-410845">
              <a:spcBef>
                <a:spcPts val="0"/>
              </a:spcBef>
              <a:buClr>
                <a:srgbClr val="F9F9F9"/>
              </a:buClr>
              <a:buSzPct val="65000"/>
              <a:buFont typeface="Wingdings 2"/>
              <a:buChar char=""/>
              <a:defRPr/>
            </a:pPr>
            <a:r>
              <a:t>Click to edit Master text styles</a:t>
            </a:r>
          </a:p>
          <a:p>
            <a:pPr marL="868045" lvl="1" indent="-282575">
              <a:spcBef>
                <a:spcPts val="0"/>
              </a:spcBef>
              <a:buClr>
                <a:srgbClr val="FFFFFF"/>
              </a:buClr>
              <a:buSzPct val="80000"/>
              <a:buChar char=""/>
              <a:defRPr/>
            </a:pPr>
            <a:r>
              <a:t>Second level</a:t>
            </a:r>
          </a:p>
          <a:p>
            <a:pPr marL="1133475" lvl="2" indent="-228600">
              <a:spcBef>
                <a:spcPts val="0"/>
              </a:spcBef>
              <a:buClr>
                <a:srgbClr val="FFFFFF"/>
              </a:buClr>
              <a:buSzPct val="95000"/>
              <a:buFont typeface="Wingdings"/>
              <a:buChar char=""/>
              <a:defRPr/>
            </a:pPr>
            <a:r>
              <a:t>Third level</a:t>
            </a:r>
          </a:p>
          <a:p>
            <a:pPr marL="1352550" lvl="3" indent="-182880">
              <a:spcBef>
                <a:spcPts val="0"/>
              </a:spcBef>
              <a:buClr>
                <a:srgbClr val="FFFFFF"/>
              </a:buClr>
              <a:buSzPct val="100000"/>
              <a:buFont typeface="Wingdings 3"/>
              <a:buChar char=""/>
              <a:defRPr/>
            </a:pPr>
            <a:r>
              <a:t>Fourth level</a:t>
            </a:r>
          </a:p>
          <a:p>
            <a:pPr marL="1544320" lvl="4" indent="-182245">
              <a:spcBef>
                <a:spcPts val="0"/>
              </a:spcBef>
              <a:buClr>
                <a:srgbClr val="FFFFFF"/>
              </a:buClr>
              <a:buSzPct val="100000"/>
              <a:buFont typeface="Wingdings 2"/>
              <a:buChar char=""/>
              <a:defRPr/>
            </a:pPr>
            <a:r>
              <a:t>Fifth level</a:t>
            </a:r>
          </a:p>
        </p:txBody>
      </p:sp>
      <p:sp>
        <p:nvSpPr>
          <p:cNvPr id="1061545005" name="Date Placeholder 13"/>
          <p:cNvSpPr>
            <a:spLocks noGrp="1" noChangeShapeType="1"/>
          </p:cNvSpPr>
          <p:nvPr>
            <p:ph type="dt" idx="2"/>
          </p:nvPr>
        </p:nvSpPr>
        <p:spPr bwMode="auto">
          <a:xfrm>
            <a:off x="457200" y="6416675"/>
            <a:ext cx="2133600" cy="365125"/>
          </a:xfrm>
          <a:prstGeom prst="rect">
            <a:avLst/>
          </a:prstGeom>
          <a:noFill/>
        </p:spPr>
        <p:txBody>
          <a:bodyPr lIns="91440" tIns="45720" rIns="91440" bIns="45720" anchor="b"/>
          <a:lstStyle/>
          <a:p>
            <a:pPr>
              <a:defRPr/>
            </a:pPr>
            <a:endParaRPr sz="1400"/>
          </a:p>
        </p:txBody>
      </p:sp>
      <p:sp>
        <p:nvSpPr>
          <p:cNvPr id="704853999" name="Footer Placeholder 2"/>
          <p:cNvSpPr>
            <a:spLocks noGrp="1" noChangeShapeType="1"/>
          </p:cNvSpPr>
          <p:nvPr>
            <p:ph type="ftr" idx="3"/>
          </p:nvPr>
        </p:nvSpPr>
        <p:spPr bwMode="auto">
          <a:xfrm>
            <a:off x="3124200" y="6416675"/>
            <a:ext cx="2895600" cy="365125"/>
          </a:xfrm>
          <a:prstGeom prst="rect">
            <a:avLst/>
          </a:prstGeom>
          <a:noFill/>
        </p:spPr>
        <p:txBody>
          <a:bodyPr lIns="91440" tIns="45720" rIns="91440" bIns="45720" anchor="b"/>
          <a:lstStyle/>
          <a:p>
            <a:pPr>
              <a:defRPr/>
            </a:pPr>
            <a:endParaRPr sz="1400"/>
          </a:p>
        </p:txBody>
      </p:sp>
      <p:sp>
        <p:nvSpPr>
          <p:cNvPr id="1518941469" name="Slide Number Placeholder 22"/>
          <p:cNvSpPr>
            <a:spLocks noGrp="1" noChangeShapeType="1"/>
          </p:cNvSpPr>
          <p:nvPr>
            <p:ph type="sldNum" idx="4"/>
          </p:nvPr>
        </p:nvSpPr>
        <p:spPr bwMode="auto">
          <a:xfrm>
            <a:off x="7924800" y="6416675"/>
            <a:ext cx="762000" cy="365125"/>
          </a:xfrm>
          <a:prstGeom prst="rect">
            <a:avLst/>
          </a:prstGeom>
          <a:noFill/>
        </p:spPr>
        <p:txBody>
          <a:bodyPr lIns="0" tIns="45720" rIns="0" bIns="45720" anchor="b"/>
          <a:lstStyle/>
          <a:p>
            <a:pPr marL="0" lvl="0" indent="0" algn="r">
              <a:spcBef>
                <a:spcPts val="0"/>
              </a:spcBef>
              <a:buNone/>
              <a:defRPr/>
            </a:pPr>
            <a:fld id="{D038279B-FC19-497E-A7D1-5ADD9CAF016F}" type="slidenum">
              <a:rPr lang="en-GB" sz="1200" b="0" i="0" u="none">
                <a:solidFill>
                  <a:srgbClr val="BCBCBC"/>
                </a:solidFill>
              </a:rPr>
            </a:fld>
            <a:endParaRPr lang="en-GB" sz="1200" b="0" i="0" u="none">
              <a:solidFill>
                <a:srgbClr val="BCBCBC"/>
              </a:solidFill>
            </a:endParaRPr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PhAnim="0" userDrawn="1">
  <p:cSld name="Title and Object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09580215" name="Shape 40962"/>
          <p:cNvSpPr>
            <a:spLocks noGrp="1" noChangeShapeType="1"/>
          </p:cNvSpPr>
          <p:nvPr>
            <p:ph type="title"/>
          </p:nvPr>
        </p:nvSpPr>
        <p:spPr bwMode="auto">
          <a:xfrm>
            <a:off x="457200" y="274637"/>
            <a:ext cx="8229600" cy="1143000"/>
          </a:xfrm>
          <a:prstGeom prst="rect">
            <a:avLst/>
          </a:prstGeom>
          <a:noFill/>
        </p:spPr>
        <p:txBody>
          <a:bodyPr lIns="91440" tIns="45720" rIns="91440" bIns="45720" anchor="ctr" anchorCtr="0"/>
          <a:lstStyle/>
          <a:p>
            <a:pPr marL="0" lvl="0" indent="0">
              <a:spcBef>
                <a:spcPts val="0"/>
              </a:spcBef>
              <a:buNone/>
              <a:defRPr/>
            </a:pPr>
            <a:r>
              <a:t>Click to edit Master title style</a:t>
            </a:r>
          </a:p>
        </p:txBody>
      </p:sp>
      <p:sp>
        <p:nvSpPr>
          <p:cNvPr id="768296525" name="Shape 40963"/>
          <p:cNvSpPr>
            <a:spLocks noGrp="1" noChangeShapeType="1"/>
          </p:cNvSpPr>
          <p:nvPr>
            <p:ph idx="1"/>
          </p:nvPr>
        </p:nvSpPr>
        <p:spPr bwMode="auto">
          <a:xfrm>
            <a:off x="457200" y="1600200"/>
            <a:ext cx="8229600" cy="4708525"/>
          </a:xfrm>
          <a:prstGeom prst="rect">
            <a:avLst/>
          </a:prstGeom>
          <a:noFill/>
        </p:spPr>
        <p:txBody>
          <a:bodyPr lIns="91440" tIns="45720" rIns="91440" bIns="45720"/>
          <a:lstStyle>
            <a:lvl1pPr marL="547370" indent="136525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9F9F9"/>
              </a:buClr>
              <a:buSzPct val="65000"/>
              <a:buChar char=""/>
              <a:defRPr sz="2800" b="0" i="0">
                <a:solidFill>
                  <a:schemeClr val="dk1"/>
                </a:solidFill>
                <a:latin typeface="Book Antiqua"/>
              </a:defRPr>
            </a:lvl1pPr>
            <a:lvl2pPr marL="868045" indent="58547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80000"/>
              <a:buChar char=""/>
              <a:defRPr sz="2400" b="0" i="0">
                <a:solidFill>
                  <a:schemeClr val="dk1"/>
                </a:solidFill>
                <a:latin typeface="Book Antiqua"/>
              </a:defRPr>
            </a:lvl2pPr>
            <a:lvl3pPr marL="1133475" indent="904875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95000"/>
              <a:buChar char=""/>
              <a:defRPr sz="2200" b="0" i="0">
                <a:solidFill>
                  <a:schemeClr val="dk1"/>
                </a:solidFill>
                <a:latin typeface="Book Antiqua"/>
              </a:defRPr>
            </a:lvl3pPr>
            <a:lvl4pPr marL="1352550" indent="116967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00000"/>
              <a:buChar char=""/>
              <a:defRPr sz="2000" b="0" i="0">
                <a:solidFill>
                  <a:schemeClr val="dk1"/>
                </a:solidFill>
                <a:latin typeface="Book Antiqua"/>
              </a:defRPr>
            </a:lvl4pPr>
            <a:lvl5pPr marL="1544320" indent="1362075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00000"/>
              <a:buChar char=""/>
              <a:defRPr sz="2000" b="0" i="0">
                <a:solidFill>
                  <a:schemeClr val="dk1"/>
                </a:solidFill>
                <a:latin typeface="Book Antiqua"/>
              </a:defRPr>
            </a:lvl5pPr>
          </a:lstStyle>
          <a:p>
            <a:pPr marL="547370" lvl="0" indent="-410845">
              <a:spcBef>
                <a:spcPts val="0"/>
              </a:spcBef>
              <a:buClr>
                <a:srgbClr val="F9F9F9"/>
              </a:buClr>
              <a:buSzPct val="65000"/>
              <a:buFont typeface="Wingdings 2"/>
              <a:buChar char=""/>
              <a:defRPr/>
            </a:pPr>
            <a:r>
              <a:t>Click to edit Master text styles</a:t>
            </a:r>
          </a:p>
          <a:p>
            <a:pPr marL="868045" lvl="1" indent="-282575">
              <a:spcBef>
                <a:spcPts val="0"/>
              </a:spcBef>
              <a:buClr>
                <a:srgbClr val="FFFFFF"/>
              </a:buClr>
              <a:buSzPct val="80000"/>
              <a:buChar char=""/>
              <a:defRPr/>
            </a:pPr>
            <a:r>
              <a:t>Second level</a:t>
            </a:r>
          </a:p>
          <a:p>
            <a:pPr marL="1133475" lvl="2" indent="-228600">
              <a:spcBef>
                <a:spcPts val="0"/>
              </a:spcBef>
              <a:buClr>
                <a:srgbClr val="FFFFFF"/>
              </a:buClr>
              <a:buSzPct val="95000"/>
              <a:buFont typeface="Wingdings"/>
              <a:buChar char=""/>
              <a:defRPr/>
            </a:pPr>
            <a:r>
              <a:t>Third level</a:t>
            </a:r>
          </a:p>
          <a:p>
            <a:pPr marL="1352550" lvl="3" indent="-182880">
              <a:spcBef>
                <a:spcPts val="0"/>
              </a:spcBef>
              <a:buClr>
                <a:srgbClr val="FFFFFF"/>
              </a:buClr>
              <a:buSzPct val="100000"/>
              <a:buFont typeface="Wingdings 3"/>
              <a:buChar char=""/>
              <a:defRPr/>
            </a:pPr>
            <a:r>
              <a:t>Fourth level</a:t>
            </a:r>
          </a:p>
          <a:p>
            <a:pPr marL="1544320" lvl="4" indent="-182245">
              <a:spcBef>
                <a:spcPts val="0"/>
              </a:spcBef>
              <a:buClr>
                <a:srgbClr val="FFFFFF"/>
              </a:buClr>
              <a:buSzPct val="100000"/>
              <a:buFont typeface="Wingdings 2"/>
              <a:buChar char=""/>
              <a:defRPr/>
            </a:pPr>
            <a:r>
              <a:t>Fifth level</a:t>
            </a:r>
          </a:p>
        </p:txBody>
      </p:sp>
      <p:sp>
        <p:nvSpPr>
          <p:cNvPr id="1939793959" name="Shape 40964"/>
          <p:cNvSpPr>
            <a:spLocks noGrp="1" noChangeShapeType="1"/>
          </p:cNvSpPr>
          <p:nvPr>
            <p:ph type="dt" idx="2"/>
          </p:nvPr>
        </p:nvSpPr>
        <p:spPr bwMode="auto">
          <a:xfrm>
            <a:off x="457200" y="6416675"/>
            <a:ext cx="2133600" cy="365125"/>
          </a:xfrm>
          <a:prstGeom prst="rect">
            <a:avLst/>
          </a:prstGeom>
          <a:noFill/>
        </p:spPr>
        <p:txBody>
          <a:bodyPr lIns="91440" tIns="45720" rIns="91440" bIns="45720" anchor="b"/>
          <a:lstStyle/>
          <a:p>
            <a:pPr>
              <a:defRPr/>
            </a:pPr>
            <a:endParaRPr sz="1400"/>
          </a:p>
        </p:txBody>
      </p:sp>
      <p:sp>
        <p:nvSpPr>
          <p:cNvPr id="859700282" name="Shape 40965"/>
          <p:cNvSpPr>
            <a:spLocks noGrp="1" noChangeShapeType="1"/>
          </p:cNvSpPr>
          <p:nvPr>
            <p:ph type="ftr" idx="3"/>
          </p:nvPr>
        </p:nvSpPr>
        <p:spPr bwMode="auto">
          <a:xfrm>
            <a:off x="3124200" y="6416675"/>
            <a:ext cx="2895600" cy="365125"/>
          </a:xfrm>
          <a:prstGeom prst="rect">
            <a:avLst/>
          </a:prstGeom>
          <a:noFill/>
        </p:spPr>
        <p:txBody>
          <a:bodyPr lIns="91440" tIns="45720" rIns="91440" bIns="45720" anchor="b"/>
          <a:lstStyle/>
          <a:p>
            <a:pPr>
              <a:defRPr/>
            </a:pPr>
            <a:endParaRPr sz="1400"/>
          </a:p>
        </p:txBody>
      </p:sp>
      <p:sp>
        <p:nvSpPr>
          <p:cNvPr id="1752471489" name="Shape 40966"/>
          <p:cNvSpPr>
            <a:spLocks noGrp="1" noChangeShapeType="1"/>
          </p:cNvSpPr>
          <p:nvPr>
            <p:ph type="sldNum" idx="4"/>
          </p:nvPr>
        </p:nvSpPr>
        <p:spPr bwMode="auto">
          <a:xfrm>
            <a:off x="7924800" y="6416675"/>
            <a:ext cx="762000" cy="365125"/>
          </a:xfrm>
          <a:prstGeom prst="rect">
            <a:avLst/>
          </a:prstGeom>
          <a:noFill/>
        </p:spPr>
        <p:txBody>
          <a:bodyPr lIns="0" tIns="45720" rIns="0" bIns="45720" anchor="b"/>
          <a:lstStyle>
            <a:lvl1pPr mar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Book Antiqua"/>
              </a:defRPr>
            </a:lvl1pPr>
            <a:lvl2pPr marL="457200" indent="4572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Book Antiqua"/>
              </a:defRPr>
            </a:lvl2pPr>
            <a:lvl3pPr marL="914400" indent="9144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Book Antiqua"/>
              </a:defRPr>
            </a:lvl3pPr>
            <a:lvl4pPr marL="1371600" indent="13716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Book Antiqua"/>
              </a:defRPr>
            </a:lvl4pPr>
            <a:lvl5pPr marL="1828800" indent="18288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Book Antiqua"/>
              </a:defRPr>
            </a:lvl5pPr>
          </a:lstStyle>
          <a:p>
            <a:pPr marL="0" lvl="0" indent="0" algn="r">
              <a:spcBef>
                <a:spcPts val="0"/>
              </a:spcBef>
              <a:buNone/>
              <a:defRPr/>
            </a:pPr>
            <a:fld id="{D038279B-FC19-497E-A7D1-5ADD9CAF016F}" type="slidenum">
              <a:rPr lang="en-GB" sz="1200" b="1" i="0" u="none">
                <a:solidFill>
                  <a:srgbClr val="BCBCBC"/>
                </a:solidFill>
              </a:rPr>
            </a:fld>
            <a:endParaRPr lang="en-GB" sz="1200" b="1" i="0" u="none">
              <a:solidFill>
                <a:srgbClr val="BCBCBC"/>
              </a:solidFill>
            </a:endParaRPr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PhAnim="0" showMasterSp="0" userDrawn="1">
  <p:cSld name="79_Theme2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39094738" name="Title Placeholder 21"/>
          <p:cNvSpPr>
            <a:spLocks noGrp="1" noChangeShapeType="1"/>
          </p:cNvSpPr>
          <p:nvPr>
            <p:ph type="title"/>
          </p:nvPr>
        </p:nvSpPr>
        <p:spPr bwMode="auto">
          <a:xfrm>
            <a:off x="457200" y="274637"/>
            <a:ext cx="8229600" cy="1143000"/>
          </a:xfrm>
          <a:prstGeom prst="rect">
            <a:avLst/>
          </a:prstGeom>
          <a:noFill/>
        </p:spPr>
        <p:txBody>
          <a:bodyPr lIns="91440" tIns="45720" rIns="91440" bIns="45720" anchor="ctr" anchorCtr="0"/>
          <a:lstStyle/>
          <a:p>
            <a:pPr marL="0" lvl="0" indent="0">
              <a:spcBef>
                <a:spcPts val="0"/>
              </a:spcBef>
              <a:buNone/>
              <a:defRPr/>
            </a:pPr>
            <a:r>
              <a:t>Click to edit Master title style</a:t>
            </a:r>
          </a:p>
        </p:txBody>
      </p:sp>
      <p:sp>
        <p:nvSpPr>
          <p:cNvPr id="1793545613" name="Text Placeholder 12"/>
          <p:cNvSpPr>
            <a:spLocks noGrp="1" noChangeShapeType="1"/>
          </p:cNvSpPr>
          <p:nvPr>
            <p:ph type="body" idx="1"/>
          </p:nvPr>
        </p:nvSpPr>
        <p:spPr bwMode="auto">
          <a:xfrm>
            <a:off x="457200" y="1600200"/>
            <a:ext cx="8229600" cy="4708525"/>
          </a:xfrm>
          <a:prstGeom prst="rect">
            <a:avLst/>
          </a:prstGeom>
          <a:noFill/>
        </p:spPr>
        <p:txBody>
          <a:bodyPr lIns="91440" tIns="45720" rIns="91440" bIns="45720"/>
          <a:lstStyle/>
          <a:p>
            <a:pPr marL="547370" lvl="0" indent="-410845">
              <a:spcBef>
                <a:spcPts val="0"/>
              </a:spcBef>
              <a:buClr>
                <a:srgbClr val="F9F9F9"/>
              </a:buClr>
              <a:buSzPct val="65000"/>
              <a:buFont typeface="Wingdings 2"/>
              <a:buChar char=""/>
              <a:defRPr/>
            </a:pPr>
            <a:r>
              <a:t>Click to edit Master text styles</a:t>
            </a:r>
          </a:p>
          <a:p>
            <a:pPr marL="868045" lvl="1" indent="-282575">
              <a:spcBef>
                <a:spcPts val="0"/>
              </a:spcBef>
              <a:buClr>
                <a:srgbClr val="FFFFFF"/>
              </a:buClr>
              <a:buSzPct val="80000"/>
              <a:buChar char=""/>
              <a:defRPr/>
            </a:pPr>
            <a:r>
              <a:t>Second level</a:t>
            </a:r>
          </a:p>
          <a:p>
            <a:pPr marL="1133475" lvl="2" indent="-228600">
              <a:spcBef>
                <a:spcPts val="0"/>
              </a:spcBef>
              <a:buClr>
                <a:srgbClr val="FFFFFF"/>
              </a:buClr>
              <a:buSzPct val="95000"/>
              <a:buFont typeface="Wingdings"/>
              <a:buChar char=""/>
              <a:defRPr/>
            </a:pPr>
            <a:r>
              <a:t>Third level</a:t>
            </a:r>
          </a:p>
          <a:p>
            <a:pPr marL="1352550" lvl="3" indent="-182880">
              <a:spcBef>
                <a:spcPts val="0"/>
              </a:spcBef>
              <a:buClr>
                <a:srgbClr val="FFFFFF"/>
              </a:buClr>
              <a:buSzPct val="100000"/>
              <a:buFont typeface="Wingdings 3"/>
              <a:buChar char=""/>
              <a:defRPr/>
            </a:pPr>
            <a:r>
              <a:t>Fourth level</a:t>
            </a:r>
          </a:p>
          <a:p>
            <a:pPr marL="1544320" lvl="4" indent="-182245">
              <a:spcBef>
                <a:spcPts val="0"/>
              </a:spcBef>
              <a:buClr>
                <a:srgbClr val="FFFFFF"/>
              </a:buClr>
              <a:buSzPct val="100000"/>
              <a:buFont typeface="Wingdings 2"/>
              <a:buChar char=""/>
              <a:defRPr/>
            </a:pPr>
            <a:r>
              <a:t>Fifth level</a:t>
            </a:r>
          </a:p>
        </p:txBody>
      </p:sp>
      <p:sp>
        <p:nvSpPr>
          <p:cNvPr id="218536662" name="Date Placeholder 13"/>
          <p:cNvSpPr>
            <a:spLocks noGrp="1" noChangeShapeType="1"/>
          </p:cNvSpPr>
          <p:nvPr>
            <p:ph type="dt" idx="2"/>
          </p:nvPr>
        </p:nvSpPr>
        <p:spPr bwMode="auto">
          <a:xfrm>
            <a:off x="457200" y="6416675"/>
            <a:ext cx="2133600" cy="365125"/>
          </a:xfrm>
          <a:prstGeom prst="rect">
            <a:avLst/>
          </a:prstGeom>
          <a:noFill/>
        </p:spPr>
        <p:txBody>
          <a:bodyPr lIns="91440" tIns="45720" rIns="91440" bIns="45720" anchor="b"/>
          <a:lstStyle/>
          <a:p>
            <a:pPr>
              <a:defRPr/>
            </a:pPr>
            <a:endParaRPr sz="1400"/>
          </a:p>
        </p:txBody>
      </p:sp>
      <p:sp>
        <p:nvSpPr>
          <p:cNvPr id="1814930017" name="Footer Placeholder 2"/>
          <p:cNvSpPr>
            <a:spLocks noGrp="1" noChangeShapeType="1"/>
          </p:cNvSpPr>
          <p:nvPr>
            <p:ph type="ftr" idx="3"/>
          </p:nvPr>
        </p:nvSpPr>
        <p:spPr bwMode="auto">
          <a:xfrm>
            <a:off x="3124200" y="6416675"/>
            <a:ext cx="2895600" cy="365125"/>
          </a:xfrm>
          <a:prstGeom prst="rect">
            <a:avLst/>
          </a:prstGeom>
          <a:noFill/>
        </p:spPr>
        <p:txBody>
          <a:bodyPr lIns="91440" tIns="45720" rIns="91440" bIns="45720" anchor="b"/>
          <a:lstStyle/>
          <a:p>
            <a:pPr>
              <a:defRPr/>
            </a:pPr>
            <a:endParaRPr sz="1400"/>
          </a:p>
        </p:txBody>
      </p:sp>
      <p:sp>
        <p:nvSpPr>
          <p:cNvPr id="836219953" name="Slide Number Placeholder 22"/>
          <p:cNvSpPr>
            <a:spLocks noGrp="1" noChangeShapeType="1"/>
          </p:cNvSpPr>
          <p:nvPr>
            <p:ph type="sldNum" idx="4"/>
          </p:nvPr>
        </p:nvSpPr>
        <p:spPr bwMode="auto">
          <a:xfrm>
            <a:off x="7924800" y="6416675"/>
            <a:ext cx="762000" cy="365125"/>
          </a:xfrm>
          <a:prstGeom prst="rect">
            <a:avLst/>
          </a:prstGeom>
          <a:noFill/>
        </p:spPr>
        <p:txBody>
          <a:bodyPr lIns="0" tIns="45720" rIns="0" bIns="45720" anchor="b"/>
          <a:lstStyle/>
          <a:p>
            <a:pPr marL="0" lvl="0" indent="0" algn="r">
              <a:spcBef>
                <a:spcPts val="0"/>
              </a:spcBef>
              <a:buNone/>
              <a:defRPr/>
            </a:pPr>
            <a:fld id="{D038279B-FC19-497E-A7D1-5ADD9CAF016F}" type="slidenum">
              <a:rPr lang="en-GB" sz="1200" b="0" i="0" u="none">
                <a:solidFill>
                  <a:srgbClr val="BCBCBC"/>
                </a:solidFill>
              </a:rPr>
            </a:fld>
            <a:endParaRPr lang="en-GB" sz="1200" b="0" i="0" u="none">
              <a:solidFill>
                <a:srgbClr val="BCBCBC"/>
              </a:solidFill>
            </a:endParaRPr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PhAnim="0" userDrawn="1">
  <p:cSld name="Title and Object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7741690" name="Shape 41986"/>
          <p:cNvSpPr>
            <a:spLocks noGrp="1" noChangeShapeType="1"/>
          </p:cNvSpPr>
          <p:nvPr>
            <p:ph type="title"/>
          </p:nvPr>
        </p:nvSpPr>
        <p:spPr bwMode="auto">
          <a:xfrm>
            <a:off x="457200" y="274637"/>
            <a:ext cx="8229600" cy="1143000"/>
          </a:xfrm>
          <a:prstGeom prst="rect">
            <a:avLst/>
          </a:prstGeom>
          <a:noFill/>
        </p:spPr>
        <p:txBody>
          <a:bodyPr lIns="91440" tIns="45720" rIns="91440" bIns="45720" anchor="ctr" anchorCtr="0"/>
          <a:lstStyle/>
          <a:p>
            <a:pPr marL="0" lvl="0" indent="0">
              <a:spcBef>
                <a:spcPts val="0"/>
              </a:spcBef>
              <a:buNone/>
              <a:defRPr/>
            </a:pPr>
            <a:r>
              <a:t>Click to edit Master title style</a:t>
            </a:r>
          </a:p>
        </p:txBody>
      </p:sp>
      <p:sp>
        <p:nvSpPr>
          <p:cNvPr id="1071477143" name="Shape 41987"/>
          <p:cNvSpPr>
            <a:spLocks noGrp="1" noChangeShapeType="1"/>
          </p:cNvSpPr>
          <p:nvPr>
            <p:ph idx="1"/>
          </p:nvPr>
        </p:nvSpPr>
        <p:spPr bwMode="auto">
          <a:xfrm>
            <a:off x="457200" y="1600200"/>
            <a:ext cx="8229600" cy="4708525"/>
          </a:xfrm>
          <a:prstGeom prst="rect">
            <a:avLst/>
          </a:prstGeom>
          <a:noFill/>
        </p:spPr>
        <p:txBody>
          <a:bodyPr lIns="91440" tIns="45720" rIns="91440" bIns="45720"/>
          <a:lstStyle>
            <a:lvl1pPr marL="547370" indent="136525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9F9F9"/>
              </a:buClr>
              <a:buSzPct val="65000"/>
              <a:buChar char=""/>
              <a:defRPr sz="2800" b="0" i="0">
                <a:solidFill>
                  <a:schemeClr val="dk1"/>
                </a:solidFill>
                <a:latin typeface="Book Antiqua"/>
              </a:defRPr>
            </a:lvl1pPr>
            <a:lvl2pPr marL="868045" indent="58547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80000"/>
              <a:buChar char=""/>
              <a:defRPr sz="2400" b="0" i="0">
                <a:solidFill>
                  <a:schemeClr val="dk1"/>
                </a:solidFill>
                <a:latin typeface="Book Antiqua"/>
              </a:defRPr>
            </a:lvl2pPr>
            <a:lvl3pPr marL="1133475" indent="904875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95000"/>
              <a:buChar char=""/>
              <a:defRPr sz="2200" b="0" i="0">
                <a:solidFill>
                  <a:schemeClr val="dk1"/>
                </a:solidFill>
                <a:latin typeface="Book Antiqua"/>
              </a:defRPr>
            </a:lvl3pPr>
            <a:lvl4pPr marL="1352550" indent="116967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00000"/>
              <a:buChar char=""/>
              <a:defRPr sz="2000" b="0" i="0">
                <a:solidFill>
                  <a:schemeClr val="dk1"/>
                </a:solidFill>
                <a:latin typeface="Book Antiqua"/>
              </a:defRPr>
            </a:lvl4pPr>
            <a:lvl5pPr marL="1544320" indent="1362075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00000"/>
              <a:buChar char=""/>
              <a:defRPr sz="2000" b="0" i="0">
                <a:solidFill>
                  <a:schemeClr val="dk1"/>
                </a:solidFill>
                <a:latin typeface="Book Antiqua"/>
              </a:defRPr>
            </a:lvl5pPr>
          </a:lstStyle>
          <a:p>
            <a:pPr marL="547370" lvl="0" indent="-410845">
              <a:spcBef>
                <a:spcPts val="0"/>
              </a:spcBef>
              <a:buClr>
                <a:srgbClr val="F9F9F9"/>
              </a:buClr>
              <a:buSzPct val="65000"/>
              <a:buFont typeface="Wingdings 2"/>
              <a:buChar char=""/>
              <a:defRPr/>
            </a:pPr>
            <a:r>
              <a:t>Click to edit Master text styles</a:t>
            </a:r>
          </a:p>
          <a:p>
            <a:pPr marL="868045" lvl="1" indent="-282575">
              <a:spcBef>
                <a:spcPts val="0"/>
              </a:spcBef>
              <a:buClr>
                <a:srgbClr val="FFFFFF"/>
              </a:buClr>
              <a:buSzPct val="80000"/>
              <a:buChar char=""/>
              <a:defRPr/>
            </a:pPr>
            <a:r>
              <a:t>Second level</a:t>
            </a:r>
          </a:p>
          <a:p>
            <a:pPr marL="1133475" lvl="2" indent="-228600">
              <a:spcBef>
                <a:spcPts val="0"/>
              </a:spcBef>
              <a:buClr>
                <a:srgbClr val="FFFFFF"/>
              </a:buClr>
              <a:buSzPct val="95000"/>
              <a:buFont typeface="Wingdings"/>
              <a:buChar char=""/>
              <a:defRPr/>
            </a:pPr>
            <a:r>
              <a:t>Third level</a:t>
            </a:r>
          </a:p>
          <a:p>
            <a:pPr marL="1352550" lvl="3" indent="-182880">
              <a:spcBef>
                <a:spcPts val="0"/>
              </a:spcBef>
              <a:buClr>
                <a:srgbClr val="FFFFFF"/>
              </a:buClr>
              <a:buSzPct val="100000"/>
              <a:buFont typeface="Wingdings 3"/>
              <a:buChar char=""/>
              <a:defRPr/>
            </a:pPr>
            <a:r>
              <a:t>Fourth level</a:t>
            </a:r>
          </a:p>
          <a:p>
            <a:pPr marL="1544320" lvl="4" indent="-182245">
              <a:spcBef>
                <a:spcPts val="0"/>
              </a:spcBef>
              <a:buClr>
                <a:srgbClr val="FFFFFF"/>
              </a:buClr>
              <a:buSzPct val="100000"/>
              <a:buFont typeface="Wingdings 2"/>
              <a:buChar char=""/>
              <a:defRPr/>
            </a:pPr>
            <a:r>
              <a:t>Fifth level</a:t>
            </a:r>
          </a:p>
        </p:txBody>
      </p:sp>
      <p:sp>
        <p:nvSpPr>
          <p:cNvPr id="284780680" name="Shape 41988"/>
          <p:cNvSpPr>
            <a:spLocks noGrp="1" noChangeShapeType="1"/>
          </p:cNvSpPr>
          <p:nvPr>
            <p:ph type="dt" idx="2"/>
          </p:nvPr>
        </p:nvSpPr>
        <p:spPr bwMode="auto">
          <a:xfrm>
            <a:off x="457200" y="6416675"/>
            <a:ext cx="2133600" cy="365125"/>
          </a:xfrm>
          <a:prstGeom prst="rect">
            <a:avLst/>
          </a:prstGeom>
          <a:noFill/>
        </p:spPr>
        <p:txBody>
          <a:bodyPr lIns="91440" tIns="45720" rIns="91440" bIns="45720" anchor="b"/>
          <a:lstStyle/>
          <a:p>
            <a:pPr>
              <a:defRPr/>
            </a:pPr>
            <a:endParaRPr sz="1400"/>
          </a:p>
        </p:txBody>
      </p:sp>
      <p:sp>
        <p:nvSpPr>
          <p:cNvPr id="263459110" name="Shape 41989"/>
          <p:cNvSpPr>
            <a:spLocks noGrp="1" noChangeShapeType="1"/>
          </p:cNvSpPr>
          <p:nvPr>
            <p:ph type="ftr" idx="3"/>
          </p:nvPr>
        </p:nvSpPr>
        <p:spPr bwMode="auto">
          <a:xfrm>
            <a:off x="3124200" y="6416675"/>
            <a:ext cx="2895600" cy="365125"/>
          </a:xfrm>
          <a:prstGeom prst="rect">
            <a:avLst/>
          </a:prstGeom>
          <a:noFill/>
        </p:spPr>
        <p:txBody>
          <a:bodyPr lIns="91440" tIns="45720" rIns="91440" bIns="45720" anchor="b"/>
          <a:lstStyle/>
          <a:p>
            <a:pPr>
              <a:defRPr/>
            </a:pPr>
            <a:endParaRPr sz="1400"/>
          </a:p>
        </p:txBody>
      </p:sp>
      <p:sp>
        <p:nvSpPr>
          <p:cNvPr id="396348762" name="Shape 41990"/>
          <p:cNvSpPr>
            <a:spLocks noGrp="1" noChangeShapeType="1"/>
          </p:cNvSpPr>
          <p:nvPr>
            <p:ph type="sldNum" idx="4"/>
          </p:nvPr>
        </p:nvSpPr>
        <p:spPr bwMode="auto">
          <a:xfrm>
            <a:off x="7924800" y="6416675"/>
            <a:ext cx="762000" cy="365125"/>
          </a:xfrm>
          <a:prstGeom prst="rect">
            <a:avLst/>
          </a:prstGeom>
          <a:noFill/>
        </p:spPr>
        <p:txBody>
          <a:bodyPr lIns="0" tIns="45720" rIns="0" bIns="45720" anchor="b"/>
          <a:lstStyle>
            <a:lvl1pPr mar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Book Antiqua"/>
              </a:defRPr>
            </a:lvl1pPr>
            <a:lvl2pPr marL="457200" indent="4572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Book Antiqua"/>
              </a:defRPr>
            </a:lvl2pPr>
            <a:lvl3pPr marL="914400" indent="9144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Book Antiqua"/>
              </a:defRPr>
            </a:lvl3pPr>
            <a:lvl4pPr marL="1371600" indent="13716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Book Antiqua"/>
              </a:defRPr>
            </a:lvl4pPr>
            <a:lvl5pPr marL="1828800" indent="18288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Book Antiqua"/>
              </a:defRPr>
            </a:lvl5pPr>
          </a:lstStyle>
          <a:p>
            <a:pPr marL="0" lvl="0" indent="0" algn="r">
              <a:spcBef>
                <a:spcPts val="0"/>
              </a:spcBef>
              <a:buNone/>
              <a:defRPr/>
            </a:pPr>
            <a:fld id="{D038279B-FC19-497E-A7D1-5ADD9CAF016F}" type="slidenum">
              <a:rPr lang="en-GB" sz="1200" b="1" i="0" u="none">
                <a:solidFill>
                  <a:srgbClr val="BCBCBC"/>
                </a:solidFill>
              </a:rPr>
            </a:fld>
            <a:endParaRPr lang="en-GB" sz="1200" b="1" i="0" u="none">
              <a:solidFill>
                <a:srgbClr val="BCBCBC"/>
              </a:solidFill>
            </a:endParaRPr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PhAnim="0" showMasterSp="0" userDrawn="1">
  <p:cSld name="80_Theme2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18384305" name="Title Placeholder 21"/>
          <p:cNvSpPr>
            <a:spLocks noGrp="1" noChangeShapeType="1"/>
          </p:cNvSpPr>
          <p:nvPr>
            <p:ph type="title"/>
          </p:nvPr>
        </p:nvSpPr>
        <p:spPr bwMode="auto">
          <a:xfrm>
            <a:off x="457200" y="274637"/>
            <a:ext cx="8229600" cy="1143000"/>
          </a:xfrm>
          <a:prstGeom prst="rect">
            <a:avLst/>
          </a:prstGeom>
          <a:noFill/>
        </p:spPr>
        <p:txBody>
          <a:bodyPr lIns="91440" tIns="45720" rIns="91440" bIns="45720" anchor="ctr" anchorCtr="0"/>
          <a:lstStyle/>
          <a:p>
            <a:pPr marL="0" lvl="0" indent="0">
              <a:spcBef>
                <a:spcPts val="0"/>
              </a:spcBef>
              <a:buNone/>
              <a:defRPr/>
            </a:pPr>
            <a:r>
              <a:t>Click to edit Master title style</a:t>
            </a:r>
          </a:p>
        </p:txBody>
      </p:sp>
      <p:sp>
        <p:nvSpPr>
          <p:cNvPr id="637500592" name="Text Placeholder 12"/>
          <p:cNvSpPr>
            <a:spLocks noGrp="1" noChangeShapeType="1"/>
          </p:cNvSpPr>
          <p:nvPr>
            <p:ph type="body" idx="1"/>
          </p:nvPr>
        </p:nvSpPr>
        <p:spPr bwMode="auto">
          <a:xfrm>
            <a:off x="457200" y="1600200"/>
            <a:ext cx="8229600" cy="4708525"/>
          </a:xfrm>
          <a:prstGeom prst="rect">
            <a:avLst/>
          </a:prstGeom>
          <a:noFill/>
        </p:spPr>
        <p:txBody>
          <a:bodyPr lIns="91440" tIns="45720" rIns="91440" bIns="45720"/>
          <a:lstStyle/>
          <a:p>
            <a:pPr marL="547370" lvl="0" indent="-410845">
              <a:spcBef>
                <a:spcPts val="0"/>
              </a:spcBef>
              <a:buClr>
                <a:srgbClr val="F9F9F9"/>
              </a:buClr>
              <a:buSzPct val="65000"/>
              <a:buFont typeface="Wingdings 2"/>
              <a:buChar char=""/>
              <a:defRPr/>
            </a:pPr>
            <a:r>
              <a:t>Click to edit Master text styles</a:t>
            </a:r>
          </a:p>
          <a:p>
            <a:pPr marL="868045" lvl="1" indent="-282575">
              <a:spcBef>
                <a:spcPts val="0"/>
              </a:spcBef>
              <a:buClr>
                <a:srgbClr val="FFFFFF"/>
              </a:buClr>
              <a:buSzPct val="80000"/>
              <a:buChar char=""/>
              <a:defRPr/>
            </a:pPr>
            <a:r>
              <a:t>Second level</a:t>
            </a:r>
          </a:p>
          <a:p>
            <a:pPr marL="1133475" lvl="2" indent="-228600">
              <a:spcBef>
                <a:spcPts val="0"/>
              </a:spcBef>
              <a:buClr>
                <a:srgbClr val="FFFFFF"/>
              </a:buClr>
              <a:buSzPct val="95000"/>
              <a:buFont typeface="Wingdings"/>
              <a:buChar char=""/>
              <a:defRPr/>
            </a:pPr>
            <a:r>
              <a:t>Third level</a:t>
            </a:r>
          </a:p>
          <a:p>
            <a:pPr marL="1352550" lvl="3" indent="-182880">
              <a:spcBef>
                <a:spcPts val="0"/>
              </a:spcBef>
              <a:buClr>
                <a:srgbClr val="FFFFFF"/>
              </a:buClr>
              <a:buSzPct val="100000"/>
              <a:buFont typeface="Wingdings 3"/>
              <a:buChar char=""/>
              <a:defRPr/>
            </a:pPr>
            <a:r>
              <a:t>Fourth level</a:t>
            </a:r>
          </a:p>
          <a:p>
            <a:pPr marL="1544320" lvl="4" indent="-182245">
              <a:spcBef>
                <a:spcPts val="0"/>
              </a:spcBef>
              <a:buClr>
                <a:srgbClr val="FFFFFF"/>
              </a:buClr>
              <a:buSzPct val="100000"/>
              <a:buFont typeface="Wingdings 2"/>
              <a:buChar char=""/>
              <a:defRPr/>
            </a:pPr>
            <a:r>
              <a:t>Fifth level</a:t>
            </a:r>
          </a:p>
        </p:txBody>
      </p:sp>
      <p:sp>
        <p:nvSpPr>
          <p:cNvPr id="538826233" name="Date Placeholder 13"/>
          <p:cNvSpPr>
            <a:spLocks noGrp="1" noChangeShapeType="1"/>
          </p:cNvSpPr>
          <p:nvPr>
            <p:ph type="dt" idx="2"/>
          </p:nvPr>
        </p:nvSpPr>
        <p:spPr bwMode="auto">
          <a:xfrm>
            <a:off x="457200" y="6416675"/>
            <a:ext cx="2133600" cy="365125"/>
          </a:xfrm>
          <a:prstGeom prst="rect">
            <a:avLst/>
          </a:prstGeom>
          <a:noFill/>
        </p:spPr>
        <p:txBody>
          <a:bodyPr lIns="91440" tIns="45720" rIns="91440" bIns="45720" anchor="b"/>
          <a:lstStyle/>
          <a:p>
            <a:pPr>
              <a:defRPr/>
            </a:pPr>
            <a:endParaRPr sz="1400"/>
          </a:p>
        </p:txBody>
      </p:sp>
      <p:sp>
        <p:nvSpPr>
          <p:cNvPr id="1391685769" name="Footer Placeholder 2"/>
          <p:cNvSpPr>
            <a:spLocks noGrp="1" noChangeShapeType="1"/>
          </p:cNvSpPr>
          <p:nvPr>
            <p:ph type="ftr" idx="3"/>
          </p:nvPr>
        </p:nvSpPr>
        <p:spPr bwMode="auto">
          <a:xfrm>
            <a:off x="3124200" y="6416675"/>
            <a:ext cx="2895600" cy="365125"/>
          </a:xfrm>
          <a:prstGeom prst="rect">
            <a:avLst/>
          </a:prstGeom>
          <a:noFill/>
        </p:spPr>
        <p:txBody>
          <a:bodyPr lIns="91440" tIns="45720" rIns="91440" bIns="45720" anchor="b"/>
          <a:lstStyle/>
          <a:p>
            <a:pPr>
              <a:defRPr/>
            </a:pPr>
            <a:endParaRPr sz="1400"/>
          </a:p>
        </p:txBody>
      </p:sp>
      <p:sp>
        <p:nvSpPr>
          <p:cNvPr id="849453690" name="Slide Number Placeholder 22"/>
          <p:cNvSpPr>
            <a:spLocks noGrp="1" noChangeShapeType="1"/>
          </p:cNvSpPr>
          <p:nvPr>
            <p:ph type="sldNum" idx="4"/>
          </p:nvPr>
        </p:nvSpPr>
        <p:spPr bwMode="auto">
          <a:xfrm>
            <a:off x="7924800" y="6416675"/>
            <a:ext cx="762000" cy="365125"/>
          </a:xfrm>
          <a:prstGeom prst="rect">
            <a:avLst/>
          </a:prstGeom>
          <a:noFill/>
        </p:spPr>
        <p:txBody>
          <a:bodyPr lIns="0" tIns="45720" rIns="0" bIns="45720" anchor="b"/>
          <a:lstStyle/>
          <a:p>
            <a:pPr marL="0" lvl="0" indent="0" algn="r">
              <a:spcBef>
                <a:spcPts val="0"/>
              </a:spcBef>
              <a:buNone/>
              <a:defRPr/>
            </a:pPr>
            <a:fld id="{D038279B-FC19-497E-A7D1-5ADD9CAF016F}" type="slidenum">
              <a:rPr lang="en-GB" sz="1200" b="0" i="0" u="none">
                <a:solidFill>
                  <a:srgbClr val="BCBCBC"/>
                </a:solidFill>
              </a:rPr>
            </a:fld>
            <a:endParaRPr lang="en-GB" sz="1200" b="0" i="0" u="none">
              <a:solidFill>
                <a:srgbClr val="BCBCBC"/>
              </a:solidFill>
            </a:endParaRPr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PhAnim="0" userDrawn="1">
  <p:cSld name="Title and Object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03845348" name="Shape 43010"/>
          <p:cNvSpPr>
            <a:spLocks noGrp="1" noChangeShapeType="1"/>
          </p:cNvSpPr>
          <p:nvPr>
            <p:ph type="title"/>
          </p:nvPr>
        </p:nvSpPr>
        <p:spPr bwMode="auto">
          <a:xfrm>
            <a:off x="457200" y="274637"/>
            <a:ext cx="8229600" cy="1143000"/>
          </a:xfrm>
          <a:prstGeom prst="rect">
            <a:avLst/>
          </a:prstGeom>
          <a:noFill/>
        </p:spPr>
        <p:txBody>
          <a:bodyPr lIns="91440" tIns="45720" rIns="91440" bIns="45720" anchor="ctr" anchorCtr="0"/>
          <a:lstStyle/>
          <a:p>
            <a:pPr marL="0" lvl="0" indent="0">
              <a:spcBef>
                <a:spcPts val="0"/>
              </a:spcBef>
              <a:buNone/>
              <a:defRPr/>
            </a:pPr>
            <a:r>
              <a:t>Click to edit Master title style</a:t>
            </a:r>
          </a:p>
        </p:txBody>
      </p:sp>
      <p:sp>
        <p:nvSpPr>
          <p:cNvPr id="2057472205" name="Shape 43011"/>
          <p:cNvSpPr>
            <a:spLocks noGrp="1" noChangeShapeType="1"/>
          </p:cNvSpPr>
          <p:nvPr>
            <p:ph idx="1"/>
          </p:nvPr>
        </p:nvSpPr>
        <p:spPr bwMode="auto">
          <a:xfrm>
            <a:off x="457200" y="1600200"/>
            <a:ext cx="8229600" cy="4708525"/>
          </a:xfrm>
          <a:prstGeom prst="rect">
            <a:avLst/>
          </a:prstGeom>
          <a:noFill/>
        </p:spPr>
        <p:txBody>
          <a:bodyPr lIns="91440" tIns="45720" rIns="91440" bIns="45720"/>
          <a:lstStyle>
            <a:lvl1pPr marL="547370" indent="136525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9F9F9"/>
              </a:buClr>
              <a:buSzPct val="65000"/>
              <a:buChar char=""/>
              <a:defRPr sz="2800" b="0" i="0">
                <a:solidFill>
                  <a:schemeClr val="dk1"/>
                </a:solidFill>
                <a:latin typeface="Book Antiqua"/>
              </a:defRPr>
            </a:lvl1pPr>
            <a:lvl2pPr marL="868045" indent="58547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80000"/>
              <a:buChar char=""/>
              <a:defRPr sz="2400" b="0" i="0">
                <a:solidFill>
                  <a:schemeClr val="dk1"/>
                </a:solidFill>
                <a:latin typeface="Book Antiqua"/>
              </a:defRPr>
            </a:lvl2pPr>
            <a:lvl3pPr marL="1133475" indent="904875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95000"/>
              <a:buChar char=""/>
              <a:defRPr sz="2200" b="0" i="0">
                <a:solidFill>
                  <a:schemeClr val="dk1"/>
                </a:solidFill>
                <a:latin typeface="Book Antiqua"/>
              </a:defRPr>
            </a:lvl3pPr>
            <a:lvl4pPr marL="1352550" indent="116967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00000"/>
              <a:buChar char=""/>
              <a:defRPr sz="2000" b="0" i="0">
                <a:solidFill>
                  <a:schemeClr val="dk1"/>
                </a:solidFill>
                <a:latin typeface="Book Antiqua"/>
              </a:defRPr>
            </a:lvl4pPr>
            <a:lvl5pPr marL="1544320" indent="1362075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00000"/>
              <a:buChar char=""/>
              <a:defRPr sz="2000" b="0" i="0">
                <a:solidFill>
                  <a:schemeClr val="dk1"/>
                </a:solidFill>
                <a:latin typeface="Book Antiqua"/>
              </a:defRPr>
            </a:lvl5pPr>
          </a:lstStyle>
          <a:p>
            <a:pPr marL="547370" lvl="0" indent="-410845">
              <a:spcBef>
                <a:spcPts val="0"/>
              </a:spcBef>
              <a:buClr>
                <a:srgbClr val="F9F9F9"/>
              </a:buClr>
              <a:buSzPct val="65000"/>
              <a:buFont typeface="Wingdings 2"/>
              <a:buChar char=""/>
              <a:defRPr/>
            </a:pPr>
            <a:r>
              <a:t>Click to edit Master text styles</a:t>
            </a:r>
          </a:p>
          <a:p>
            <a:pPr marL="868045" lvl="1" indent="-282575">
              <a:spcBef>
                <a:spcPts val="0"/>
              </a:spcBef>
              <a:buClr>
                <a:srgbClr val="FFFFFF"/>
              </a:buClr>
              <a:buSzPct val="80000"/>
              <a:buChar char=""/>
              <a:defRPr/>
            </a:pPr>
            <a:r>
              <a:t>Second level</a:t>
            </a:r>
          </a:p>
          <a:p>
            <a:pPr marL="1133475" lvl="2" indent="-228600">
              <a:spcBef>
                <a:spcPts val="0"/>
              </a:spcBef>
              <a:buClr>
                <a:srgbClr val="FFFFFF"/>
              </a:buClr>
              <a:buSzPct val="95000"/>
              <a:buFont typeface="Wingdings"/>
              <a:buChar char=""/>
              <a:defRPr/>
            </a:pPr>
            <a:r>
              <a:t>Third level</a:t>
            </a:r>
          </a:p>
          <a:p>
            <a:pPr marL="1352550" lvl="3" indent="-182880">
              <a:spcBef>
                <a:spcPts val="0"/>
              </a:spcBef>
              <a:buClr>
                <a:srgbClr val="FFFFFF"/>
              </a:buClr>
              <a:buSzPct val="100000"/>
              <a:buFont typeface="Wingdings 3"/>
              <a:buChar char=""/>
              <a:defRPr/>
            </a:pPr>
            <a:r>
              <a:t>Fourth level</a:t>
            </a:r>
          </a:p>
          <a:p>
            <a:pPr marL="1544320" lvl="4" indent="-182245">
              <a:spcBef>
                <a:spcPts val="0"/>
              </a:spcBef>
              <a:buClr>
                <a:srgbClr val="FFFFFF"/>
              </a:buClr>
              <a:buSzPct val="100000"/>
              <a:buFont typeface="Wingdings 2"/>
              <a:buChar char=""/>
              <a:defRPr/>
            </a:pPr>
            <a:r>
              <a:t>Fifth level</a:t>
            </a:r>
          </a:p>
        </p:txBody>
      </p:sp>
      <p:sp>
        <p:nvSpPr>
          <p:cNvPr id="1106185580" name="Shape 43012"/>
          <p:cNvSpPr>
            <a:spLocks noGrp="1" noChangeShapeType="1"/>
          </p:cNvSpPr>
          <p:nvPr>
            <p:ph type="dt" idx="2"/>
          </p:nvPr>
        </p:nvSpPr>
        <p:spPr bwMode="auto">
          <a:xfrm>
            <a:off x="457200" y="6416675"/>
            <a:ext cx="2133600" cy="365125"/>
          </a:xfrm>
          <a:prstGeom prst="rect">
            <a:avLst/>
          </a:prstGeom>
          <a:noFill/>
        </p:spPr>
        <p:txBody>
          <a:bodyPr lIns="91440" tIns="45720" rIns="91440" bIns="45720" anchor="b"/>
          <a:lstStyle/>
          <a:p>
            <a:pPr>
              <a:defRPr/>
            </a:pPr>
            <a:endParaRPr sz="1400"/>
          </a:p>
        </p:txBody>
      </p:sp>
      <p:sp>
        <p:nvSpPr>
          <p:cNvPr id="329328486" name="Shape 43013"/>
          <p:cNvSpPr>
            <a:spLocks noGrp="1" noChangeShapeType="1"/>
          </p:cNvSpPr>
          <p:nvPr>
            <p:ph type="ftr" idx="3"/>
          </p:nvPr>
        </p:nvSpPr>
        <p:spPr bwMode="auto">
          <a:xfrm>
            <a:off x="3124200" y="6416675"/>
            <a:ext cx="2895600" cy="365125"/>
          </a:xfrm>
          <a:prstGeom prst="rect">
            <a:avLst/>
          </a:prstGeom>
          <a:noFill/>
        </p:spPr>
        <p:txBody>
          <a:bodyPr lIns="91440" tIns="45720" rIns="91440" bIns="45720" anchor="b"/>
          <a:lstStyle/>
          <a:p>
            <a:pPr>
              <a:defRPr/>
            </a:pPr>
            <a:endParaRPr sz="1400"/>
          </a:p>
        </p:txBody>
      </p:sp>
      <p:sp>
        <p:nvSpPr>
          <p:cNvPr id="1785468972" name="Shape 43014"/>
          <p:cNvSpPr>
            <a:spLocks noGrp="1" noChangeShapeType="1"/>
          </p:cNvSpPr>
          <p:nvPr>
            <p:ph type="sldNum" idx="4"/>
          </p:nvPr>
        </p:nvSpPr>
        <p:spPr bwMode="auto">
          <a:xfrm>
            <a:off x="7924800" y="6416675"/>
            <a:ext cx="762000" cy="365125"/>
          </a:xfrm>
          <a:prstGeom prst="rect">
            <a:avLst/>
          </a:prstGeom>
          <a:noFill/>
        </p:spPr>
        <p:txBody>
          <a:bodyPr lIns="0" tIns="45720" rIns="0" bIns="45720" anchor="b"/>
          <a:lstStyle>
            <a:lvl1pPr mar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Book Antiqua"/>
              </a:defRPr>
            </a:lvl1pPr>
            <a:lvl2pPr marL="457200" indent="4572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Book Antiqua"/>
              </a:defRPr>
            </a:lvl2pPr>
            <a:lvl3pPr marL="914400" indent="9144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Book Antiqua"/>
              </a:defRPr>
            </a:lvl3pPr>
            <a:lvl4pPr marL="1371600" indent="13716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Book Antiqua"/>
              </a:defRPr>
            </a:lvl4pPr>
            <a:lvl5pPr marL="1828800" indent="18288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Book Antiqua"/>
              </a:defRPr>
            </a:lvl5pPr>
          </a:lstStyle>
          <a:p>
            <a:pPr marL="0" lvl="0" indent="0" algn="r">
              <a:spcBef>
                <a:spcPts val="0"/>
              </a:spcBef>
              <a:buNone/>
              <a:defRPr/>
            </a:pPr>
            <a:fld id="{D038279B-FC19-497E-A7D1-5ADD9CAF016F}" type="slidenum">
              <a:rPr lang="en-GB" sz="1200" b="1" i="0" u="none">
                <a:solidFill>
                  <a:srgbClr val="BCBCBC"/>
                </a:solidFill>
              </a:rPr>
            </a:fld>
            <a:endParaRPr lang="en-GB" sz="1200" b="1" i="0" u="none">
              <a:solidFill>
                <a:srgbClr val="BCBCBC"/>
              </a:solidFill>
            </a:endParaRPr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PhAnim="0" showMasterSp="0" userDrawn="1">
  <p:cSld name="81_Theme2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90436423" name="Title Placeholder 21"/>
          <p:cNvSpPr>
            <a:spLocks noGrp="1" noChangeShapeType="1"/>
          </p:cNvSpPr>
          <p:nvPr>
            <p:ph type="title"/>
          </p:nvPr>
        </p:nvSpPr>
        <p:spPr bwMode="auto">
          <a:xfrm>
            <a:off x="457200" y="274637"/>
            <a:ext cx="8229600" cy="1143000"/>
          </a:xfrm>
          <a:prstGeom prst="rect">
            <a:avLst/>
          </a:prstGeom>
          <a:noFill/>
        </p:spPr>
        <p:txBody>
          <a:bodyPr lIns="91440" tIns="45720" rIns="91440" bIns="45720" anchor="ctr" anchorCtr="0"/>
          <a:lstStyle/>
          <a:p>
            <a:pPr marL="0" lvl="0" indent="0">
              <a:spcBef>
                <a:spcPts val="0"/>
              </a:spcBef>
              <a:buNone/>
              <a:defRPr/>
            </a:pPr>
            <a:r>
              <a:t>Click to edit Master title style</a:t>
            </a:r>
          </a:p>
        </p:txBody>
      </p:sp>
      <p:sp>
        <p:nvSpPr>
          <p:cNvPr id="383562381" name="Text Placeholder 12"/>
          <p:cNvSpPr>
            <a:spLocks noGrp="1" noChangeShapeType="1"/>
          </p:cNvSpPr>
          <p:nvPr>
            <p:ph type="body" idx="1"/>
          </p:nvPr>
        </p:nvSpPr>
        <p:spPr bwMode="auto">
          <a:xfrm>
            <a:off x="457200" y="1600200"/>
            <a:ext cx="8229600" cy="4708525"/>
          </a:xfrm>
          <a:prstGeom prst="rect">
            <a:avLst/>
          </a:prstGeom>
          <a:noFill/>
        </p:spPr>
        <p:txBody>
          <a:bodyPr lIns="91440" tIns="45720" rIns="91440" bIns="45720"/>
          <a:lstStyle/>
          <a:p>
            <a:pPr marL="547370" lvl="0" indent="-410845">
              <a:spcBef>
                <a:spcPts val="0"/>
              </a:spcBef>
              <a:buClr>
                <a:srgbClr val="F9F9F9"/>
              </a:buClr>
              <a:buSzPct val="65000"/>
              <a:buFont typeface="Wingdings 2"/>
              <a:buChar char=""/>
              <a:defRPr/>
            </a:pPr>
            <a:r>
              <a:t>Click to edit Master text styles</a:t>
            </a:r>
          </a:p>
          <a:p>
            <a:pPr marL="868045" lvl="1" indent="-282575">
              <a:spcBef>
                <a:spcPts val="0"/>
              </a:spcBef>
              <a:buClr>
                <a:srgbClr val="FFFFFF"/>
              </a:buClr>
              <a:buSzPct val="80000"/>
              <a:buChar char=""/>
              <a:defRPr/>
            </a:pPr>
            <a:r>
              <a:t>Second level</a:t>
            </a:r>
          </a:p>
          <a:p>
            <a:pPr marL="1133475" lvl="2" indent="-228600">
              <a:spcBef>
                <a:spcPts val="0"/>
              </a:spcBef>
              <a:buClr>
                <a:srgbClr val="FFFFFF"/>
              </a:buClr>
              <a:buSzPct val="95000"/>
              <a:buFont typeface="Wingdings"/>
              <a:buChar char=""/>
              <a:defRPr/>
            </a:pPr>
            <a:r>
              <a:t>Third level</a:t>
            </a:r>
          </a:p>
          <a:p>
            <a:pPr marL="1352550" lvl="3" indent="-182880">
              <a:spcBef>
                <a:spcPts val="0"/>
              </a:spcBef>
              <a:buClr>
                <a:srgbClr val="FFFFFF"/>
              </a:buClr>
              <a:buSzPct val="100000"/>
              <a:buFont typeface="Wingdings 3"/>
              <a:buChar char=""/>
              <a:defRPr/>
            </a:pPr>
            <a:r>
              <a:t>Fourth level</a:t>
            </a:r>
          </a:p>
          <a:p>
            <a:pPr marL="1544320" lvl="4" indent="-182245">
              <a:spcBef>
                <a:spcPts val="0"/>
              </a:spcBef>
              <a:buClr>
                <a:srgbClr val="FFFFFF"/>
              </a:buClr>
              <a:buSzPct val="100000"/>
              <a:buFont typeface="Wingdings 2"/>
              <a:buChar char=""/>
              <a:defRPr/>
            </a:pPr>
            <a:r>
              <a:t>Fifth level</a:t>
            </a:r>
          </a:p>
        </p:txBody>
      </p:sp>
      <p:sp>
        <p:nvSpPr>
          <p:cNvPr id="776881280" name="Date Placeholder 13"/>
          <p:cNvSpPr>
            <a:spLocks noGrp="1" noChangeShapeType="1"/>
          </p:cNvSpPr>
          <p:nvPr>
            <p:ph type="dt" idx="2"/>
          </p:nvPr>
        </p:nvSpPr>
        <p:spPr bwMode="auto">
          <a:xfrm>
            <a:off x="457200" y="6416675"/>
            <a:ext cx="2133600" cy="365125"/>
          </a:xfrm>
          <a:prstGeom prst="rect">
            <a:avLst/>
          </a:prstGeom>
          <a:noFill/>
        </p:spPr>
        <p:txBody>
          <a:bodyPr lIns="91440" tIns="45720" rIns="91440" bIns="45720" anchor="b"/>
          <a:lstStyle/>
          <a:p>
            <a:pPr>
              <a:defRPr/>
            </a:pPr>
            <a:endParaRPr sz="1400"/>
          </a:p>
        </p:txBody>
      </p:sp>
      <p:sp>
        <p:nvSpPr>
          <p:cNvPr id="228800913" name="Footer Placeholder 2"/>
          <p:cNvSpPr>
            <a:spLocks noGrp="1" noChangeShapeType="1"/>
          </p:cNvSpPr>
          <p:nvPr>
            <p:ph type="ftr" idx="3"/>
          </p:nvPr>
        </p:nvSpPr>
        <p:spPr bwMode="auto">
          <a:xfrm>
            <a:off x="3124200" y="6416675"/>
            <a:ext cx="2895600" cy="365125"/>
          </a:xfrm>
          <a:prstGeom prst="rect">
            <a:avLst/>
          </a:prstGeom>
          <a:noFill/>
        </p:spPr>
        <p:txBody>
          <a:bodyPr lIns="91440" tIns="45720" rIns="91440" bIns="45720" anchor="b"/>
          <a:lstStyle/>
          <a:p>
            <a:pPr>
              <a:defRPr/>
            </a:pPr>
            <a:endParaRPr sz="1400"/>
          </a:p>
        </p:txBody>
      </p:sp>
      <p:sp>
        <p:nvSpPr>
          <p:cNvPr id="1324820469" name="Slide Number Placeholder 22"/>
          <p:cNvSpPr>
            <a:spLocks noGrp="1" noChangeShapeType="1"/>
          </p:cNvSpPr>
          <p:nvPr>
            <p:ph type="sldNum" idx="4"/>
          </p:nvPr>
        </p:nvSpPr>
        <p:spPr bwMode="auto">
          <a:xfrm>
            <a:off x="7924800" y="6416675"/>
            <a:ext cx="762000" cy="365125"/>
          </a:xfrm>
          <a:prstGeom prst="rect">
            <a:avLst/>
          </a:prstGeom>
          <a:noFill/>
        </p:spPr>
        <p:txBody>
          <a:bodyPr lIns="0" tIns="45720" rIns="0" bIns="45720" anchor="b"/>
          <a:lstStyle/>
          <a:p>
            <a:pPr marL="0" lvl="0" indent="0" algn="r">
              <a:spcBef>
                <a:spcPts val="0"/>
              </a:spcBef>
              <a:buNone/>
              <a:defRPr/>
            </a:pPr>
            <a:fld id="{D038279B-FC19-497E-A7D1-5ADD9CAF016F}" type="slidenum">
              <a:rPr lang="en-GB" sz="1200" b="0" i="0" u="none">
                <a:solidFill>
                  <a:srgbClr val="BCBCBC"/>
                </a:solidFill>
              </a:rPr>
            </a:fld>
            <a:endParaRPr lang="en-GB" sz="1200" b="0" i="0" u="none">
              <a:solidFill>
                <a:srgbClr val="BCBCBC"/>
              </a:solidFill>
            </a:endParaRPr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PhAnim="0" userDrawn="1">
  <p:cSld name="Title and Object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31487270" name="Shape 45058"/>
          <p:cNvSpPr>
            <a:spLocks noGrp="1" noChangeShapeType="1"/>
          </p:cNvSpPr>
          <p:nvPr>
            <p:ph type="title"/>
          </p:nvPr>
        </p:nvSpPr>
        <p:spPr bwMode="auto">
          <a:xfrm>
            <a:off x="457200" y="274637"/>
            <a:ext cx="8229600" cy="1143000"/>
          </a:xfrm>
          <a:prstGeom prst="rect">
            <a:avLst/>
          </a:prstGeom>
          <a:noFill/>
        </p:spPr>
        <p:txBody>
          <a:bodyPr lIns="91440" tIns="45720" rIns="91440" bIns="45720" anchor="ctr" anchorCtr="0"/>
          <a:lstStyle/>
          <a:p>
            <a:pPr marL="0" lvl="0" indent="0">
              <a:spcBef>
                <a:spcPts val="0"/>
              </a:spcBef>
              <a:buNone/>
              <a:defRPr/>
            </a:pPr>
            <a:r>
              <a:t>Click to edit Master title style</a:t>
            </a:r>
          </a:p>
        </p:txBody>
      </p:sp>
      <p:sp>
        <p:nvSpPr>
          <p:cNvPr id="621676404" name="Shape 45059"/>
          <p:cNvSpPr>
            <a:spLocks noGrp="1" noChangeShapeType="1"/>
          </p:cNvSpPr>
          <p:nvPr>
            <p:ph idx="1"/>
          </p:nvPr>
        </p:nvSpPr>
        <p:spPr bwMode="auto">
          <a:xfrm>
            <a:off x="457200" y="1600200"/>
            <a:ext cx="8229600" cy="4708525"/>
          </a:xfrm>
          <a:prstGeom prst="rect">
            <a:avLst/>
          </a:prstGeom>
          <a:noFill/>
        </p:spPr>
        <p:txBody>
          <a:bodyPr lIns="91440" tIns="45720" rIns="91440" bIns="45720"/>
          <a:lstStyle>
            <a:lvl1pPr marL="547370" indent="136525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9F9F9"/>
              </a:buClr>
              <a:buSzPct val="65000"/>
              <a:buChar char=""/>
              <a:defRPr sz="2800" b="0" i="0">
                <a:solidFill>
                  <a:schemeClr val="dk1"/>
                </a:solidFill>
                <a:latin typeface="Book Antiqua"/>
              </a:defRPr>
            </a:lvl1pPr>
            <a:lvl2pPr marL="868045" indent="58547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80000"/>
              <a:buChar char=""/>
              <a:defRPr sz="2400" b="0" i="0">
                <a:solidFill>
                  <a:schemeClr val="dk1"/>
                </a:solidFill>
                <a:latin typeface="Book Antiqua"/>
              </a:defRPr>
            </a:lvl2pPr>
            <a:lvl3pPr marL="1133475" indent="904875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95000"/>
              <a:buChar char=""/>
              <a:defRPr sz="2200" b="0" i="0">
                <a:solidFill>
                  <a:schemeClr val="dk1"/>
                </a:solidFill>
                <a:latin typeface="Book Antiqua"/>
              </a:defRPr>
            </a:lvl3pPr>
            <a:lvl4pPr marL="1352550" indent="116967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00000"/>
              <a:buChar char=""/>
              <a:defRPr sz="2000" b="0" i="0">
                <a:solidFill>
                  <a:schemeClr val="dk1"/>
                </a:solidFill>
                <a:latin typeface="Book Antiqua"/>
              </a:defRPr>
            </a:lvl4pPr>
            <a:lvl5pPr marL="1544320" indent="1362075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00000"/>
              <a:buChar char=""/>
              <a:defRPr sz="2000" b="0" i="0">
                <a:solidFill>
                  <a:schemeClr val="dk1"/>
                </a:solidFill>
                <a:latin typeface="Book Antiqua"/>
              </a:defRPr>
            </a:lvl5pPr>
          </a:lstStyle>
          <a:p>
            <a:pPr marL="547370" lvl="0" indent="-410845">
              <a:spcBef>
                <a:spcPts val="0"/>
              </a:spcBef>
              <a:buClr>
                <a:srgbClr val="F9F9F9"/>
              </a:buClr>
              <a:buSzPct val="65000"/>
              <a:buFont typeface="Wingdings 2"/>
              <a:buChar char=""/>
              <a:defRPr/>
            </a:pPr>
            <a:r>
              <a:t>Click to edit Master text styles</a:t>
            </a:r>
          </a:p>
          <a:p>
            <a:pPr marL="868045" lvl="1" indent="-282575">
              <a:spcBef>
                <a:spcPts val="0"/>
              </a:spcBef>
              <a:buClr>
                <a:srgbClr val="FFFFFF"/>
              </a:buClr>
              <a:buSzPct val="80000"/>
              <a:buChar char=""/>
              <a:defRPr/>
            </a:pPr>
            <a:r>
              <a:t>Second level</a:t>
            </a:r>
          </a:p>
          <a:p>
            <a:pPr marL="1133475" lvl="2" indent="-228600">
              <a:spcBef>
                <a:spcPts val="0"/>
              </a:spcBef>
              <a:buClr>
                <a:srgbClr val="FFFFFF"/>
              </a:buClr>
              <a:buSzPct val="95000"/>
              <a:buFont typeface="Wingdings"/>
              <a:buChar char=""/>
              <a:defRPr/>
            </a:pPr>
            <a:r>
              <a:t>Third level</a:t>
            </a:r>
          </a:p>
          <a:p>
            <a:pPr marL="1352550" lvl="3" indent="-182880">
              <a:spcBef>
                <a:spcPts val="0"/>
              </a:spcBef>
              <a:buClr>
                <a:srgbClr val="FFFFFF"/>
              </a:buClr>
              <a:buSzPct val="100000"/>
              <a:buFont typeface="Wingdings 3"/>
              <a:buChar char=""/>
              <a:defRPr/>
            </a:pPr>
            <a:r>
              <a:t>Fourth level</a:t>
            </a:r>
          </a:p>
          <a:p>
            <a:pPr marL="1544320" lvl="4" indent="-182245">
              <a:spcBef>
                <a:spcPts val="0"/>
              </a:spcBef>
              <a:buClr>
                <a:srgbClr val="FFFFFF"/>
              </a:buClr>
              <a:buSzPct val="100000"/>
              <a:buFont typeface="Wingdings 2"/>
              <a:buChar char=""/>
              <a:defRPr/>
            </a:pPr>
            <a:r>
              <a:t>Fifth level</a:t>
            </a:r>
          </a:p>
        </p:txBody>
      </p:sp>
      <p:sp>
        <p:nvSpPr>
          <p:cNvPr id="1590044014" name="Shape 45060"/>
          <p:cNvSpPr>
            <a:spLocks noGrp="1" noChangeShapeType="1"/>
          </p:cNvSpPr>
          <p:nvPr>
            <p:ph type="dt" idx="2"/>
          </p:nvPr>
        </p:nvSpPr>
        <p:spPr bwMode="auto">
          <a:xfrm>
            <a:off x="457200" y="6416675"/>
            <a:ext cx="2133600" cy="365125"/>
          </a:xfrm>
          <a:prstGeom prst="rect">
            <a:avLst/>
          </a:prstGeom>
          <a:noFill/>
        </p:spPr>
        <p:txBody>
          <a:bodyPr lIns="91440" tIns="45720" rIns="91440" bIns="45720" anchor="b"/>
          <a:lstStyle/>
          <a:p>
            <a:pPr>
              <a:defRPr/>
            </a:pPr>
            <a:endParaRPr sz="1400"/>
          </a:p>
        </p:txBody>
      </p:sp>
      <p:sp>
        <p:nvSpPr>
          <p:cNvPr id="426027289" name="Shape 45061"/>
          <p:cNvSpPr>
            <a:spLocks noGrp="1" noChangeShapeType="1"/>
          </p:cNvSpPr>
          <p:nvPr>
            <p:ph type="ftr" idx="3"/>
          </p:nvPr>
        </p:nvSpPr>
        <p:spPr bwMode="auto">
          <a:xfrm>
            <a:off x="3124200" y="6416675"/>
            <a:ext cx="2895600" cy="365125"/>
          </a:xfrm>
          <a:prstGeom prst="rect">
            <a:avLst/>
          </a:prstGeom>
          <a:noFill/>
        </p:spPr>
        <p:txBody>
          <a:bodyPr lIns="91440" tIns="45720" rIns="91440" bIns="45720" anchor="b"/>
          <a:lstStyle/>
          <a:p>
            <a:pPr>
              <a:defRPr/>
            </a:pPr>
            <a:endParaRPr sz="1400"/>
          </a:p>
        </p:txBody>
      </p:sp>
      <p:sp>
        <p:nvSpPr>
          <p:cNvPr id="1502648163" name="Shape 45062"/>
          <p:cNvSpPr>
            <a:spLocks noGrp="1" noChangeShapeType="1"/>
          </p:cNvSpPr>
          <p:nvPr>
            <p:ph type="sldNum" idx="4"/>
          </p:nvPr>
        </p:nvSpPr>
        <p:spPr bwMode="auto">
          <a:xfrm>
            <a:off x="7924800" y="6416675"/>
            <a:ext cx="762000" cy="365125"/>
          </a:xfrm>
          <a:prstGeom prst="rect">
            <a:avLst/>
          </a:prstGeom>
          <a:noFill/>
        </p:spPr>
        <p:txBody>
          <a:bodyPr lIns="0" tIns="45720" rIns="0" bIns="45720" anchor="b"/>
          <a:lstStyle>
            <a:lvl1pPr mar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Book Antiqua"/>
              </a:defRPr>
            </a:lvl1pPr>
            <a:lvl2pPr marL="457200" indent="4572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Book Antiqua"/>
              </a:defRPr>
            </a:lvl2pPr>
            <a:lvl3pPr marL="914400" indent="9144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Book Antiqua"/>
              </a:defRPr>
            </a:lvl3pPr>
            <a:lvl4pPr marL="1371600" indent="13716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Book Antiqua"/>
              </a:defRPr>
            </a:lvl4pPr>
            <a:lvl5pPr marL="1828800" indent="18288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Book Antiqua"/>
              </a:defRPr>
            </a:lvl5pPr>
          </a:lstStyle>
          <a:p>
            <a:pPr marL="0" lvl="0" indent="0" algn="r">
              <a:spcBef>
                <a:spcPts val="0"/>
              </a:spcBef>
              <a:buNone/>
              <a:defRPr/>
            </a:pPr>
            <a:fld id="{D038279B-FC19-497E-A7D1-5ADD9CAF016F}" type="slidenum">
              <a:rPr lang="en-GB" sz="1200" b="1" i="0" u="none">
                <a:solidFill>
                  <a:srgbClr val="BCBCBC"/>
                </a:solidFill>
              </a:rPr>
            </a:fld>
            <a:endParaRPr lang="en-GB" sz="1200" b="1" i="0" u="none">
              <a:solidFill>
                <a:srgbClr val="BCBCBC"/>
              </a:solidFill>
            </a:endParaRPr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PhAnim="0" showMasterSp="0" userDrawn="1">
  <p:cSld name="83_Theme2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43662070" name="Title Placeholder 21"/>
          <p:cNvSpPr>
            <a:spLocks noGrp="1" noChangeShapeType="1"/>
          </p:cNvSpPr>
          <p:nvPr>
            <p:ph type="title"/>
          </p:nvPr>
        </p:nvSpPr>
        <p:spPr bwMode="auto">
          <a:xfrm>
            <a:off x="457200" y="274637"/>
            <a:ext cx="8229600" cy="1143000"/>
          </a:xfrm>
          <a:prstGeom prst="rect">
            <a:avLst/>
          </a:prstGeom>
          <a:noFill/>
        </p:spPr>
        <p:txBody>
          <a:bodyPr lIns="91440" tIns="45720" rIns="91440" bIns="45720" anchor="ctr" anchorCtr="0"/>
          <a:lstStyle/>
          <a:p>
            <a:pPr marL="0" lvl="0" indent="0">
              <a:spcBef>
                <a:spcPts val="0"/>
              </a:spcBef>
              <a:buNone/>
              <a:defRPr/>
            </a:pPr>
            <a:r>
              <a:t>Click to edit Master title style</a:t>
            </a:r>
          </a:p>
        </p:txBody>
      </p:sp>
      <p:sp>
        <p:nvSpPr>
          <p:cNvPr id="1410228194" name="Text Placeholder 12"/>
          <p:cNvSpPr>
            <a:spLocks noGrp="1" noChangeShapeType="1"/>
          </p:cNvSpPr>
          <p:nvPr>
            <p:ph type="body" idx="1"/>
          </p:nvPr>
        </p:nvSpPr>
        <p:spPr bwMode="auto">
          <a:xfrm>
            <a:off x="457200" y="1600200"/>
            <a:ext cx="8229600" cy="4708525"/>
          </a:xfrm>
          <a:prstGeom prst="rect">
            <a:avLst/>
          </a:prstGeom>
          <a:noFill/>
        </p:spPr>
        <p:txBody>
          <a:bodyPr lIns="91440" tIns="45720" rIns="91440" bIns="45720"/>
          <a:lstStyle/>
          <a:p>
            <a:pPr marL="547370" lvl="0" indent="-410845">
              <a:spcBef>
                <a:spcPts val="0"/>
              </a:spcBef>
              <a:buClr>
                <a:srgbClr val="F9F9F9"/>
              </a:buClr>
              <a:buSzPct val="65000"/>
              <a:buFont typeface="Wingdings 2"/>
              <a:buChar char=""/>
              <a:defRPr/>
            </a:pPr>
            <a:r>
              <a:t>Click to edit Master text styles</a:t>
            </a:r>
          </a:p>
          <a:p>
            <a:pPr marL="868045" lvl="1" indent="-282575">
              <a:spcBef>
                <a:spcPts val="0"/>
              </a:spcBef>
              <a:buClr>
                <a:srgbClr val="FFFFFF"/>
              </a:buClr>
              <a:buSzPct val="80000"/>
              <a:buChar char=""/>
              <a:defRPr/>
            </a:pPr>
            <a:r>
              <a:t>Second level</a:t>
            </a:r>
          </a:p>
          <a:p>
            <a:pPr marL="1133475" lvl="2" indent="-228600">
              <a:spcBef>
                <a:spcPts val="0"/>
              </a:spcBef>
              <a:buClr>
                <a:srgbClr val="FFFFFF"/>
              </a:buClr>
              <a:buSzPct val="95000"/>
              <a:buFont typeface="Wingdings"/>
              <a:buChar char=""/>
              <a:defRPr/>
            </a:pPr>
            <a:r>
              <a:t>Third level</a:t>
            </a:r>
          </a:p>
          <a:p>
            <a:pPr marL="1352550" lvl="3" indent="-182880">
              <a:spcBef>
                <a:spcPts val="0"/>
              </a:spcBef>
              <a:buClr>
                <a:srgbClr val="FFFFFF"/>
              </a:buClr>
              <a:buSzPct val="100000"/>
              <a:buFont typeface="Wingdings 3"/>
              <a:buChar char=""/>
              <a:defRPr/>
            </a:pPr>
            <a:r>
              <a:t>Fourth level</a:t>
            </a:r>
          </a:p>
          <a:p>
            <a:pPr marL="1544320" lvl="4" indent="-182245">
              <a:spcBef>
                <a:spcPts val="0"/>
              </a:spcBef>
              <a:buClr>
                <a:srgbClr val="FFFFFF"/>
              </a:buClr>
              <a:buSzPct val="100000"/>
              <a:buFont typeface="Wingdings 2"/>
              <a:buChar char=""/>
              <a:defRPr/>
            </a:pPr>
            <a:r>
              <a:t>Fifth level</a:t>
            </a:r>
          </a:p>
        </p:txBody>
      </p:sp>
      <p:sp>
        <p:nvSpPr>
          <p:cNvPr id="1239802134" name="Date Placeholder 13"/>
          <p:cNvSpPr>
            <a:spLocks noGrp="1" noChangeShapeType="1"/>
          </p:cNvSpPr>
          <p:nvPr>
            <p:ph type="dt" idx="2"/>
          </p:nvPr>
        </p:nvSpPr>
        <p:spPr bwMode="auto">
          <a:xfrm>
            <a:off x="457200" y="6416675"/>
            <a:ext cx="2133600" cy="365125"/>
          </a:xfrm>
          <a:prstGeom prst="rect">
            <a:avLst/>
          </a:prstGeom>
          <a:noFill/>
        </p:spPr>
        <p:txBody>
          <a:bodyPr lIns="91440" tIns="45720" rIns="91440" bIns="45720" anchor="b"/>
          <a:lstStyle/>
          <a:p>
            <a:pPr>
              <a:defRPr/>
            </a:pPr>
            <a:endParaRPr sz="1400"/>
          </a:p>
        </p:txBody>
      </p:sp>
      <p:sp>
        <p:nvSpPr>
          <p:cNvPr id="1974655374" name="Footer Placeholder 2"/>
          <p:cNvSpPr>
            <a:spLocks noGrp="1" noChangeShapeType="1"/>
          </p:cNvSpPr>
          <p:nvPr>
            <p:ph type="ftr" idx="3"/>
          </p:nvPr>
        </p:nvSpPr>
        <p:spPr bwMode="auto">
          <a:xfrm>
            <a:off x="3124200" y="6416675"/>
            <a:ext cx="2895600" cy="365125"/>
          </a:xfrm>
          <a:prstGeom prst="rect">
            <a:avLst/>
          </a:prstGeom>
          <a:noFill/>
        </p:spPr>
        <p:txBody>
          <a:bodyPr lIns="91440" tIns="45720" rIns="91440" bIns="45720" anchor="b"/>
          <a:lstStyle/>
          <a:p>
            <a:pPr>
              <a:defRPr/>
            </a:pPr>
            <a:endParaRPr sz="1400"/>
          </a:p>
        </p:txBody>
      </p:sp>
      <p:sp>
        <p:nvSpPr>
          <p:cNvPr id="1632360501" name="Slide Number Placeholder 22"/>
          <p:cNvSpPr>
            <a:spLocks noGrp="1" noChangeShapeType="1"/>
          </p:cNvSpPr>
          <p:nvPr>
            <p:ph type="sldNum" idx="4"/>
          </p:nvPr>
        </p:nvSpPr>
        <p:spPr bwMode="auto">
          <a:xfrm>
            <a:off x="7924800" y="6416675"/>
            <a:ext cx="762000" cy="365125"/>
          </a:xfrm>
          <a:prstGeom prst="rect">
            <a:avLst/>
          </a:prstGeom>
          <a:noFill/>
        </p:spPr>
        <p:txBody>
          <a:bodyPr lIns="0" tIns="45720" rIns="0" bIns="45720" anchor="b"/>
          <a:lstStyle/>
          <a:p>
            <a:pPr marL="0" lvl="0" indent="0" algn="r">
              <a:spcBef>
                <a:spcPts val="0"/>
              </a:spcBef>
              <a:buNone/>
              <a:defRPr/>
            </a:pPr>
            <a:fld id="{D038279B-FC19-497E-A7D1-5ADD9CAF016F}" type="slidenum">
              <a:rPr lang="en-GB" sz="1200" b="0" i="0" u="none">
                <a:solidFill>
                  <a:srgbClr val="BCBCBC"/>
                </a:solidFill>
              </a:rPr>
            </a:fld>
            <a:endParaRPr lang="en-GB" sz="1200" b="0" i="0" u="none">
              <a:solidFill>
                <a:srgbClr val="BCBCBC"/>
              </a:solidFill>
            </a:endParaRPr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PhAnim="0" userDrawn="1">
  <p:cSld name="Title and Object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41241364" name="Shape 47106"/>
          <p:cNvSpPr>
            <a:spLocks noGrp="1" noChangeShapeType="1"/>
          </p:cNvSpPr>
          <p:nvPr>
            <p:ph type="title"/>
          </p:nvPr>
        </p:nvSpPr>
        <p:spPr bwMode="auto">
          <a:xfrm>
            <a:off x="457200" y="274637"/>
            <a:ext cx="8229600" cy="1143000"/>
          </a:xfrm>
          <a:prstGeom prst="rect">
            <a:avLst/>
          </a:prstGeom>
          <a:noFill/>
        </p:spPr>
        <p:txBody>
          <a:bodyPr lIns="91440" tIns="45720" rIns="91440" bIns="45720" anchor="ctr" anchorCtr="0"/>
          <a:lstStyle/>
          <a:p>
            <a:pPr marL="0" lvl="0" indent="0">
              <a:spcBef>
                <a:spcPts val="0"/>
              </a:spcBef>
              <a:buNone/>
              <a:defRPr/>
            </a:pPr>
            <a:r>
              <a:t>Click to edit Master title style</a:t>
            </a:r>
          </a:p>
        </p:txBody>
      </p:sp>
      <p:sp>
        <p:nvSpPr>
          <p:cNvPr id="1177659165" name="Shape 47107"/>
          <p:cNvSpPr>
            <a:spLocks noGrp="1" noChangeShapeType="1"/>
          </p:cNvSpPr>
          <p:nvPr>
            <p:ph idx="1"/>
          </p:nvPr>
        </p:nvSpPr>
        <p:spPr bwMode="auto">
          <a:xfrm>
            <a:off x="457200" y="1600200"/>
            <a:ext cx="8229600" cy="4708525"/>
          </a:xfrm>
          <a:prstGeom prst="rect">
            <a:avLst/>
          </a:prstGeom>
          <a:noFill/>
        </p:spPr>
        <p:txBody>
          <a:bodyPr lIns="91440" tIns="45720" rIns="91440" bIns="45720"/>
          <a:lstStyle>
            <a:lvl1pPr marL="547370" indent="136525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9F9F9"/>
              </a:buClr>
              <a:buSzPct val="65000"/>
              <a:buChar char=""/>
              <a:defRPr sz="2800" b="0" i="0">
                <a:solidFill>
                  <a:schemeClr val="dk1"/>
                </a:solidFill>
                <a:latin typeface="Book Antiqua"/>
              </a:defRPr>
            </a:lvl1pPr>
            <a:lvl2pPr marL="868045" indent="58547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80000"/>
              <a:buChar char=""/>
              <a:defRPr sz="2400" b="0" i="0">
                <a:solidFill>
                  <a:schemeClr val="dk1"/>
                </a:solidFill>
                <a:latin typeface="Book Antiqua"/>
              </a:defRPr>
            </a:lvl2pPr>
            <a:lvl3pPr marL="1133475" indent="904875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95000"/>
              <a:buChar char=""/>
              <a:defRPr sz="2200" b="0" i="0">
                <a:solidFill>
                  <a:schemeClr val="dk1"/>
                </a:solidFill>
                <a:latin typeface="Book Antiqua"/>
              </a:defRPr>
            </a:lvl3pPr>
            <a:lvl4pPr marL="1352550" indent="116967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00000"/>
              <a:buChar char=""/>
              <a:defRPr sz="2000" b="0" i="0">
                <a:solidFill>
                  <a:schemeClr val="dk1"/>
                </a:solidFill>
                <a:latin typeface="Book Antiqua"/>
              </a:defRPr>
            </a:lvl4pPr>
            <a:lvl5pPr marL="1544320" indent="1362075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00000"/>
              <a:buChar char=""/>
              <a:defRPr sz="2000" b="0" i="0">
                <a:solidFill>
                  <a:schemeClr val="dk1"/>
                </a:solidFill>
                <a:latin typeface="Book Antiqua"/>
              </a:defRPr>
            </a:lvl5pPr>
          </a:lstStyle>
          <a:p>
            <a:pPr marL="547370" lvl="0" indent="-410845">
              <a:spcBef>
                <a:spcPts val="0"/>
              </a:spcBef>
              <a:buClr>
                <a:srgbClr val="F9F9F9"/>
              </a:buClr>
              <a:buSzPct val="65000"/>
              <a:buFont typeface="Wingdings 2"/>
              <a:buChar char=""/>
              <a:defRPr/>
            </a:pPr>
            <a:r>
              <a:t>Click to edit Master text styles</a:t>
            </a:r>
          </a:p>
          <a:p>
            <a:pPr marL="868045" lvl="1" indent="-282575">
              <a:spcBef>
                <a:spcPts val="0"/>
              </a:spcBef>
              <a:buClr>
                <a:srgbClr val="FFFFFF"/>
              </a:buClr>
              <a:buSzPct val="80000"/>
              <a:buChar char=""/>
              <a:defRPr/>
            </a:pPr>
            <a:r>
              <a:t>Second level</a:t>
            </a:r>
          </a:p>
          <a:p>
            <a:pPr marL="1133475" lvl="2" indent="-228600">
              <a:spcBef>
                <a:spcPts val="0"/>
              </a:spcBef>
              <a:buClr>
                <a:srgbClr val="FFFFFF"/>
              </a:buClr>
              <a:buSzPct val="95000"/>
              <a:buFont typeface="Wingdings"/>
              <a:buChar char=""/>
              <a:defRPr/>
            </a:pPr>
            <a:r>
              <a:t>Third level</a:t>
            </a:r>
          </a:p>
          <a:p>
            <a:pPr marL="1352550" lvl="3" indent="-182880">
              <a:spcBef>
                <a:spcPts val="0"/>
              </a:spcBef>
              <a:buClr>
                <a:srgbClr val="FFFFFF"/>
              </a:buClr>
              <a:buSzPct val="100000"/>
              <a:buFont typeface="Wingdings 3"/>
              <a:buChar char=""/>
              <a:defRPr/>
            </a:pPr>
            <a:r>
              <a:t>Fourth level</a:t>
            </a:r>
          </a:p>
          <a:p>
            <a:pPr marL="1544320" lvl="4" indent="-182245">
              <a:spcBef>
                <a:spcPts val="0"/>
              </a:spcBef>
              <a:buClr>
                <a:srgbClr val="FFFFFF"/>
              </a:buClr>
              <a:buSzPct val="100000"/>
              <a:buFont typeface="Wingdings 2"/>
              <a:buChar char=""/>
              <a:defRPr/>
            </a:pPr>
            <a:r>
              <a:t>Fifth level</a:t>
            </a:r>
          </a:p>
        </p:txBody>
      </p:sp>
      <p:sp>
        <p:nvSpPr>
          <p:cNvPr id="1950428439" name="Shape 47108"/>
          <p:cNvSpPr>
            <a:spLocks noGrp="1" noChangeShapeType="1"/>
          </p:cNvSpPr>
          <p:nvPr>
            <p:ph type="dt" idx="2"/>
          </p:nvPr>
        </p:nvSpPr>
        <p:spPr bwMode="auto">
          <a:xfrm>
            <a:off x="457200" y="6416675"/>
            <a:ext cx="2133600" cy="365125"/>
          </a:xfrm>
          <a:prstGeom prst="rect">
            <a:avLst/>
          </a:prstGeom>
          <a:noFill/>
        </p:spPr>
        <p:txBody>
          <a:bodyPr lIns="91440" tIns="45720" rIns="91440" bIns="45720" anchor="b"/>
          <a:lstStyle/>
          <a:p>
            <a:pPr>
              <a:defRPr/>
            </a:pPr>
            <a:endParaRPr sz="1400"/>
          </a:p>
        </p:txBody>
      </p:sp>
      <p:sp>
        <p:nvSpPr>
          <p:cNvPr id="1195065542" name="Shape 47109"/>
          <p:cNvSpPr>
            <a:spLocks noGrp="1" noChangeShapeType="1"/>
          </p:cNvSpPr>
          <p:nvPr>
            <p:ph type="ftr" idx="3"/>
          </p:nvPr>
        </p:nvSpPr>
        <p:spPr bwMode="auto">
          <a:xfrm>
            <a:off x="3124200" y="6416675"/>
            <a:ext cx="2895600" cy="365125"/>
          </a:xfrm>
          <a:prstGeom prst="rect">
            <a:avLst/>
          </a:prstGeom>
          <a:noFill/>
        </p:spPr>
        <p:txBody>
          <a:bodyPr lIns="91440" tIns="45720" rIns="91440" bIns="45720" anchor="b"/>
          <a:lstStyle/>
          <a:p>
            <a:pPr>
              <a:defRPr/>
            </a:pPr>
            <a:endParaRPr sz="1400"/>
          </a:p>
        </p:txBody>
      </p:sp>
      <p:sp>
        <p:nvSpPr>
          <p:cNvPr id="559601068" name="Shape 47110"/>
          <p:cNvSpPr>
            <a:spLocks noGrp="1" noChangeShapeType="1"/>
          </p:cNvSpPr>
          <p:nvPr>
            <p:ph type="sldNum" idx="4"/>
          </p:nvPr>
        </p:nvSpPr>
        <p:spPr bwMode="auto">
          <a:xfrm>
            <a:off x="7924800" y="6416675"/>
            <a:ext cx="762000" cy="365125"/>
          </a:xfrm>
          <a:prstGeom prst="rect">
            <a:avLst/>
          </a:prstGeom>
          <a:noFill/>
        </p:spPr>
        <p:txBody>
          <a:bodyPr lIns="0" tIns="45720" rIns="0" bIns="45720" anchor="b"/>
          <a:lstStyle>
            <a:lvl1pPr mar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Book Antiqua"/>
              </a:defRPr>
            </a:lvl1pPr>
            <a:lvl2pPr marL="457200" indent="4572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Book Antiqua"/>
              </a:defRPr>
            </a:lvl2pPr>
            <a:lvl3pPr marL="914400" indent="9144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Book Antiqua"/>
              </a:defRPr>
            </a:lvl3pPr>
            <a:lvl4pPr marL="1371600" indent="13716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Book Antiqua"/>
              </a:defRPr>
            </a:lvl4pPr>
            <a:lvl5pPr marL="1828800" indent="18288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Book Antiqua"/>
              </a:defRPr>
            </a:lvl5pPr>
          </a:lstStyle>
          <a:p>
            <a:pPr marL="0" lvl="0" indent="0" algn="r">
              <a:spcBef>
                <a:spcPts val="0"/>
              </a:spcBef>
              <a:buNone/>
              <a:defRPr/>
            </a:pPr>
            <a:fld id="{D038279B-FC19-497E-A7D1-5ADD9CAF016F}" type="slidenum">
              <a:rPr lang="en-GB" sz="1200" b="1" i="0" u="none">
                <a:solidFill>
                  <a:srgbClr val="BCBCBC"/>
                </a:solidFill>
              </a:rPr>
            </a:fld>
            <a:endParaRPr lang="en-GB" sz="1200" b="1" i="0" u="none">
              <a:solidFill>
                <a:srgbClr val="BCBCBC"/>
              </a:solidFill>
            </a:endParaRPr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PhAnim="0" showMasterSp="0" userDrawn="1">
  <p:cSld name="85_Theme2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13081230" name="Title Placeholder 21"/>
          <p:cNvSpPr>
            <a:spLocks noGrp="1" noChangeShapeType="1"/>
          </p:cNvSpPr>
          <p:nvPr>
            <p:ph type="title"/>
          </p:nvPr>
        </p:nvSpPr>
        <p:spPr bwMode="auto">
          <a:xfrm>
            <a:off x="457200" y="274637"/>
            <a:ext cx="8229600" cy="1143000"/>
          </a:xfrm>
          <a:prstGeom prst="rect">
            <a:avLst/>
          </a:prstGeom>
          <a:noFill/>
        </p:spPr>
        <p:txBody>
          <a:bodyPr lIns="91440" tIns="45720" rIns="91440" bIns="45720" anchor="ctr" anchorCtr="0"/>
          <a:lstStyle/>
          <a:p>
            <a:pPr marL="0" lvl="0" indent="0">
              <a:spcBef>
                <a:spcPts val="0"/>
              </a:spcBef>
              <a:buNone/>
              <a:defRPr/>
            </a:pPr>
            <a:r>
              <a:t>Click to edit Master title style</a:t>
            </a:r>
          </a:p>
        </p:txBody>
      </p:sp>
      <p:sp>
        <p:nvSpPr>
          <p:cNvPr id="1627062578" name="Text Placeholder 12"/>
          <p:cNvSpPr>
            <a:spLocks noGrp="1" noChangeShapeType="1"/>
          </p:cNvSpPr>
          <p:nvPr>
            <p:ph type="body" idx="1"/>
          </p:nvPr>
        </p:nvSpPr>
        <p:spPr bwMode="auto">
          <a:xfrm>
            <a:off x="457200" y="1600200"/>
            <a:ext cx="8229600" cy="4708525"/>
          </a:xfrm>
          <a:prstGeom prst="rect">
            <a:avLst/>
          </a:prstGeom>
          <a:noFill/>
        </p:spPr>
        <p:txBody>
          <a:bodyPr lIns="91440" tIns="45720" rIns="91440" bIns="45720"/>
          <a:lstStyle/>
          <a:p>
            <a:pPr marL="547370" lvl="0" indent="-410845">
              <a:spcBef>
                <a:spcPts val="0"/>
              </a:spcBef>
              <a:buClr>
                <a:srgbClr val="F9F9F9"/>
              </a:buClr>
              <a:buSzPct val="65000"/>
              <a:buFont typeface="Wingdings 2"/>
              <a:buChar char=""/>
              <a:defRPr/>
            </a:pPr>
            <a:r>
              <a:t>Click to edit Master text styles</a:t>
            </a:r>
          </a:p>
          <a:p>
            <a:pPr marL="868045" lvl="1" indent="-282575">
              <a:spcBef>
                <a:spcPts val="0"/>
              </a:spcBef>
              <a:buClr>
                <a:srgbClr val="FFFFFF"/>
              </a:buClr>
              <a:buSzPct val="80000"/>
              <a:buChar char=""/>
              <a:defRPr/>
            </a:pPr>
            <a:r>
              <a:t>Second level</a:t>
            </a:r>
          </a:p>
          <a:p>
            <a:pPr marL="1133475" lvl="2" indent="-228600">
              <a:spcBef>
                <a:spcPts val="0"/>
              </a:spcBef>
              <a:buClr>
                <a:srgbClr val="FFFFFF"/>
              </a:buClr>
              <a:buSzPct val="95000"/>
              <a:buFont typeface="Wingdings"/>
              <a:buChar char=""/>
              <a:defRPr/>
            </a:pPr>
            <a:r>
              <a:t>Third level</a:t>
            </a:r>
          </a:p>
          <a:p>
            <a:pPr marL="1352550" lvl="3" indent="-182880">
              <a:spcBef>
                <a:spcPts val="0"/>
              </a:spcBef>
              <a:buClr>
                <a:srgbClr val="FFFFFF"/>
              </a:buClr>
              <a:buSzPct val="100000"/>
              <a:buFont typeface="Wingdings 3"/>
              <a:buChar char=""/>
              <a:defRPr/>
            </a:pPr>
            <a:r>
              <a:t>Fourth level</a:t>
            </a:r>
          </a:p>
          <a:p>
            <a:pPr marL="1544320" lvl="4" indent="-182245">
              <a:spcBef>
                <a:spcPts val="0"/>
              </a:spcBef>
              <a:buClr>
                <a:srgbClr val="FFFFFF"/>
              </a:buClr>
              <a:buSzPct val="100000"/>
              <a:buFont typeface="Wingdings 2"/>
              <a:buChar char=""/>
              <a:defRPr/>
            </a:pPr>
            <a:r>
              <a:t>Fifth level</a:t>
            </a:r>
          </a:p>
        </p:txBody>
      </p:sp>
      <p:sp>
        <p:nvSpPr>
          <p:cNvPr id="1172647722" name="Date Placeholder 13"/>
          <p:cNvSpPr>
            <a:spLocks noGrp="1" noChangeShapeType="1"/>
          </p:cNvSpPr>
          <p:nvPr>
            <p:ph type="dt" idx="2"/>
          </p:nvPr>
        </p:nvSpPr>
        <p:spPr bwMode="auto">
          <a:xfrm>
            <a:off x="457200" y="6416675"/>
            <a:ext cx="2133600" cy="365125"/>
          </a:xfrm>
          <a:prstGeom prst="rect">
            <a:avLst/>
          </a:prstGeom>
          <a:noFill/>
        </p:spPr>
        <p:txBody>
          <a:bodyPr lIns="91440" tIns="45720" rIns="91440" bIns="45720" anchor="b"/>
          <a:lstStyle/>
          <a:p>
            <a:pPr>
              <a:defRPr/>
            </a:pPr>
            <a:endParaRPr sz="1400"/>
          </a:p>
        </p:txBody>
      </p:sp>
      <p:sp>
        <p:nvSpPr>
          <p:cNvPr id="1384739564" name="Footer Placeholder 2"/>
          <p:cNvSpPr>
            <a:spLocks noGrp="1" noChangeShapeType="1"/>
          </p:cNvSpPr>
          <p:nvPr>
            <p:ph type="ftr" idx="3"/>
          </p:nvPr>
        </p:nvSpPr>
        <p:spPr bwMode="auto">
          <a:xfrm>
            <a:off x="3124200" y="6416675"/>
            <a:ext cx="2895600" cy="365125"/>
          </a:xfrm>
          <a:prstGeom prst="rect">
            <a:avLst/>
          </a:prstGeom>
          <a:noFill/>
        </p:spPr>
        <p:txBody>
          <a:bodyPr lIns="91440" tIns="45720" rIns="91440" bIns="45720" anchor="b"/>
          <a:lstStyle/>
          <a:p>
            <a:pPr>
              <a:defRPr/>
            </a:pPr>
            <a:endParaRPr sz="1400"/>
          </a:p>
        </p:txBody>
      </p:sp>
      <p:sp>
        <p:nvSpPr>
          <p:cNvPr id="1866118625" name="Slide Number Placeholder 22"/>
          <p:cNvSpPr>
            <a:spLocks noGrp="1" noChangeShapeType="1"/>
          </p:cNvSpPr>
          <p:nvPr>
            <p:ph type="sldNum" idx="4"/>
          </p:nvPr>
        </p:nvSpPr>
        <p:spPr bwMode="auto">
          <a:xfrm>
            <a:off x="7924800" y="6416675"/>
            <a:ext cx="762000" cy="365125"/>
          </a:xfrm>
          <a:prstGeom prst="rect">
            <a:avLst/>
          </a:prstGeom>
          <a:noFill/>
        </p:spPr>
        <p:txBody>
          <a:bodyPr lIns="0" tIns="45720" rIns="0" bIns="45720" anchor="b"/>
          <a:lstStyle/>
          <a:p>
            <a:pPr marL="0" lvl="0" indent="0" algn="r">
              <a:spcBef>
                <a:spcPts val="0"/>
              </a:spcBef>
              <a:buNone/>
              <a:defRPr/>
            </a:pPr>
            <a:fld id="{D038279B-FC19-497E-A7D1-5ADD9CAF016F}" type="slidenum">
              <a:rPr lang="en-GB" sz="1200" b="0" i="0" u="none">
                <a:solidFill>
                  <a:srgbClr val="BCBCBC"/>
                </a:solidFill>
              </a:rPr>
            </a:fld>
            <a:endParaRPr lang="en-GB" sz="1200" b="0" i="0" u="none">
              <a:solidFill>
                <a:srgbClr val="BCBCBC"/>
              </a:solidFill>
            </a:endParaRPr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PhAnim="0" userDrawn="1">
  <p:cSld name="Title and Object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75834129" name="Shape 27650"/>
          <p:cNvSpPr>
            <a:spLocks noGrp="1" noChangeShapeType="1"/>
          </p:cNvSpPr>
          <p:nvPr>
            <p:ph type="title"/>
          </p:nvPr>
        </p:nvSpPr>
        <p:spPr bwMode="auto">
          <a:xfrm>
            <a:off x="457200" y="274637"/>
            <a:ext cx="8229600" cy="1143000"/>
          </a:xfrm>
          <a:prstGeom prst="rect">
            <a:avLst/>
          </a:prstGeom>
          <a:noFill/>
        </p:spPr>
        <p:txBody>
          <a:bodyPr lIns="91440" tIns="45720" rIns="91440" bIns="45720" anchor="ctr" anchorCtr="0"/>
          <a:lstStyle/>
          <a:p>
            <a:pPr marL="0" lvl="0" indent="0">
              <a:spcBef>
                <a:spcPts val="0"/>
              </a:spcBef>
              <a:buNone/>
              <a:defRPr/>
            </a:pPr>
            <a:r>
              <a:t>Click to edit Master title style</a:t>
            </a:r>
          </a:p>
        </p:txBody>
      </p:sp>
      <p:sp>
        <p:nvSpPr>
          <p:cNvPr id="815383870" name="Shape 27651"/>
          <p:cNvSpPr>
            <a:spLocks noGrp="1" noChangeShapeType="1"/>
          </p:cNvSpPr>
          <p:nvPr>
            <p:ph idx="1"/>
          </p:nvPr>
        </p:nvSpPr>
        <p:spPr bwMode="auto">
          <a:xfrm>
            <a:off x="457200" y="1600200"/>
            <a:ext cx="8229600" cy="4708525"/>
          </a:xfrm>
          <a:prstGeom prst="rect">
            <a:avLst/>
          </a:prstGeom>
          <a:noFill/>
        </p:spPr>
        <p:txBody>
          <a:bodyPr lIns="91440" tIns="45720" rIns="91440" bIns="45720"/>
          <a:lstStyle>
            <a:lvl1pPr marL="547370" indent="136525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9F9F9"/>
              </a:buClr>
              <a:buSzPct val="65000"/>
              <a:buChar char=""/>
              <a:defRPr sz="2800" b="0" i="0">
                <a:solidFill>
                  <a:schemeClr val="dk1"/>
                </a:solidFill>
                <a:latin typeface="Book Antiqua"/>
              </a:defRPr>
            </a:lvl1pPr>
            <a:lvl2pPr marL="868045" indent="58547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80000"/>
              <a:buChar char=""/>
              <a:defRPr sz="2400" b="0" i="0">
                <a:solidFill>
                  <a:schemeClr val="dk1"/>
                </a:solidFill>
                <a:latin typeface="Book Antiqua"/>
              </a:defRPr>
            </a:lvl2pPr>
            <a:lvl3pPr marL="1133475" indent="904875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95000"/>
              <a:buChar char=""/>
              <a:defRPr sz="2200" b="0" i="0">
                <a:solidFill>
                  <a:schemeClr val="dk1"/>
                </a:solidFill>
                <a:latin typeface="Book Antiqua"/>
              </a:defRPr>
            </a:lvl3pPr>
            <a:lvl4pPr marL="1352550" indent="116967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00000"/>
              <a:buChar char=""/>
              <a:defRPr sz="2000" b="0" i="0">
                <a:solidFill>
                  <a:schemeClr val="dk1"/>
                </a:solidFill>
                <a:latin typeface="Book Antiqua"/>
              </a:defRPr>
            </a:lvl4pPr>
            <a:lvl5pPr marL="1544320" indent="1362075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00000"/>
              <a:buChar char=""/>
              <a:defRPr sz="2000" b="0" i="0">
                <a:solidFill>
                  <a:schemeClr val="dk1"/>
                </a:solidFill>
                <a:latin typeface="Book Antiqua"/>
              </a:defRPr>
            </a:lvl5pPr>
          </a:lstStyle>
          <a:p>
            <a:pPr marL="547370" lvl="0" indent="-410845">
              <a:spcBef>
                <a:spcPts val="0"/>
              </a:spcBef>
              <a:buClr>
                <a:srgbClr val="F9F9F9"/>
              </a:buClr>
              <a:buSzPct val="65000"/>
              <a:buFont typeface="Wingdings 2"/>
              <a:buChar char=""/>
              <a:defRPr/>
            </a:pPr>
            <a:r>
              <a:t>Click to edit Master text styles</a:t>
            </a:r>
          </a:p>
          <a:p>
            <a:pPr marL="868045" lvl="1" indent="-282575">
              <a:spcBef>
                <a:spcPts val="0"/>
              </a:spcBef>
              <a:buClr>
                <a:srgbClr val="FFFFFF"/>
              </a:buClr>
              <a:buSzPct val="80000"/>
              <a:buChar char=""/>
              <a:defRPr/>
            </a:pPr>
            <a:r>
              <a:t>Second level</a:t>
            </a:r>
          </a:p>
          <a:p>
            <a:pPr marL="1133475" lvl="2" indent="-228600">
              <a:spcBef>
                <a:spcPts val="0"/>
              </a:spcBef>
              <a:buClr>
                <a:srgbClr val="FFFFFF"/>
              </a:buClr>
              <a:buSzPct val="95000"/>
              <a:buFont typeface="Wingdings"/>
              <a:buChar char=""/>
              <a:defRPr/>
            </a:pPr>
            <a:r>
              <a:t>Third level</a:t>
            </a:r>
          </a:p>
          <a:p>
            <a:pPr marL="1352550" lvl="3" indent="-182880">
              <a:spcBef>
                <a:spcPts val="0"/>
              </a:spcBef>
              <a:buClr>
                <a:srgbClr val="FFFFFF"/>
              </a:buClr>
              <a:buSzPct val="100000"/>
              <a:buFont typeface="Wingdings 3"/>
              <a:buChar char=""/>
              <a:defRPr/>
            </a:pPr>
            <a:r>
              <a:t>Fourth level</a:t>
            </a:r>
          </a:p>
          <a:p>
            <a:pPr marL="1544320" lvl="4" indent="-182245">
              <a:spcBef>
                <a:spcPts val="0"/>
              </a:spcBef>
              <a:buClr>
                <a:srgbClr val="FFFFFF"/>
              </a:buClr>
              <a:buSzPct val="100000"/>
              <a:buFont typeface="Wingdings 2"/>
              <a:buChar char=""/>
              <a:defRPr/>
            </a:pPr>
            <a:r>
              <a:t>Fifth level</a:t>
            </a:r>
          </a:p>
        </p:txBody>
      </p:sp>
      <p:sp>
        <p:nvSpPr>
          <p:cNvPr id="692195352" name="Shape 27652"/>
          <p:cNvSpPr>
            <a:spLocks noGrp="1" noChangeShapeType="1"/>
          </p:cNvSpPr>
          <p:nvPr>
            <p:ph type="dt" idx="2"/>
          </p:nvPr>
        </p:nvSpPr>
        <p:spPr bwMode="auto">
          <a:xfrm>
            <a:off x="457200" y="6416675"/>
            <a:ext cx="2133600" cy="365125"/>
          </a:xfrm>
          <a:prstGeom prst="rect">
            <a:avLst/>
          </a:prstGeom>
          <a:noFill/>
        </p:spPr>
        <p:txBody>
          <a:bodyPr lIns="91440" tIns="45720" rIns="91440" bIns="45720" anchor="b"/>
          <a:lstStyle/>
          <a:p>
            <a:pPr>
              <a:defRPr/>
            </a:pPr>
            <a:endParaRPr sz="1400"/>
          </a:p>
        </p:txBody>
      </p:sp>
      <p:sp>
        <p:nvSpPr>
          <p:cNvPr id="719815120" name="Shape 27653"/>
          <p:cNvSpPr>
            <a:spLocks noGrp="1" noChangeShapeType="1"/>
          </p:cNvSpPr>
          <p:nvPr>
            <p:ph type="ftr" idx="3"/>
          </p:nvPr>
        </p:nvSpPr>
        <p:spPr bwMode="auto">
          <a:xfrm>
            <a:off x="3124200" y="6416675"/>
            <a:ext cx="2895600" cy="365125"/>
          </a:xfrm>
          <a:prstGeom prst="rect">
            <a:avLst/>
          </a:prstGeom>
          <a:noFill/>
        </p:spPr>
        <p:txBody>
          <a:bodyPr lIns="91440" tIns="45720" rIns="91440" bIns="45720" anchor="b"/>
          <a:lstStyle/>
          <a:p>
            <a:pPr>
              <a:defRPr/>
            </a:pPr>
            <a:endParaRPr sz="1400"/>
          </a:p>
        </p:txBody>
      </p:sp>
      <p:sp>
        <p:nvSpPr>
          <p:cNvPr id="1169476164" name="Shape 27654"/>
          <p:cNvSpPr>
            <a:spLocks noGrp="1" noChangeShapeType="1"/>
          </p:cNvSpPr>
          <p:nvPr>
            <p:ph type="sldNum" idx="4"/>
          </p:nvPr>
        </p:nvSpPr>
        <p:spPr bwMode="auto">
          <a:xfrm>
            <a:off x="7924800" y="6416675"/>
            <a:ext cx="762000" cy="365125"/>
          </a:xfrm>
          <a:prstGeom prst="rect">
            <a:avLst/>
          </a:prstGeom>
          <a:noFill/>
        </p:spPr>
        <p:txBody>
          <a:bodyPr lIns="0" tIns="45720" rIns="0" bIns="45720" anchor="b"/>
          <a:lstStyle>
            <a:lvl1pPr mar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Book Antiqua"/>
              </a:defRPr>
            </a:lvl1pPr>
            <a:lvl2pPr marL="457200" indent="4572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Book Antiqua"/>
              </a:defRPr>
            </a:lvl2pPr>
            <a:lvl3pPr marL="914400" indent="9144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Book Antiqua"/>
              </a:defRPr>
            </a:lvl3pPr>
            <a:lvl4pPr marL="1371600" indent="13716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Book Antiqua"/>
              </a:defRPr>
            </a:lvl4pPr>
            <a:lvl5pPr marL="1828800" indent="18288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Book Antiqua"/>
              </a:defRPr>
            </a:lvl5pPr>
          </a:lstStyle>
          <a:p>
            <a:pPr marL="0" lvl="0" indent="0" algn="r">
              <a:spcBef>
                <a:spcPts val="0"/>
              </a:spcBef>
              <a:buNone/>
              <a:defRPr/>
            </a:pPr>
            <a:fld id="{D038279B-FC19-497E-A7D1-5ADD9CAF016F}" type="slidenum">
              <a:rPr lang="en-GB" sz="1200" b="1" i="0" u="none">
                <a:solidFill>
                  <a:srgbClr val="BCBCBC"/>
                </a:solidFill>
              </a:rPr>
            </a:fld>
            <a:endParaRPr lang="en-GB" sz="1200" b="1" i="0" u="none">
              <a:solidFill>
                <a:srgbClr val="BCBCBC"/>
              </a:solidFill>
            </a:endParaRPr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PhAnim="0" showMasterSp="0" userDrawn="1">
  <p:cSld name="66_Theme2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7271631" name="Title Placeholder 21"/>
          <p:cNvSpPr>
            <a:spLocks noGrp="1" noChangeShapeType="1"/>
          </p:cNvSpPr>
          <p:nvPr>
            <p:ph type="title"/>
          </p:nvPr>
        </p:nvSpPr>
        <p:spPr bwMode="auto">
          <a:xfrm>
            <a:off x="457200" y="274637"/>
            <a:ext cx="8229600" cy="1143000"/>
          </a:xfrm>
          <a:prstGeom prst="rect">
            <a:avLst/>
          </a:prstGeom>
          <a:noFill/>
        </p:spPr>
        <p:txBody>
          <a:bodyPr lIns="91440" tIns="45720" rIns="91440" bIns="45720" anchor="ctr" anchorCtr="0"/>
          <a:lstStyle/>
          <a:p>
            <a:pPr marL="0" lvl="0" indent="0">
              <a:spcBef>
                <a:spcPts val="0"/>
              </a:spcBef>
              <a:buNone/>
              <a:defRPr/>
            </a:pPr>
            <a:r>
              <a:t>Click to edit Master title style</a:t>
            </a:r>
          </a:p>
        </p:txBody>
      </p:sp>
      <p:sp>
        <p:nvSpPr>
          <p:cNvPr id="629638820" name="Text Placeholder 12"/>
          <p:cNvSpPr>
            <a:spLocks noGrp="1" noChangeShapeType="1"/>
          </p:cNvSpPr>
          <p:nvPr>
            <p:ph type="body" idx="1"/>
          </p:nvPr>
        </p:nvSpPr>
        <p:spPr bwMode="auto">
          <a:xfrm>
            <a:off x="457200" y="1600200"/>
            <a:ext cx="8229600" cy="4708525"/>
          </a:xfrm>
          <a:prstGeom prst="rect">
            <a:avLst/>
          </a:prstGeom>
          <a:noFill/>
        </p:spPr>
        <p:txBody>
          <a:bodyPr lIns="91440" tIns="45720" rIns="91440" bIns="45720"/>
          <a:lstStyle/>
          <a:p>
            <a:pPr marL="547370" lvl="0" indent="-410845">
              <a:spcBef>
                <a:spcPts val="0"/>
              </a:spcBef>
              <a:buClr>
                <a:srgbClr val="F9F9F9"/>
              </a:buClr>
              <a:buSzPct val="65000"/>
              <a:buFont typeface="Wingdings 2"/>
              <a:buChar char=""/>
              <a:defRPr/>
            </a:pPr>
            <a:r>
              <a:t>Click to edit Master text styles</a:t>
            </a:r>
          </a:p>
          <a:p>
            <a:pPr marL="868045" lvl="1" indent="-282575">
              <a:spcBef>
                <a:spcPts val="0"/>
              </a:spcBef>
              <a:buClr>
                <a:srgbClr val="FFFFFF"/>
              </a:buClr>
              <a:buSzPct val="80000"/>
              <a:buChar char=""/>
              <a:defRPr/>
            </a:pPr>
            <a:r>
              <a:t>Second level</a:t>
            </a:r>
          </a:p>
          <a:p>
            <a:pPr marL="1133475" lvl="2" indent="-228600">
              <a:spcBef>
                <a:spcPts val="0"/>
              </a:spcBef>
              <a:buClr>
                <a:srgbClr val="FFFFFF"/>
              </a:buClr>
              <a:buSzPct val="95000"/>
              <a:buFont typeface="Wingdings"/>
              <a:buChar char=""/>
              <a:defRPr/>
            </a:pPr>
            <a:r>
              <a:t>Third level</a:t>
            </a:r>
          </a:p>
          <a:p>
            <a:pPr marL="1352550" lvl="3" indent="-182880">
              <a:spcBef>
                <a:spcPts val="0"/>
              </a:spcBef>
              <a:buClr>
                <a:srgbClr val="FFFFFF"/>
              </a:buClr>
              <a:buSzPct val="100000"/>
              <a:buFont typeface="Wingdings 3"/>
              <a:buChar char=""/>
              <a:defRPr/>
            </a:pPr>
            <a:r>
              <a:t>Fourth level</a:t>
            </a:r>
          </a:p>
          <a:p>
            <a:pPr marL="1544320" lvl="4" indent="-182245">
              <a:spcBef>
                <a:spcPts val="0"/>
              </a:spcBef>
              <a:buClr>
                <a:srgbClr val="FFFFFF"/>
              </a:buClr>
              <a:buSzPct val="100000"/>
              <a:buFont typeface="Wingdings 2"/>
              <a:buChar char=""/>
              <a:defRPr/>
            </a:pPr>
            <a:r>
              <a:t>Fifth level</a:t>
            </a:r>
          </a:p>
        </p:txBody>
      </p:sp>
      <p:sp>
        <p:nvSpPr>
          <p:cNvPr id="1382807130" name="Date Placeholder 13"/>
          <p:cNvSpPr>
            <a:spLocks noGrp="1" noChangeShapeType="1"/>
          </p:cNvSpPr>
          <p:nvPr>
            <p:ph type="dt" idx="2"/>
          </p:nvPr>
        </p:nvSpPr>
        <p:spPr bwMode="auto">
          <a:xfrm>
            <a:off x="457200" y="6416675"/>
            <a:ext cx="2133600" cy="365125"/>
          </a:xfrm>
          <a:prstGeom prst="rect">
            <a:avLst/>
          </a:prstGeom>
          <a:noFill/>
        </p:spPr>
        <p:txBody>
          <a:bodyPr lIns="91440" tIns="45720" rIns="91440" bIns="45720" anchor="b"/>
          <a:lstStyle/>
          <a:p>
            <a:pPr>
              <a:defRPr/>
            </a:pPr>
            <a:endParaRPr sz="1400"/>
          </a:p>
        </p:txBody>
      </p:sp>
      <p:sp>
        <p:nvSpPr>
          <p:cNvPr id="1234715622" name="Footer Placeholder 2"/>
          <p:cNvSpPr>
            <a:spLocks noGrp="1" noChangeShapeType="1"/>
          </p:cNvSpPr>
          <p:nvPr>
            <p:ph type="ftr" idx="3"/>
          </p:nvPr>
        </p:nvSpPr>
        <p:spPr bwMode="auto">
          <a:xfrm>
            <a:off x="3124200" y="6416675"/>
            <a:ext cx="2895600" cy="365125"/>
          </a:xfrm>
          <a:prstGeom prst="rect">
            <a:avLst/>
          </a:prstGeom>
          <a:noFill/>
        </p:spPr>
        <p:txBody>
          <a:bodyPr lIns="91440" tIns="45720" rIns="91440" bIns="45720" anchor="b"/>
          <a:lstStyle/>
          <a:p>
            <a:pPr>
              <a:defRPr/>
            </a:pPr>
            <a:endParaRPr sz="1400"/>
          </a:p>
        </p:txBody>
      </p:sp>
      <p:sp>
        <p:nvSpPr>
          <p:cNvPr id="1389371219" name="Slide Number Placeholder 22"/>
          <p:cNvSpPr>
            <a:spLocks noGrp="1" noChangeShapeType="1"/>
          </p:cNvSpPr>
          <p:nvPr>
            <p:ph type="sldNum" idx="4"/>
          </p:nvPr>
        </p:nvSpPr>
        <p:spPr bwMode="auto">
          <a:xfrm>
            <a:off x="7924800" y="6416675"/>
            <a:ext cx="762000" cy="365125"/>
          </a:xfrm>
          <a:prstGeom prst="rect">
            <a:avLst/>
          </a:prstGeom>
          <a:noFill/>
        </p:spPr>
        <p:txBody>
          <a:bodyPr lIns="0" tIns="45720" rIns="0" bIns="45720" anchor="b"/>
          <a:lstStyle/>
          <a:p>
            <a:pPr marL="0" lvl="0" indent="0" algn="r">
              <a:spcBef>
                <a:spcPts val="0"/>
              </a:spcBef>
              <a:buNone/>
              <a:defRPr/>
            </a:pPr>
            <a:fld id="{D038279B-FC19-497E-A7D1-5ADD9CAF016F}" type="slidenum">
              <a:rPr lang="en-GB" sz="1200" b="0" i="0" u="none">
                <a:solidFill>
                  <a:srgbClr val="BCBCBC"/>
                </a:solidFill>
              </a:rPr>
            </a:fld>
            <a:endParaRPr lang="en-GB" sz="1200" b="0" i="0" u="none">
              <a:solidFill>
                <a:srgbClr val="BCBCBC"/>
              </a:solidFill>
            </a:endParaRPr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PhAnim="0" userDrawn="1">
  <p:cSld name="Title and Object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91359685" name="Shape 28674"/>
          <p:cNvSpPr>
            <a:spLocks noGrp="1" noChangeShapeType="1"/>
          </p:cNvSpPr>
          <p:nvPr>
            <p:ph type="title"/>
          </p:nvPr>
        </p:nvSpPr>
        <p:spPr bwMode="auto">
          <a:xfrm>
            <a:off x="457200" y="274637"/>
            <a:ext cx="8229600" cy="1143000"/>
          </a:xfrm>
          <a:prstGeom prst="rect">
            <a:avLst/>
          </a:prstGeom>
          <a:noFill/>
        </p:spPr>
        <p:txBody>
          <a:bodyPr lIns="91440" tIns="45720" rIns="91440" bIns="45720" anchor="ctr" anchorCtr="0"/>
          <a:lstStyle/>
          <a:p>
            <a:pPr marL="0" lvl="0" indent="0">
              <a:spcBef>
                <a:spcPts val="0"/>
              </a:spcBef>
              <a:buNone/>
              <a:defRPr/>
            </a:pPr>
            <a:r>
              <a:t>Click to edit Master title style</a:t>
            </a:r>
          </a:p>
        </p:txBody>
      </p:sp>
      <p:sp>
        <p:nvSpPr>
          <p:cNvPr id="305938447" name="Shape 28675"/>
          <p:cNvSpPr>
            <a:spLocks noGrp="1" noChangeShapeType="1"/>
          </p:cNvSpPr>
          <p:nvPr>
            <p:ph idx="1"/>
          </p:nvPr>
        </p:nvSpPr>
        <p:spPr bwMode="auto">
          <a:xfrm>
            <a:off x="457200" y="1600200"/>
            <a:ext cx="8229600" cy="4708525"/>
          </a:xfrm>
          <a:prstGeom prst="rect">
            <a:avLst/>
          </a:prstGeom>
          <a:noFill/>
        </p:spPr>
        <p:txBody>
          <a:bodyPr lIns="91440" tIns="45720" rIns="91440" bIns="45720"/>
          <a:lstStyle>
            <a:lvl1pPr marL="547370" indent="136525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9F9F9"/>
              </a:buClr>
              <a:buSzPct val="65000"/>
              <a:buChar char=""/>
              <a:defRPr sz="2800" b="0" i="0">
                <a:solidFill>
                  <a:schemeClr val="dk1"/>
                </a:solidFill>
                <a:latin typeface="Book Antiqua"/>
              </a:defRPr>
            </a:lvl1pPr>
            <a:lvl2pPr marL="868045" indent="58547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80000"/>
              <a:buChar char=""/>
              <a:defRPr sz="2400" b="0" i="0">
                <a:solidFill>
                  <a:schemeClr val="dk1"/>
                </a:solidFill>
                <a:latin typeface="Book Antiqua"/>
              </a:defRPr>
            </a:lvl2pPr>
            <a:lvl3pPr marL="1133475" indent="904875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95000"/>
              <a:buChar char=""/>
              <a:defRPr sz="2200" b="0" i="0">
                <a:solidFill>
                  <a:schemeClr val="dk1"/>
                </a:solidFill>
                <a:latin typeface="Book Antiqua"/>
              </a:defRPr>
            </a:lvl3pPr>
            <a:lvl4pPr marL="1352550" indent="116967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00000"/>
              <a:buChar char=""/>
              <a:defRPr sz="2000" b="0" i="0">
                <a:solidFill>
                  <a:schemeClr val="dk1"/>
                </a:solidFill>
                <a:latin typeface="Book Antiqua"/>
              </a:defRPr>
            </a:lvl4pPr>
            <a:lvl5pPr marL="1544320" indent="1362075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00000"/>
              <a:buChar char=""/>
              <a:defRPr sz="2000" b="0" i="0">
                <a:solidFill>
                  <a:schemeClr val="dk1"/>
                </a:solidFill>
                <a:latin typeface="Book Antiqua"/>
              </a:defRPr>
            </a:lvl5pPr>
          </a:lstStyle>
          <a:p>
            <a:pPr marL="547370" lvl="0" indent="-410845">
              <a:spcBef>
                <a:spcPts val="0"/>
              </a:spcBef>
              <a:buClr>
                <a:srgbClr val="F9F9F9"/>
              </a:buClr>
              <a:buSzPct val="65000"/>
              <a:buFont typeface="Wingdings 2"/>
              <a:buChar char=""/>
              <a:defRPr/>
            </a:pPr>
            <a:r>
              <a:t>Click to edit Master text styles</a:t>
            </a:r>
          </a:p>
          <a:p>
            <a:pPr marL="868045" lvl="1" indent="-282575">
              <a:spcBef>
                <a:spcPts val="0"/>
              </a:spcBef>
              <a:buClr>
                <a:srgbClr val="FFFFFF"/>
              </a:buClr>
              <a:buSzPct val="80000"/>
              <a:buChar char=""/>
              <a:defRPr/>
            </a:pPr>
            <a:r>
              <a:t>Second level</a:t>
            </a:r>
          </a:p>
          <a:p>
            <a:pPr marL="1133475" lvl="2" indent="-228600">
              <a:spcBef>
                <a:spcPts val="0"/>
              </a:spcBef>
              <a:buClr>
                <a:srgbClr val="FFFFFF"/>
              </a:buClr>
              <a:buSzPct val="95000"/>
              <a:buFont typeface="Wingdings"/>
              <a:buChar char=""/>
              <a:defRPr/>
            </a:pPr>
            <a:r>
              <a:t>Third level</a:t>
            </a:r>
          </a:p>
          <a:p>
            <a:pPr marL="1352550" lvl="3" indent="-182880">
              <a:spcBef>
                <a:spcPts val="0"/>
              </a:spcBef>
              <a:buClr>
                <a:srgbClr val="FFFFFF"/>
              </a:buClr>
              <a:buSzPct val="100000"/>
              <a:buFont typeface="Wingdings 3"/>
              <a:buChar char=""/>
              <a:defRPr/>
            </a:pPr>
            <a:r>
              <a:t>Fourth level</a:t>
            </a:r>
          </a:p>
          <a:p>
            <a:pPr marL="1544320" lvl="4" indent="-182245">
              <a:spcBef>
                <a:spcPts val="0"/>
              </a:spcBef>
              <a:buClr>
                <a:srgbClr val="FFFFFF"/>
              </a:buClr>
              <a:buSzPct val="100000"/>
              <a:buFont typeface="Wingdings 2"/>
              <a:buChar char=""/>
              <a:defRPr/>
            </a:pPr>
            <a:r>
              <a:t>Fifth level</a:t>
            </a:r>
          </a:p>
        </p:txBody>
      </p:sp>
      <p:sp>
        <p:nvSpPr>
          <p:cNvPr id="219128727" name="Shape 28676"/>
          <p:cNvSpPr>
            <a:spLocks noGrp="1" noChangeShapeType="1"/>
          </p:cNvSpPr>
          <p:nvPr>
            <p:ph type="dt" idx="2"/>
          </p:nvPr>
        </p:nvSpPr>
        <p:spPr bwMode="auto">
          <a:xfrm>
            <a:off x="457200" y="6416675"/>
            <a:ext cx="2133600" cy="365125"/>
          </a:xfrm>
          <a:prstGeom prst="rect">
            <a:avLst/>
          </a:prstGeom>
          <a:noFill/>
        </p:spPr>
        <p:txBody>
          <a:bodyPr lIns="91440" tIns="45720" rIns="91440" bIns="45720" anchor="b"/>
          <a:lstStyle/>
          <a:p>
            <a:pPr>
              <a:defRPr/>
            </a:pPr>
            <a:endParaRPr sz="1400"/>
          </a:p>
        </p:txBody>
      </p:sp>
      <p:sp>
        <p:nvSpPr>
          <p:cNvPr id="950705217" name="Shape 28677"/>
          <p:cNvSpPr>
            <a:spLocks noGrp="1" noChangeShapeType="1"/>
          </p:cNvSpPr>
          <p:nvPr>
            <p:ph type="ftr" idx="3"/>
          </p:nvPr>
        </p:nvSpPr>
        <p:spPr bwMode="auto">
          <a:xfrm>
            <a:off x="3124200" y="6416675"/>
            <a:ext cx="2895600" cy="365125"/>
          </a:xfrm>
          <a:prstGeom prst="rect">
            <a:avLst/>
          </a:prstGeom>
          <a:noFill/>
        </p:spPr>
        <p:txBody>
          <a:bodyPr lIns="91440" tIns="45720" rIns="91440" bIns="45720" anchor="b"/>
          <a:lstStyle/>
          <a:p>
            <a:pPr>
              <a:defRPr/>
            </a:pPr>
            <a:endParaRPr sz="1400"/>
          </a:p>
        </p:txBody>
      </p:sp>
      <p:sp>
        <p:nvSpPr>
          <p:cNvPr id="857109363" name="Shape 28678"/>
          <p:cNvSpPr>
            <a:spLocks noGrp="1" noChangeShapeType="1"/>
          </p:cNvSpPr>
          <p:nvPr>
            <p:ph type="sldNum" idx="4"/>
          </p:nvPr>
        </p:nvSpPr>
        <p:spPr bwMode="auto">
          <a:xfrm>
            <a:off x="7924800" y="6416675"/>
            <a:ext cx="762000" cy="365125"/>
          </a:xfrm>
          <a:prstGeom prst="rect">
            <a:avLst/>
          </a:prstGeom>
          <a:noFill/>
        </p:spPr>
        <p:txBody>
          <a:bodyPr lIns="0" tIns="45720" rIns="0" bIns="45720" anchor="b"/>
          <a:lstStyle>
            <a:lvl1pPr mar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Book Antiqua"/>
              </a:defRPr>
            </a:lvl1pPr>
            <a:lvl2pPr marL="457200" indent="4572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Book Antiqua"/>
              </a:defRPr>
            </a:lvl2pPr>
            <a:lvl3pPr marL="914400" indent="9144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Book Antiqua"/>
              </a:defRPr>
            </a:lvl3pPr>
            <a:lvl4pPr marL="1371600" indent="13716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Book Antiqua"/>
              </a:defRPr>
            </a:lvl4pPr>
            <a:lvl5pPr marL="1828800" indent="18288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Book Antiqua"/>
              </a:defRPr>
            </a:lvl5pPr>
          </a:lstStyle>
          <a:p>
            <a:pPr marL="0" lvl="0" indent="0" algn="r">
              <a:spcBef>
                <a:spcPts val="0"/>
              </a:spcBef>
              <a:buNone/>
              <a:defRPr/>
            </a:pPr>
            <a:fld id="{D038279B-FC19-497E-A7D1-5ADD9CAF016F}" type="slidenum">
              <a:rPr lang="en-GB" sz="1200" b="1" i="0" u="none">
                <a:solidFill>
                  <a:srgbClr val="BCBCBC"/>
                </a:solidFill>
              </a:rPr>
            </a:fld>
            <a:endParaRPr lang="en-GB" sz="1200" b="1" i="0" u="none">
              <a:solidFill>
                <a:srgbClr val="BCBCBC"/>
              </a:solidFill>
            </a:endParaRPr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PhAnim="0" showMasterSp="0" userDrawn="1">
  <p:cSld name="67_Theme2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36093731" name="Title Placeholder 21"/>
          <p:cNvSpPr>
            <a:spLocks noGrp="1" noChangeShapeType="1"/>
          </p:cNvSpPr>
          <p:nvPr>
            <p:ph type="title"/>
          </p:nvPr>
        </p:nvSpPr>
        <p:spPr bwMode="auto">
          <a:xfrm>
            <a:off x="457200" y="274637"/>
            <a:ext cx="8229600" cy="1143000"/>
          </a:xfrm>
          <a:prstGeom prst="rect">
            <a:avLst/>
          </a:prstGeom>
          <a:noFill/>
        </p:spPr>
        <p:txBody>
          <a:bodyPr lIns="91440" tIns="45720" rIns="91440" bIns="45720" anchor="ctr" anchorCtr="0"/>
          <a:lstStyle/>
          <a:p>
            <a:pPr marL="0" lvl="0" indent="0">
              <a:spcBef>
                <a:spcPts val="0"/>
              </a:spcBef>
              <a:buNone/>
              <a:defRPr/>
            </a:pPr>
            <a:r>
              <a:t>Click to edit Master title style</a:t>
            </a:r>
          </a:p>
        </p:txBody>
      </p:sp>
      <p:sp>
        <p:nvSpPr>
          <p:cNvPr id="1078844499" name="Text Placeholder 12"/>
          <p:cNvSpPr>
            <a:spLocks noGrp="1" noChangeShapeType="1"/>
          </p:cNvSpPr>
          <p:nvPr>
            <p:ph type="body" idx="1"/>
          </p:nvPr>
        </p:nvSpPr>
        <p:spPr bwMode="auto">
          <a:xfrm>
            <a:off x="457200" y="1600200"/>
            <a:ext cx="8229600" cy="4708525"/>
          </a:xfrm>
          <a:prstGeom prst="rect">
            <a:avLst/>
          </a:prstGeom>
          <a:noFill/>
        </p:spPr>
        <p:txBody>
          <a:bodyPr lIns="91440" tIns="45720" rIns="91440" bIns="45720"/>
          <a:lstStyle/>
          <a:p>
            <a:pPr marL="547370" lvl="0" indent="-410845">
              <a:spcBef>
                <a:spcPts val="0"/>
              </a:spcBef>
              <a:buClr>
                <a:srgbClr val="F9F9F9"/>
              </a:buClr>
              <a:buSzPct val="65000"/>
              <a:buFont typeface="Wingdings 2"/>
              <a:buChar char=""/>
              <a:defRPr/>
            </a:pPr>
            <a:r>
              <a:t>Click to edit Master text styles</a:t>
            </a:r>
          </a:p>
          <a:p>
            <a:pPr marL="868045" lvl="1" indent="-282575">
              <a:spcBef>
                <a:spcPts val="0"/>
              </a:spcBef>
              <a:buClr>
                <a:srgbClr val="FFFFFF"/>
              </a:buClr>
              <a:buSzPct val="80000"/>
              <a:buChar char=""/>
              <a:defRPr/>
            </a:pPr>
            <a:r>
              <a:t>Second level</a:t>
            </a:r>
          </a:p>
          <a:p>
            <a:pPr marL="1133475" lvl="2" indent="-228600">
              <a:spcBef>
                <a:spcPts val="0"/>
              </a:spcBef>
              <a:buClr>
                <a:srgbClr val="FFFFFF"/>
              </a:buClr>
              <a:buSzPct val="95000"/>
              <a:buFont typeface="Wingdings"/>
              <a:buChar char=""/>
              <a:defRPr/>
            </a:pPr>
            <a:r>
              <a:t>Third level</a:t>
            </a:r>
          </a:p>
          <a:p>
            <a:pPr marL="1352550" lvl="3" indent="-182880">
              <a:spcBef>
                <a:spcPts val="0"/>
              </a:spcBef>
              <a:buClr>
                <a:srgbClr val="FFFFFF"/>
              </a:buClr>
              <a:buSzPct val="100000"/>
              <a:buFont typeface="Wingdings 3"/>
              <a:buChar char=""/>
              <a:defRPr/>
            </a:pPr>
            <a:r>
              <a:t>Fourth level</a:t>
            </a:r>
          </a:p>
          <a:p>
            <a:pPr marL="1544320" lvl="4" indent="-182245">
              <a:spcBef>
                <a:spcPts val="0"/>
              </a:spcBef>
              <a:buClr>
                <a:srgbClr val="FFFFFF"/>
              </a:buClr>
              <a:buSzPct val="100000"/>
              <a:buFont typeface="Wingdings 2"/>
              <a:buChar char=""/>
              <a:defRPr/>
            </a:pPr>
            <a:r>
              <a:t>Fifth level</a:t>
            </a:r>
          </a:p>
        </p:txBody>
      </p:sp>
      <p:sp>
        <p:nvSpPr>
          <p:cNvPr id="247420287" name="Date Placeholder 13"/>
          <p:cNvSpPr>
            <a:spLocks noGrp="1" noChangeShapeType="1"/>
          </p:cNvSpPr>
          <p:nvPr>
            <p:ph type="dt" idx="2"/>
          </p:nvPr>
        </p:nvSpPr>
        <p:spPr bwMode="auto">
          <a:xfrm>
            <a:off x="457200" y="6416675"/>
            <a:ext cx="2133600" cy="365125"/>
          </a:xfrm>
          <a:prstGeom prst="rect">
            <a:avLst/>
          </a:prstGeom>
          <a:noFill/>
        </p:spPr>
        <p:txBody>
          <a:bodyPr lIns="91440" tIns="45720" rIns="91440" bIns="45720" anchor="b"/>
          <a:lstStyle/>
          <a:p>
            <a:pPr>
              <a:defRPr/>
            </a:pPr>
            <a:endParaRPr sz="1400"/>
          </a:p>
        </p:txBody>
      </p:sp>
      <p:sp>
        <p:nvSpPr>
          <p:cNvPr id="1605774422" name="Footer Placeholder 2"/>
          <p:cNvSpPr>
            <a:spLocks noGrp="1" noChangeShapeType="1"/>
          </p:cNvSpPr>
          <p:nvPr>
            <p:ph type="ftr" idx="3"/>
          </p:nvPr>
        </p:nvSpPr>
        <p:spPr bwMode="auto">
          <a:xfrm>
            <a:off x="3124200" y="6416675"/>
            <a:ext cx="2895600" cy="365125"/>
          </a:xfrm>
          <a:prstGeom prst="rect">
            <a:avLst/>
          </a:prstGeom>
          <a:noFill/>
        </p:spPr>
        <p:txBody>
          <a:bodyPr lIns="91440" tIns="45720" rIns="91440" bIns="45720" anchor="b"/>
          <a:lstStyle/>
          <a:p>
            <a:pPr>
              <a:defRPr/>
            </a:pPr>
            <a:endParaRPr sz="1400"/>
          </a:p>
        </p:txBody>
      </p:sp>
      <p:sp>
        <p:nvSpPr>
          <p:cNvPr id="1913817516" name="Slide Number Placeholder 22"/>
          <p:cNvSpPr>
            <a:spLocks noGrp="1" noChangeShapeType="1"/>
          </p:cNvSpPr>
          <p:nvPr>
            <p:ph type="sldNum" idx="4"/>
          </p:nvPr>
        </p:nvSpPr>
        <p:spPr bwMode="auto">
          <a:xfrm>
            <a:off x="7924800" y="6416675"/>
            <a:ext cx="762000" cy="365125"/>
          </a:xfrm>
          <a:prstGeom prst="rect">
            <a:avLst/>
          </a:prstGeom>
          <a:noFill/>
        </p:spPr>
        <p:txBody>
          <a:bodyPr lIns="0" tIns="45720" rIns="0" bIns="45720" anchor="b"/>
          <a:lstStyle/>
          <a:p>
            <a:pPr marL="0" lvl="0" indent="0" algn="r">
              <a:spcBef>
                <a:spcPts val="0"/>
              </a:spcBef>
              <a:buNone/>
              <a:defRPr/>
            </a:pPr>
            <a:fld id="{D038279B-FC19-497E-A7D1-5ADD9CAF016F}" type="slidenum">
              <a:rPr lang="en-GB" sz="1200" b="0" i="0" u="none">
                <a:solidFill>
                  <a:srgbClr val="BCBCBC"/>
                </a:solidFill>
              </a:rPr>
            </a:fld>
            <a:endParaRPr lang="en-GB" sz="1200" b="0" i="0" u="none">
              <a:solidFill>
                <a:srgbClr val="BCBCBC"/>
              </a:solidFill>
            </a:endParaRPr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PhAnim="0" userDrawn="1">
  <p:cSld name="Title and Object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81700916" name="Shape 29698"/>
          <p:cNvSpPr>
            <a:spLocks noGrp="1" noChangeShapeType="1"/>
          </p:cNvSpPr>
          <p:nvPr>
            <p:ph type="title"/>
          </p:nvPr>
        </p:nvSpPr>
        <p:spPr bwMode="auto">
          <a:xfrm>
            <a:off x="457200" y="274637"/>
            <a:ext cx="8229600" cy="1143000"/>
          </a:xfrm>
          <a:prstGeom prst="rect">
            <a:avLst/>
          </a:prstGeom>
          <a:noFill/>
        </p:spPr>
        <p:txBody>
          <a:bodyPr lIns="91440" tIns="45720" rIns="91440" bIns="45720" anchor="ctr" anchorCtr="0"/>
          <a:lstStyle/>
          <a:p>
            <a:pPr marL="0" lvl="0" indent="0">
              <a:spcBef>
                <a:spcPts val="0"/>
              </a:spcBef>
              <a:buNone/>
              <a:defRPr/>
            </a:pPr>
            <a:r>
              <a:t>Click to edit Master title style</a:t>
            </a:r>
          </a:p>
        </p:txBody>
      </p:sp>
      <p:sp>
        <p:nvSpPr>
          <p:cNvPr id="63544048" name="Shape 29699"/>
          <p:cNvSpPr>
            <a:spLocks noGrp="1" noChangeShapeType="1"/>
          </p:cNvSpPr>
          <p:nvPr>
            <p:ph idx="1"/>
          </p:nvPr>
        </p:nvSpPr>
        <p:spPr bwMode="auto">
          <a:xfrm>
            <a:off x="457200" y="1600200"/>
            <a:ext cx="8229600" cy="4708525"/>
          </a:xfrm>
          <a:prstGeom prst="rect">
            <a:avLst/>
          </a:prstGeom>
          <a:noFill/>
        </p:spPr>
        <p:txBody>
          <a:bodyPr lIns="91440" tIns="45720" rIns="91440" bIns="45720"/>
          <a:lstStyle>
            <a:lvl1pPr marL="547370" indent="136525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9F9F9"/>
              </a:buClr>
              <a:buSzPct val="65000"/>
              <a:buChar char=""/>
              <a:defRPr sz="2800" b="0" i="0">
                <a:solidFill>
                  <a:schemeClr val="dk1"/>
                </a:solidFill>
                <a:latin typeface="Book Antiqua"/>
              </a:defRPr>
            </a:lvl1pPr>
            <a:lvl2pPr marL="868045" indent="58547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80000"/>
              <a:buChar char=""/>
              <a:defRPr sz="2400" b="0" i="0">
                <a:solidFill>
                  <a:schemeClr val="dk1"/>
                </a:solidFill>
                <a:latin typeface="Book Antiqua"/>
              </a:defRPr>
            </a:lvl2pPr>
            <a:lvl3pPr marL="1133475" indent="904875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95000"/>
              <a:buChar char=""/>
              <a:defRPr sz="2200" b="0" i="0">
                <a:solidFill>
                  <a:schemeClr val="dk1"/>
                </a:solidFill>
                <a:latin typeface="Book Antiqua"/>
              </a:defRPr>
            </a:lvl3pPr>
            <a:lvl4pPr marL="1352550" indent="116967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00000"/>
              <a:buChar char=""/>
              <a:defRPr sz="2000" b="0" i="0">
                <a:solidFill>
                  <a:schemeClr val="dk1"/>
                </a:solidFill>
                <a:latin typeface="Book Antiqua"/>
              </a:defRPr>
            </a:lvl4pPr>
            <a:lvl5pPr marL="1544320" indent="1362075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00000"/>
              <a:buChar char=""/>
              <a:defRPr sz="2000" b="0" i="0">
                <a:solidFill>
                  <a:schemeClr val="dk1"/>
                </a:solidFill>
                <a:latin typeface="Book Antiqua"/>
              </a:defRPr>
            </a:lvl5pPr>
          </a:lstStyle>
          <a:p>
            <a:pPr marL="547370" lvl="0" indent="-410845">
              <a:spcBef>
                <a:spcPts val="0"/>
              </a:spcBef>
              <a:buClr>
                <a:srgbClr val="F9F9F9"/>
              </a:buClr>
              <a:buSzPct val="65000"/>
              <a:buFont typeface="Wingdings 2"/>
              <a:buChar char=""/>
              <a:defRPr/>
            </a:pPr>
            <a:r>
              <a:t>Click to edit Master text styles</a:t>
            </a:r>
          </a:p>
          <a:p>
            <a:pPr marL="868045" lvl="1" indent="-282575">
              <a:spcBef>
                <a:spcPts val="0"/>
              </a:spcBef>
              <a:buClr>
                <a:srgbClr val="FFFFFF"/>
              </a:buClr>
              <a:buSzPct val="80000"/>
              <a:buChar char=""/>
              <a:defRPr/>
            </a:pPr>
            <a:r>
              <a:t>Second level</a:t>
            </a:r>
          </a:p>
          <a:p>
            <a:pPr marL="1133475" lvl="2" indent="-228600">
              <a:spcBef>
                <a:spcPts val="0"/>
              </a:spcBef>
              <a:buClr>
                <a:srgbClr val="FFFFFF"/>
              </a:buClr>
              <a:buSzPct val="95000"/>
              <a:buFont typeface="Wingdings"/>
              <a:buChar char=""/>
              <a:defRPr/>
            </a:pPr>
            <a:r>
              <a:t>Third level</a:t>
            </a:r>
          </a:p>
          <a:p>
            <a:pPr marL="1352550" lvl="3" indent="-182880">
              <a:spcBef>
                <a:spcPts val="0"/>
              </a:spcBef>
              <a:buClr>
                <a:srgbClr val="FFFFFF"/>
              </a:buClr>
              <a:buSzPct val="100000"/>
              <a:buFont typeface="Wingdings 3"/>
              <a:buChar char=""/>
              <a:defRPr/>
            </a:pPr>
            <a:r>
              <a:t>Fourth level</a:t>
            </a:r>
          </a:p>
          <a:p>
            <a:pPr marL="1544320" lvl="4" indent="-182245">
              <a:spcBef>
                <a:spcPts val="0"/>
              </a:spcBef>
              <a:buClr>
                <a:srgbClr val="FFFFFF"/>
              </a:buClr>
              <a:buSzPct val="100000"/>
              <a:buFont typeface="Wingdings 2"/>
              <a:buChar char=""/>
              <a:defRPr/>
            </a:pPr>
            <a:r>
              <a:t>Fifth level</a:t>
            </a:r>
          </a:p>
        </p:txBody>
      </p:sp>
      <p:sp>
        <p:nvSpPr>
          <p:cNvPr id="1561060546" name="Shape 29700"/>
          <p:cNvSpPr>
            <a:spLocks noGrp="1" noChangeShapeType="1"/>
          </p:cNvSpPr>
          <p:nvPr>
            <p:ph type="dt" idx="2"/>
          </p:nvPr>
        </p:nvSpPr>
        <p:spPr bwMode="auto">
          <a:xfrm>
            <a:off x="457200" y="6416675"/>
            <a:ext cx="2133600" cy="365125"/>
          </a:xfrm>
          <a:prstGeom prst="rect">
            <a:avLst/>
          </a:prstGeom>
          <a:noFill/>
        </p:spPr>
        <p:txBody>
          <a:bodyPr lIns="91440" tIns="45720" rIns="91440" bIns="45720" anchor="b"/>
          <a:lstStyle/>
          <a:p>
            <a:pPr>
              <a:defRPr/>
            </a:pPr>
            <a:endParaRPr sz="1400"/>
          </a:p>
        </p:txBody>
      </p:sp>
      <p:sp>
        <p:nvSpPr>
          <p:cNvPr id="2063759240" name="Shape 29701"/>
          <p:cNvSpPr>
            <a:spLocks noGrp="1" noChangeShapeType="1"/>
          </p:cNvSpPr>
          <p:nvPr>
            <p:ph type="ftr" idx="3"/>
          </p:nvPr>
        </p:nvSpPr>
        <p:spPr bwMode="auto">
          <a:xfrm>
            <a:off x="3124200" y="6416675"/>
            <a:ext cx="2895600" cy="365125"/>
          </a:xfrm>
          <a:prstGeom prst="rect">
            <a:avLst/>
          </a:prstGeom>
          <a:noFill/>
        </p:spPr>
        <p:txBody>
          <a:bodyPr lIns="91440" tIns="45720" rIns="91440" bIns="45720" anchor="b"/>
          <a:lstStyle/>
          <a:p>
            <a:pPr>
              <a:defRPr/>
            </a:pPr>
            <a:endParaRPr sz="1400"/>
          </a:p>
        </p:txBody>
      </p:sp>
      <p:sp>
        <p:nvSpPr>
          <p:cNvPr id="1999303112" name="Shape 29702"/>
          <p:cNvSpPr>
            <a:spLocks noGrp="1" noChangeShapeType="1"/>
          </p:cNvSpPr>
          <p:nvPr>
            <p:ph type="sldNum" idx="4"/>
          </p:nvPr>
        </p:nvSpPr>
        <p:spPr bwMode="auto">
          <a:xfrm>
            <a:off x="7924800" y="6416675"/>
            <a:ext cx="762000" cy="365125"/>
          </a:xfrm>
          <a:prstGeom prst="rect">
            <a:avLst/>
          </a:prstGeom>
          <a:noFill/>
        </p:spPr>
        <p:txBody>
          <a:bodyPr lIns="0" tIns="45720" rIns="0" bIns="45720" anchor="b"/>
          <a:lstStyle>
            <a:lvl1pPr mar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Book Antiqua"/>
              </a:defRPr>
            </a:lvl1pPr>
            <a:lvl2pPr marL="457200" indent="4572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Book Antiqua"/>
              </a:defRPr>
            </a:lvl2pPr>
            <a:lvl3pPr marL="914400" indent="9144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Book Antiqua"/>
              </a:defRPr>
            </a:lvl3pPr>
            <a:lvl4pPr marL="1371600" indent="13716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Book Antiqua"/>
              </a:defRPr>
            </a:lvl4pPr>
            <a:lvl5pPr marL="1828800" indent="18288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Book Antiqua"/>
              </a:defRPr>
            </a:lvl5pPr>
          </a:lstStyle>
          <a:p>
            <a:pPr marL="0" lvl="0" indent="0" algn="r">
              <a:spcBef>
                <a:spcPts val="0"/>
              </a:spcBef>
              <a:buNone/>
              <a:defRPr/>
            </a:pPr>
            <a:fld id="{D038279B-FC19-497E-A7D1-5ADD9CAF016F}" type="slidenum">
              <a:rPr lang="en-GB" sz="1200" b="1" i="0" u="none">
                <a:solidFill>
                  <a:srgbClr val="BCBCBC"/>
                </a:solidFill>
              </a:rPr>
            </a:fld>
            <a:endParaRPr lang="en-GB" sz="1200" b="1" i="0" u="none">
              <a:solidFill>
                <a:srgbClr val="BCBCBC"/>
              </a:solidFill>
            </a:endParaRPr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PhAnim="0" showMasterSp="0" userDrawn="1">
  <p:cSld name="68_Theme2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4327512" name="Title Placeholder 21"/>
          <p:cNvSpPr>
            <a:spLocks noGrp="1" noChangeShapeType="1"/>
          </p:cNvSpPr>
          <p:nvPr>
            <p:ph type="title"/>
          </p:nvPr>
        </p:nvSpPr>
        <p:spPr bwMode="auto">
          <a:xfrm>
            <a:off x="457200" y="274637"/>
            <a:ext cx="8229600" cy="1143000"/>
          </a:xfrm>
          <a:prstGeom prst="rect">
            <a:avLst/>
          </a:prstGeom>
          <a:noFill/>
        </p:spPr>
        <p:txBody>
          <a:bodyPr lIns="91440" tIns="45720" rIns="91440" bIns="45720" anchor="ctr" anchorCtr="0"/>
          <a:lstStyle/>
          <a:p>
            <a:pPr marL="0" lvl="0" indent="0">
              <a:spcBef>
                <a:spcPts val="0"/>
              </a:spcBef>
              <a:buNone/>
              <a:defRPr/>
            </a:pPr>
            <a:r>
              <a:t>Click to edit Master title style</a:t>
            </a:r>
          </a:p>
        </p:txBody>
      </p:sp>
      <p:sp>
        <p:nvSpPr>
          <p:cNvPr id="1251804115" name="Text Placeholder 12"/>
          <p:cNvSpPr>
            <a:spLocks noGrp="1" noChangeShapeType="1"/>
          </p:cNvSpPr>
          <p:nvPr>
            <p:ph type="body" idx="1"/>
          </p:nvPr>
        </p:nvSpPr>
        <p:spPr bwMode="auto">
          <a:xfrm>
            <a:off x="457200" y="1600200"/>
            <a:ext cx="8229600" cy="4708525"/>
          </a:xfrm>
          <a:prstGeom prst="rect">
            <a:avLst/>
          </a:prstGeom>
          <a:noFill/>
        </p:spPr>
        <p:txBody>
          <a:bodyPr lIns="91440" tIns="45720" rIns="91440" bIns="45720"/>
          <a:lstStyle/>
          <a:p>
            <a:pPr marL="547370" lvl="0" indent="-410845">
              <a:spcBef>
                <a:spcPts val="0"/>
              </a:spcBef>
              <a:buClr>
                <a:srgbClr val="F9F9F9"/>
              </a:buClr>
              <a:buSzPct val="65000"/>
              <a:buFont typeface="Wingdings 2"/>
              <a:buChar char=""/>
              <a:defRPr/>
            </a:pPr>
            <a:r>
              <a:t>Click to edit Master text styles</a:t>
            </a:r>
          </a:p>
          <a:p>
            <a:pPr marL="868045" lvl="1" indent="-282575">
              <a:spcBef>
                <a:spcPts val="0"/>
              </a:spcBef>
              <a:buClr>
                <a:srgbClr val="FFFFFF"/>
              </a:buClr>
              <a:buSzPct val="80000"/>
              <a:buChar char=""/>
              <a:defRPr/>
            </a:pPr>
            <a:r>
              <a:t>Second level</a:t>
            </a:r>
          </a:p>
          <a:p>
            <a:pPr marL="1133475" lvl="2" indent="-228600">
              <a:spcBef>
                <a:spcPts val="0"/>
              </a:spcBef>
              <a:buClr>
                <a:srgbClr val="FFFFFF"/>
              </a:buClr>
              <a:buSzPct val="95000"/>
              <a:buFont typeface="Wingdings"/>
              <a:buChar char=""/>
              <a:defRPr/>
            </a:pPr>
            <a:r>
              <a:t>Third level</a:t>
            </a:r>
          </a:p>
          <a:p>
            <a:pPr marL="1352550" lvl="3" indent="-182880">
              <a:spcBef>
                <a:spcPts val="0"/>
              </a:spcBef>
              <a:buClr>
                <a:srgbClr val="FFFFFF"/>
              </a:buClr>
              <a:buSzPct val="100000"/>
              <a:buFont typeface="Wingdings 3"/>
              <a:buChar char=""/>
              <a:defRPr/>
            </a:pPr>
            <a:r>
              <a:t>Fourth level</a:t>
            </a:r>
          </a:p>
          <a:p>
            <a:pPr marL="1544320" lvl="4" indent="-182245">
              <a:spcBef>
                <a:spcPts val="0"/>
              </a:spcBef>
              <a:buClr>
                <a:srgbClr val="FFFFFF"/>
              </a:buClr>
              <a:buSzPct val="100000"/>
              <a:buFont typeface="Wingdings 2"/>
              <a:buChar char=""/>
              <a:defRPr/>
            </a:pPr>
            <a:r>
              <a:t>Fifth level</a:t>
            </a:r>
          </a:p>
        </p:txBody>
      </p:sp>
      <p:sp>
        <p:nvSpPr>
          <p:cNvPr id="1929004050" name="Date Placeholder 13"/>
          <p:cNvSpPr>
            <a:spLocks noGrp="1" noChangeShapeType="1"/>
          </p:cNvSpPr>
          <p:nvPr>
            <p:ph type="dt" idx="2"/>
          </p:nvPr>
        </p:nvSpPr>
        <p:spPr bwMode="auto">
          <a:xfrm>
            <a:off x="457200" y="6416675"/>
            <a:ext cx="2133600" cy="365125"/>
          </a:xfrm>
          <a:prstGeom prst="rect">
            <a:avLst/>
          </a:prstGeom>
          <a:noFill/>
        </p:spPr>
        <p:txBody>
          <a:bodyPr lIns="91440" tIns="45720" rIns="91440" bIns="45720" anchor="b"/>
          <a:lstStyle/>
          <a:p>
            <a:pPr>
              <a:defRPr/>
            </a:pPr>
            <a:endParaRPr sz="1400"/>
          </a:p>
        </p:txBody>
      </p:sp>
      <p:sp>
        <p:nvSpPr>
          <p:cNvPr id="1234540219" name="Footer Placeholder 2"/>
          <p:cNvSpPr>
            <a:spLocks noGrp="1" noChangeShapeType="1"/>
          </p:cNvSpPr>
          <p:nvPr>
            <p:ph type="ftr" idx="3"/>
          </p:nvPr>
        </p:nvSpPr>
        <p:spPr bwMode="auto">
          <a:xfrm>
            <a:off x="3124200" y="6416675"/>
            <a:ext cx="2895600" cy="365125"/>
          </a:xfrm>
          <a:prstGeom prst="rect">
            <a:avLst/>
          </a:prstGeom>
          <a:noFill/>
        </p:spPr>
        <p:txBody>
          <a:bodyPr lIns="91440" tIns="45720" rIns="91440" bIns="45720" anchor="b"/>
          <a:lstStyle/>
          <a:p>
            <a:pPr>
              <a:defRPr/>
            </a:pPr>
            <a:endParaRPr sz="1400"/>
          </a:p>
        </p:txBody>
      </p:sp>
      <p:sp>
        <p:nvSpPr>
          <p:cNvPr id="567984461" name="Slide Number Placeholder 22"/>
          <p:cNvSpPr>
            <a:spLocks noGrp="1" noChangeShapeType="1"/>
          </p:cNvSpPr>
          <p:nvPr>
            <p:ph type="sldNum" idx="4"/>
          </p:nvPr>
        </p:nvSpPr>
        <p:spPr bwMode="auto">
          <a:xfrm>
            <a:off x="7924800" y="6416675"/>
            <a:ext cx="762000" cy="365125"/>
          </a:xfrm>
          <a:prstGeom prst="rect">
            <a:avLst/>
          </a:prstGeom>
          <a:noFill/>
        </p:spPr>
        <p:txBody>
          <a:bodyPr lIns="0" tIns="45720" rIns="0" bIns="45720" anchor="b"/>
          <a:lstStyle/>
          <a:p>
            <a:pPr marL="0" lvl="0" indent="0" algn="r">
              <a:spcBef>
                <a:spcPts val="0"/>
              </a:spcBef>
              <a:buNone/>
              <a:defRPr/>
            </a:pPr>
            <a:fld id="{D038279B-FC19-497E-A7D1-5ADD9CAF016F}" type="slidenum">
              <a:rPr lang="en-GB" sz="1200" b="0" i="0" u="none">
                <a:solidFill>
                  <a:srgbClr val="BCBCBC"/>
                </a:solidFill>
              </a:rPr>
            </a:fld>
            <a:endParaRPr lang="en-GB" sz="1200" b="0" i="0" u="none">
              <a:solidFill>
                <a:srgbClr val="BCBCBC"/>
              </a:solidFill>
            </a:endParaRPr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PhAnim="0" userDrawn="1">
  <p:cSld name="Title and Object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03845348" name="Shape 43010"/>
          <p:cNvSpPr>
            <a:spLocks noGrp="1" noChangeShapeType="1"/>
          </p:cNvSpPr>
          <p:nvPr>
            <p:ph type="title"/>
          </p:nvPr>
        </p:nvSpPr>
        <p:spPr bwMode="auto">
          <a:xfrm>
            <a:off x="457200" y="274637"/>
            <a:ext cx="8229600" cy="1143000"/>
          </a:xfrm>
          <a:prstGeom prst="rect">
            <a:avLst/>
          </a:prstGeom>
          <a:noFill/>
        </p:spPr>
        <p:txBody>
          <a:bodyPr lIns="91440" tIns="45720" rIns="91440" bIns="45720" anchor="ctr" anchorCtr="0"/>
          <a:lstStyle/>
          <a:p>
            <a:pPr marL="0" lvl="0" indent="0">
              <a:spcBef>
                <a:spcPts val="0"/>
              </a:spcBef>
              <a:buNone/>
              <a:defRPr/>
            </a:pPr>
            <a:r>
              <a:t>Click to edit Master title style</a:t>
            </a:r>
          </a:p>
        </p:txBody>
      </p:sp>
      <p:sp>
        <p:nvSpPr>
          <p:cNvPr id="2057472205" name="Shape 43011"/>
          <p:cNvSpPr>
            <a:spLocks noGrp="1" noChangeShapeType="1"/>
          </p:cNvSpPr>
          <p:nvPr>
            <p:ph idx="1"/>
          </p:nvPr>
        </p:nvSpPr>
        <p:spPr bwMode="auto">
          <a:xfrm>
            <a:off x="457200" y="1600200"/>
            <a:ext cx="8229600" cy="4708525"/>
          </a:xfrm>
          <a:prstGeom prst="rect">
            <a:avLst/>
          </a:prstGeom>
          <a:noFill/>
        </p:spPr>
        <p:txBody>
          <a:bodyPr lIns="91440" tIns="45720" rIns="91440" bIns="45720"/>
          <a:lstStyle>
            <a:lvl1pPr marL="547370" indent="136525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9F9F9"/>
              </a:buClr>
              <a:buSzPct val="65000"/>
              <a:buChar char=""/>
              <a:defRPr sz="2800" b="0" i="0">
                <a:solidFill>
                  <a:schemeClr val="dk1"/>
                </a:solidFill>
                <a:latin typeface="Book Antiqua"/>
              </a:defRPr>
            </a:lvl1pPr>
            <a:lvl2pPr marL="868045" indent="58547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80000"/>
              <a:buChar char=""/>
              <a:defRPr sz="2400" b="0" i="0">
                <a:solidFill>
                  <a:schemeClr val="dk1"/>
                </a:solidFill>
                <a:latin typeface="Book Antiqua"/>
              </a:defRPr>
            </a:lvl2pPr>
            <a:lvl3pPr marL="1133475" indent="904875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95000"/>
              <a:buChar char=""/>
              <a:defRPr sz="2200" b="0" i="0">
                <a:solidFill>
                  <a:schemeClr val="dk1"/>
                </a:solidFill>
                <a:latin typeface="Book Antiqua"/>
              </a:defRPr>
            </a:lvl3pPr>
            <a:lvl4pPr marL="1352550" indent="116967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00000"/>
              <a:buChar char=""/>
              <a:defRPr sz="2000" b="0" i="0">
                <a:solidFill>
                  <a:schemeClr val="dk1"/>
                </a:solidFill>
                <a:latin typeface="Book Antiqua"/>
              </a:defRPr>
            </a:lvl4pPr>
            <a:lvl5pPr marL="1544320" indent="1362075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00000"/>
              <a:buChar char=""/>
              <a:defRPr sz="2000" b="0" i="0">
                <a:solidFill>
                  <a:schemeClr val="dk1"/>
                </a:solidFill>
                <a:latin typeface="Book Antiqua"/>
              </a:defRPr>
            </a:lvl5pPr>
          </a:lstStyle>
          <a:p>
            <a:pPr marL="547370" lvl="0" indent="-410845">
              <a:spcBef>
                <a:spcPts val="0"/>
              </a:spcBef>
              <a:buClr>
                <a:srgbClr val="F9F9F9"/>
              </a:buClr>
              <a:buSzPct val="65000"/>
              <a:buFont typeface="Wingdings 2"/>
              <a:buChar char=""/>
              <a:defRPr/>
            </a:pPr>
            <a:r>
              <a:t>Click to edit Master text styles</a:t>
            </a:r>
          </a:p>
          <a:p>
            <a:pPr marL="868045" lvl="1" indent="-282575">
              <a:spcBef>
                <a:spcPts val="0"/>
              </a:spcBef>
              <a:buClr>
                <a:srgbClr val="FFFFFF"/>
              </a:buClr>
              <a:buSzPct val="80000"/>
              <a:buChar char=""/>
              <a:defRPr/>
            </a:pPr>
            <a:r>
              <a:t>Second level</a:t>
            </a:r>
          </a:p>
          <a:p>
            <a:pPr marL="1133475" lvl="2" indent="-228600">
              <a:spcBef>
                <a:spcPts val="0"/>
              </a:spcBef>
              <a:buClr>
                <a:srgbClr val="FFFFFF"/>
              </a:buClr>
              <a:buSzPct val="95000"/>
              <a:buFont typeface="Wingdings"/>
              <a:buChar char=""/>
              <a:defRPr/>
            </a:pPr>
            <a:r>
              <a:t>Third level</a:t>
            </a:r>
          </a:p>
          <a:p>
            <a:pPr marL="1352550" lvl="3" indent="-182880">
              <a:spcBef>
                <a:spcPts val="0"/>
              </a:spcBef>
              <a:buClr>
                <a:srgbClr val="FFFFFF"/>
              </a:buClr>
              <a:buSzPct val="100000"/>
              <a:buFont typeface="Wingdings 3"/>
              <a:buChar char=""/>
              <a:defRPr/>
            </a:pPr>
            <a:r>
              <a:t>Fourth level</a:t>
            </a:r>
          </a:p>
          <a:p>
            <a:pPr marL="1544320" lvl="4" indent="-182245">
              <a:spcBef>
                <a:spcPts val="0"/>
              </a:spcBef>
              <a:buClr>
                <a:srgbClr val="FFFFFF"/>
              </a:buClr>
              <a:buSzPct val="100000"/>
              <a:buFont typeface="Wingdings 2"/>
              <a:buChar char=""/>
              <a:defRPr/>
            </a:pPr>
            <a:r>
              <a:t>Fifth level</a:t>
            </a:r>
          </a:p>
        </p:txBody>
      </p:sp>
      <p:sp>
        <p:nvSpPr>
          <p:cNvPr id="1106185580" name="Shape 43012"/>
          <p:cNvSpPr>
            <a:spLocks noGrp="1" noChangeShapeType="1"/>
          </p:cNvSpPr>
          <p:nvPr>
            <p:ph type="dt" idx="2"/>
          </p:nvPr>
        </p:nvSpPr>
        <p:spPr bwMode="auto">
          <a:xfrm>
            <a:off x="457200" y="6416675"/>
            <a:ext cx="2133600" cy="365125"/>
          </a:xfrm>
          <a:prstGeom prst="rect">
            <a:avLst/>
          </a:prstGeom>
          <a:noFill/>
        </p:spPr>
        <p:txBody>
          <a:bodyPr lIns="91440" tIns="45720" rIns="91440" bIns="45720" anchor="b"/>
          <a:lstStyle/>
          <a:p>
            <a:pPr>
              <a:defRPr/>
            </a:pPr>
            <a:endParaRPr sz="1400"/>
          </a:p>
        </p:txBody>
      </p:sp>
      <p:sp>
        <p:nvSpPr>
          <p:cNvPr id="329328486" name="Shape 43013"/>
          <p:cNvSpPr>
            <a:spLocks noGrp="1" noChangeShapeType="1"/>
          </p:cNvSpPr>
          <p:nvPr>
            <p:ph type="ftr" idx="3"/>
          </p:nvPr>
        </p:nvSpPr>
        <p:spPr bwMode="auto">
          <a:xfrm>
            <a:off x="3124200" y="6416675"/>
            <a:ext cx="2895600" cy="365125"/>
          </a:xfrm>
          <a:prstGeom prst="rect">
            <a:avLst/>
          </a:prstGeom>
          <a:noFill/>
        </p:spPr>
        <p:txBody>
          <a:bodyPr lIns="91440" tIns="45720" rIns="91440" bIns="45720" anchor="b"/>
          <a:lstStyle/>
          <a:p>
            <a:pPr>
              <a:defRPr/>
            </a:pPr>
            <a:endParaRPr sz="1400"/>
          </a:p>
        </p:txBody>
      </p:sp>
      <p:sp>
        <p:nvSpPr>
          <p:cNvPr id="1785468972" name="Shape 43014"/>
          <p:cNvSpPr>
            <a:spLocks noGrp="1" noChangeShapeType="1"/>
          </p:cNvSpPr>
          <p:nvPr>
            <p:ph type="sldNum" idx="4"/>
          </p:nvPr>
        </p:nvSpPr>
        <p:spPr bwMode="auto">
          <a:xfrm>
            <a:off x="7924800" y="6416675"/>
            <a:ext cx="762000" cy="365125"/>
          </a:xfrm>
          <a:prstGeom prst="rect">
            <a:avLst/>
          </a:prstGeom>
          <a:noFill/>
        </p:spPr>
        <p:txBody>
          <a:bodyPr lIns="0" tIns="45720" rIns="0" bIns="45720" anchor="b"/>
          <a:lstStyle>
            <a:lvl1pPr mar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Book Antiqua"/>
              </a:defRPr>
            </a:lvl1pPr>
            <a:lvl2pPr marL="457200" indent="4572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Book Antiqua"/>
              </a:defRPr>
            </a:lvl2pPr>
            <a:lvl3pPr marL="914400" indent="9144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Book Antiqua"/>
              </a:defRPr>
            </a:lvl3pPr>
            <a:lvl4pPr marL="1371600" indent="13716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Book Antiqua"/>
              </a:defRPr>
            </a:lvl4pPr>
            <a:lvl5pPr marL="1828800" indent="18288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Book Antiqua"/>
              </a:defRPr>
            </a:lvl5pPr>
          </a:lstStyle>
          <a:p>
            <a:pPr marL="0" lvl="0" indent="0" algn="r">
              <a:spcBef>
                <a:spcPts val="0"/>
              </a:spcBef>
              <a:buNone/>
              <a:defRPr/>
            </a:pPr>
            <a:fld id="{D038279B-FC19-497E-A7D1-5ADD9CAF016F}" type="slidenum">
              <a:rPr lang="en-GB" sz="1200" b="1" i="0" u="none">
                <a:solidFill>
                  <a:srgbClr val="BCBCBC"/>
                </a:solidFill>
              </a:rPr>
            </a:fld>
            <a:endParaRPr lang="en-GB" sz="1200" b="1" i="0" u="none">
              <a:solidFill>
                <a:srgbClr val="BCBCBC"/>
              </a:solidFill>
            </a:endParaRPr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PhAnim="0" showMasterSp="0" userDrawn="1">
  <p:cSld name="81_Theme2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90436423" name="Title Placeholder 21"/>
          <p:cNvSpPr>
            <a:spLocks noGrp="1" noChangeShapeType="1"/>
          </p:cNvSpPr>
          <p:nvPr>
            <p:ph type="title"/>
          </p:nvPr>
        </p:nvSpPr>
        <p:spPr bwMode="auto">
          <a:xfrm>
            <a:off x="457200" y="274637"/>
            <a:ext cx="8229600" cy="1143000"/>
          </a:xfrm>
          <a:prstGeom prst="rect">
            <a:avLst/>
          </a:prstGeom>
          <a:noFill/>
        </p:spPr>
        <p:txBody>
          <a:bodyPr lIns="91440" tIns="45720" rIns="91440" bIns="45720" anchor="ctr" anchorCtr="0"/>
          <a:lstStyle/>
          <a:p>
            <a:pPr marL="0" lvl="0" indent="0">
              <a:spcBef>
                <a:spcPts val="0"/>
              </a:spcBef>
              <a:buNone/>
              <a:defRPr/>
            </a:pPr>
            <a:r>
              <a:t>Click to edit Master title style</a:t>
            </a:r>
          </a:p>
        </p:txBody>
      </p:sp>
      <p:sp>
        <p:nvSpPr>
          <p:cNvPr id="383562381" name="Text Placeholder 12"/>
          <p:cNvSpPr>
            <a:spLocks noGrp="1" noChangeShapeType="1"/>
          </p:cNvSpPr>
          <p:nvPr>
            <p:ph type="body" idx="1"/>
          </p:nvPr>
        </p:nvSpPr>
        <p:spPr bwMode="auto">
          <a:xfrm>
            <a:off x="457200" y="1600200"/>
            <a:ext cx="8229600" cy="4708525"/>
          </a:xfrm>
          <a:prstGeom prst="rect">
            <a:avLst/>
          </a:prstGeom>
          <a:noFill/>
        </p:spPr>
        <p:txBody>
          <a:bodyPr lIns="91440" tIns="45720" rIns="91440" bIns="45720"/>
          <a:lstStyle/>
          <a:p>
            <a:pPr marL="547370" lvl="0" indent="-410845">
              <a:spcBef>
                <a:spcPts val="0"/>
              </a:spcBef>
              <a:buClr>
                <a:srgbClr val="F9F9F9"/>
              </a:buClr>
              <a:buSzPct val="65000"/>
              <a:buFont typeface="Wingdings 2"/>
              <a:buChar char=""/>
              <a:defRPr/>
            </a:pPr>
            <a:r>
              <a:t>Click to edit Master text styles</a:t>
            </a:r>
          </a:p>
          <a:p>
            <a:pPr marL="868045" lvl="1" indent="-282575">
              <a:spcBef>
                <a:spcPts val="0"/>
              </a:spcBef>
              <a:buClr>
                <a:srgbClr val="FFFFFF"/>
              </a:buClr>
              <a:buSzPct val="80000"/>
              <a:buChar char=""/>
              <a:defRPr/>
            </a:pPr>
            <a:r>
              <a:t>Second level</a:t>
            </a:r>
          </a:p>
          <a:p>
            <a:pPr marL="1133475" lvl="2" indent="-228600">
              <a:spcBef>
                <a:spcPts val="0"/>
              </a:spcBef>
              <a:buClr>
                <a:srgbClr val="FFFFFF"/>
              </a:buClr>
              <a:buSzPct val="95000"/>
              <a:buFont typeface="Wingdings"/>
              <a:buChar char=""/>
              <a:defRPr/>
            </a:pPr>
            <a:r>
              <a:t>Third level</a:t>
            </a:r>
          </a:p>
          <a:p>
            <a:pPr marL="1352550" lvl="3" indent="-182880">
              <a:spcBef>
                <a:spcPts val="0"/>
              </a:spcBef>
              <a:buClr>
                <a:srgbClr val="FFFFFF"/>
              </a:buClr>
              <a:buSzPct val="100000"/>
              <a:buFont typeface="Wingdings 3"/>
              <a:buChar char=""/>
              <a:defRPr/>
            </a:pPr>
            <a:r>
              <a:t>Fourth level</a:t>
            </a:r>
          </a:p>
          <a:p>
            <a:pPr marL="1544320" lvl="4" indent="-182245">
              <a:spcBef>
                <a:spcPts val="0"/>
              </a:spcBef>
              <a:buClr>
                <a:srgbClr val="FFFFFF"/>
              </a:buClr>
              <a:buSzPct val="100000"/>
              <a:buFont typeface="Wingdings 2"/>
              <a:buChar char=""/>
              <a:defRPr/>
            </a:pPr>
            <a:r>
              <a:t>Fifth level</a:t>
            </a:r>
          </a:p>
        </p:txBody>
      </p:sp>
      <p:sp>
        <p:nvSpPr>
          <p:cNvPr id="776881280" name="Date Placeholder 13"/>
          <p:cNvSpPr>
            <a:spLocks noGrp="1" noChangeShapeType="1"/>
          </p:cNvSpPr>
          <p:nvPr>
            <p:ph type="dt" idx="2"/>
          </p:nvPr>
        </p:nvSpPr>
        <p:spPr bwMode="auto">
          <a:xfrm>
            <a:off x="457200" y="6416675"/>
            <a:ext cx="2133600" cy="365125"/>
          </a:xfrm>
          <a:prstGeom prst="rect">
            <a:avLst/>
          </a:prstGeom>
          <a:noFill/>
        </p:spPr>
        <p:txBody>
          <a:bodyPr lIns="91440" tIns="45720" rIns="91440" bIns="45720" anchor="b"/>
          <a:lstStyle/>
          <a:p>
            <a:pPr>
              <a:defRPr/>
            </a:pPr>
            <a:endParaRPr sz="1400"/>
          </a:p>
        </p:txBody>
      </p:sp>
      <p:sp>
        <p:nvSpPr>
          <p:cNvPr id="228800913" name="Footer Placeholder 2"/>
          <p:cNvSpPr>
            <a:spLocks noGrp="1" noChangeShapeType="1"/>
          </p:cNvSpPr>
          <p:nvPr>
            <p:ph type="ftr" idx="3"/>
          </p:nvPr>
        </p:nvSpPr>
        <p:spPr bwMode="auto">
          <a:xfrm>
            <a:off x="3124200" y="6416675"/>
            <a:ext cx="2895600" cy="365125"/>
          </a:xfrm>
          <a:prstGeom prst="rect">
            <a:avLst/>
          </a:prstGeom>
          <a:noFill/>
        </p:spPr>
        <p:txBody>
          <a:bodyPr lIns="91440" tIns="45720" rIns="91440" bIns="45720" anchor="b"/>
          <a:lstStyle/>
          <a:p>
            <a:pPr>
              <a:defRPr/>
            </a:pPr>
            <a:endParaRPr sz="1400"/>
          </a:p>
        </p:txBody>
      </p:sp>
      <p:sp>
        <p:nvSpPr>
          <p:cNvPr id="1324820469" name="Slide Number Placeholder 22"/>
          <p:cNvSpPr>
            <a:spLocks noGrp="1" noChangeShapeType="1"/>
          </p:cNvSpPr>
          <p:nvPr>
            <p:ph type="sldNum" idx="4"/>
          </p:nvPr>
        </p:nvSpPr>
        <p:spPr bwMode="auto">
          <a:xfrm>
            <a:off x="7924800" y="6416675"/>
            <a:ext cx="762000" cy="365125"/>
          </a:xfrm>
          <a:prstGeom prst="rect">
            <a:avLst/>
          </a:prstGeom>
          <a:noFill/>
        </p:spPr>
        <p:txBody>
          <a:bodyPr lIns="0" tIns="45720" rIns="0" bIns="45720" anchor="b"/>
          <a:lstStyle/>
          <a:p>
            <a:pPr marL="0" lvl="0" indent="0" algn="r">
              <a:spcBef>
                <a:spcPts val="0"/>
              </a:spcBef>
              <a:buNone/>
              <a:defRPr/>
            </a:pPr>
            <a:fld id="{D038279B-FC19-497E-A7D1-5ADD9CAF016F}" type="slidenum">
              <a:rPr lang="en-GB" sz="1200" b="0" i="0" u="none">
                <a:solidFill>
                  <a:srgbClr val="BCBCBC"/>
                </a:solidFill>
              </a:rPr>
            </a:fld>
            <a:endParaRPr lang="en-GB" sz="1200" b="0" i="0" u="none">
              <a:solidFill>
                <a:srgbClr val="BCBCBC"/>
              </a:solidFill>
            </a:endParaRPr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PhAnim="0" userDrawn="1">
  <p:cSld name="Title and Object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31487270" name="Shape 45058"/>
          <p:cNvSpPr>
            <a:spLocks noGrp="1" noChangeShapeType="1"/>
          </p:cNvSpPr>
          <p:nvPr>
            <p:ph type="title"/>
          </p:nvPr>
        </p:nvSpPr>
        <p:spPr bwMode="auto">
          <a:xfrm>
            <a:off x="457200" y="274637"/>
            <a:ext cx="8229600" cy="1143000"/>
          </a:xfrm>
          <a:prstGeom prst="rect">
            <a:avLst/>
          </a:prstGeom>
          <a:noFill/>
        </p:spPr>
        <p:txBody>
          <a:bodyPr lIns="91440" tIns="45720" rIns="91440" bIns="45720" anchor="ctr" anchorCtr="0"/>
          <a:lstStyle/>
          <a:p>
            <a:pPr marL="0" lvl="0" indent="0">
              <a:spcBef>
                <a:spcPts val="0"/>
              </a:spcBef>
              <a:buNone/>
              <a:defRPr/>
            </a:pPr>
            <a:r>
              <a:t>Click to edit Master title style</a:t>
            </a:r>
          </a:p>
        </p:txBody>
      </p:sp>
      <p:sp>
        <p:nvSpPr>
          <p:cNvPr id="621676404" name="Shape 45059"/>
          <p:cNvSpPr>
            <a:spLocks noGrp="1" noChangeShapeType="1"/>
          </p:cNvSpPr>
          <p:nvPr>
            <p:ph idx="1"/>
          </p:nvPr>
        </p:nvSpPr>
        <p:spPr bwMode="auto">
          <a:xfrm>
            <a:off x="457200" y="1600200"/>
            <a:ext cx="8229600" cy="4708525"/>
          </a:xfrm>
          <a:prstGeom prst="rect">
            <a:avLst/>
          </a:prstGeom>
          <a:noFill/>
        </p:spPr>
        <p:txBody>
          <a:bodyPr lIns="91440" tIns="45720" rIns="91440" bIns="45720"/>
          <a:lstStyle>
            <a:lvl1pPr marL="547370" indent="136525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9F9F9"/>
              </a:buClr>
              <a:buSzPct val="65000"/>
              <a:buChar char=""/>
              <a:defRPr sz="2800" b="0" i="0">
                <a:solidFill>
                  <a:schemeClr val="dk1"/>
                </a:solidFill>
                <a:latin typeface="Book Antiqua"/>
              </a:defRPr>
            </a:lvl1pPr>
            <a:lvl2pPr marL="868045" indent="58547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80000"/>
              <a:buChar char=""/>
              <a:defRPr sz="2400" b="0" i="0">
                <a:solidFill>
                  <a:schemeClr val="dk1"/>
                </a:solidFill>
                <a:latin typeface="Book Antiqua"/>
              </a:defRPr>
            </a:lvl2pPr>
            <a:lvl3pPr marL="1133475" indent="904875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95000"/>
              <a:buChar char=""/>
              <a:defRPr sz="2200" b="0" i="0">
                <a:solidFill>
                  <a:schemeClr val="dk1"/>
                </a:solidFill>
                <a:latin typeface="Book Antiqua"/>
              </a:defRPr>
            </a:lvl3pPr>
            <a:lvl4pPr marL="1352550" indent="116967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00000"/>
              <a:buChar char=""/>
              <a:defRPr sz="2000" b="0" i="0">
                <a:solidFill>
                  <a:schemeClr val="dk1"/>
                </a:solidFill>
                <a:latin typeface="Book Antiqua"/>
              </a:defRPr>
            </a:lvl4pPr>
            <a:lvl5pPr marL="1544320" indent="1362075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00000"/>
              <a:buChar char=""/>
              <a:defRPr sz="2000" b="0" i="0">
                <a:solidFill>
                  <a:schemeClr val="dk1"/>
                </a:solidFill>
                <a:latin typeface="Book Antiqua"/>
              </a:defRPr>
            </a:lvl5pPr>
          </a:lstStyle>
          <a:p>
            <a:pPr marL="547370" lvl="0" indent="-410845">
              <a:spcBef>
                <a:spcPts val="0"/>
              </a:spcBef>
              <a:buClr>
                <a:srgbClr val="F9F9F9"/>
              </a:buClr>
              <a:buSzPct val="65000"/>
              <a:buFont typeface="Wingdings 2"/>
              <a:buChar char=""/>
              <a:defRPr/>
            </a:pPr>
            <a:r>
              <a:t>Click to edit Master text styles</a:t>
            </a:r>
          </a:p>
          <a:p>
            <a:pPr marL="868045" lvl="1" indent="-282575">
              <a:spcBef>
                <a:spcPts val="0"/>
              </a:spcBef>
              <a:buClr>
                <a:srgbClr val="FFFFFF"/>
              </a:buClr>
              <a:buSzPct val="80000"/>
              <a:buChar char=""/>
              <a:defRPr/>
            </a:pPr>
            <a:r>
              <a:t>Second level</a:t>
            </a:r>
          </a:p>
          <a:p>
            <a:pPr marL="1133475" lvl="2" indent="-228600">
              <a:spcBef>
                <a:spcPts val="0"/>
              </a:spcBef>
              <a:buClr>
                <a:srgbClr val="FFFFFF"/>
              </a:buClr>
              <a:buSzPct val="95000"/>
              <a:buFont typeface="Wingdings"/>
              <a:buChar char=""/>
              <a:defRPr/>
            </a:pPr>
            <a:r>
              <a:t>Third level</a:t>
            </a:r>
          </a:p>
          <a:p>
            <a:pPr marL="1352550" lvl="3" indent="-182880">
              <a:spcBef>
                <a:spcPts val="0"/>
              </a:spcBef>
              <a:buClr>
                <a:srgbClr val="FFFFFF"/>
              </a:buClr>
              <a:buSzPct val="100000"/>
              <a:buFont typeface="Wingdings 3"/>
              <a:buChar char=""/>
              <a:defRPr/>
            </a:pPr>
            <a:r>
              <a:t>Fourth level</a:t>
            </a:r>
          </a:p>
          <a:p>
            <a:pPr marL="1544320" lvl="4" indent="-182245">
              <a:spcBef>
                <a:spcPts val="0"/>
              </a:spcBef>
              <a:buClr>
                <a:srgbClr val="FFFFFF"/>
              </a:buClr>
              <a:buSzPct val="100000"/>
              <a:buFont typeface="Wingdings 2"/>
              <a:buChar char=""/>
              <a:defRPr/>
            </a:pPr>
            <a:r>
              <a:t>Fifth level</a:t>
            </a:r>
          </a:p>
        </p:txBody>
      </p:sp>
      <p:sp>
        <p:nvSpPr>
          <p:cNvPr id="1590044014" name="Shape 45060"/>
          <p:cNvSpPr>
            <a:spLocks noGrp="1" noChangeShapeType="1"/>
          </p:cNvSpPr>
          <p:nvPr>
            <p:ph type="dt" idx="2"/>
          </p:nvPr>
        </p:nvSpPr>
        <p:spPr bwMode="auto">
          <a:xfrm>
            <a:off x="457200" y="6416675"/>
            <a:ext cx="2133600" cy="365125"/>
          </a:xfrm>
          <a:prstGeom prst="rect">
            <a:avLst/>
          </a:prstGeom>
          <a:noFill/>
        </p:spPr>
        <p:txBody>
          <a:bodyPr lIns="91440" tIns="45720" rIns="91440" bIns="45720" anchor="b"/>
          <a:lstStyle/>
          <a:p>
            <a:pPr>
              <a:defRPr/>
            </a:pPr>
            <a:endParaRPr sz="1400"/>
          </a:p>
        </p:txBody>
      </p:sp>
      <p:sp>
        <p:nvSpPr>
          <p:cNvPr id="426027289" name="Shape 45061"/>
          <p:cNvSpPr>
            <a:spLocks noGrp="1" noChangeShapeType="1"/>
          </p:cNvSpPr>
          <p:nvPr>
            <p:ph type="ftr" idx="3"/>
          </p:nvPr>
        </p:nvSpPr>
        <p:spPr bwMode="auto">
          <a:xfrm>
            <a:off x="3124200" y="6416675"/>
            <a:ext cx="2895600" cy="365125"/>
          </a:xfrm>
          <a:prstGeom prst="rect">
            <a:avLst/>
          </a:prstGeom>
          <a:noFill/>
        </p:spPr>
        <p:txBody>
          <a:bodyPr lIns="91440" tIns="45720" rIns="91440" bIns="45720" anchor="b"/>
          <a:lstStyle/>
          <a:p>
            <a:pPr>
              <a:defRPr/>
            </a:pPr>
            <a:endParaRPr sz="1400"/>
          </a:p>
        </p:txBody>
      </p:sp>
      <p:sp>
        <p:nvSpPr>
          <p:cNvPr id="1502648163" name="Shape 45062"/>
          <p:cNvSpPr>
            <a:spLocks noGrp="1" noChangeShapeType="1"/>
          </p:cNvSpPr>
          <p:nvPr>
            <p:ph type="sldNum" idx="4"/>
          </p:nvPr>
        </p:nvSpPr>
        <p:spPr bwMode="auto">
          <a:xfrm>
            <a:off x="7924800" y="6416675"/>
            <a:ext cx="762000" cy="365125"/>
          </a:xfrm>
          <a:prstGeom prst="rect">
            <a:avLst/>
          </a:prstGeom>
          <a:noFill/>
        </p:spPr>
        <p:txBody>
          <a:bodyPr lIns="0" tIns="45720" rIns="0" bIns="45720" anchor="b"/>
          <a:lstStyle>
            <a:lvl1pPr mar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Book Antiqua"/>
              </a:defRPr>
            </a:lvl1pPr>
            <a:lvl2pPr marL="457200" indent="4572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Book Antiqua"/>
              </a:defRPr>
            </a:lvl2pPr>
            <a:lvl3pPr marL="914400" indent="9144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Book Antiqua"/>
              </a:defRPr>
            </a:lvl3pPr>
            <a:lvl4pPr marL="1371600" indent="13716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Book Antiqua"/>
              </a:defRPr>
            </a:lvl4pPr>
            <a:lvl5pPr marL="1828800" indent="18288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Book Antiqua"/>
              </a:defRPr>
            </a:lvl5pPr>
          </a:lstStyle>
          <a:p>
            <a:pPr marL="0" lvl="0" indent="0" algn="r">
              <a:spcBef>
                <a:spcPts val="0"/>
              </a:spcBef>
              <a:buNone/>
              <a:defRPr/>
            </a:pPr>
            <a:fld id="{D038279B-FC19-497E-A7D1-5ADD9CAF016F}" type="slidenum">
              <a:rPr lang="en-GB" sz="1200" b="1" i="0" u="none">
                <a:solidFill>
                  <a:srgbClr val="BCBCBC"/>
                </a:solidFill>
              </a:rPr>
            </a:fld>
            <a:endParaRPr lang="en-GB" sz="1200" b="1" i="0" u="none">
              <a:solidFill>
                <a:srgbClr val="BCBCBC"/>
              </a:solidFill>
            </a:endParaRPr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PhAnim="0" showMasterSp="0" userDrawn="1">
  <p:cSld name="83_Theme2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43662070" name="Title Placeholder 21"/>
          <p:cNvSpPr>
            <a:spLocks noGrp="1" noChangeShapeType="1"/>
          </p:cNvSpPr>
          <p:nvPr>
            <p:ph type="title"/>
          </p:nvPr>
        </p:nvSpPr>
        <p:spPr bwMode="auto">
          <a:xfrm>
            <a:off x="457200" y="274637"/>
            <a:ext cx="8229600" cy="1143000"/>
          </a:xfrm>
          <a:prstGeom prst="rect">
            <a:avLst/>
          </a:prstGeom>
          <a:noFill/>
        </p:spPr>
        <p:txBody>
          <a:bodyPr lIns="91440" tIns="45720" rIns="91440" bIns="45720" anchor="ctr" anchorCtr="0"/>
          <a:lstStyle/>
          <a:p>
            <a:pPr marL="0" lvl="0" indent="0">
              <a:spcBef>
                <a:spcPts val="0"/>
              </a:spcBef>
              <a:buNone/>
              <a:defRPr/>
            </a:pPr>
            <a:r>
              <a:t>Click to edit Master title style</a:t>
            </a:r>
          </a:p>
        </p:txBody>
      </p:sp>
      <p:sp>
        <p:nvSpPr>
          <p:cNvPr id="1410228194" name="Text Placeholder 12"/>
          <p:cNvSpPr>
            <a:spLocks noGrp="1" noChangeShapeType="1"/>
          </p:cNvSpPr>
          <p:nvPr>
            <p:ph type="body" idx="1"/>
          </p:nvPr>
        </p:nvSpPr>
        <p:spPr bwMode="auto">
          <a:xfrm>
            <a:off x="457200" y="1600200"/>
            <a:ext cx="8229600" cy="4708525"/>
          </a:xfrm>
          <a:prstGeom prst="rect">
            <a:avLst/>
          </a:prstGeom>
          <a:noFill/>
        </p:spPr>
        <p:txBody>
          <a:bodyPr lIns="91440" tIns="45720" rIns="91440" bIns="45720"/>
          <a:lstStyle/>
          <a:p>
            <a:pPr marL="547370" lvl="0" indent="-410845">
              <a:spcBef>
                <a:spcPts val="0"/>
              </a:spcBef>
              <a:buClr>
                <a:srgbClr val="F9F9F9"/>
              </a:buClr>
              <a:buSzPct val="65000"/>
              <a:buFont typeface="Wingdings 2"/>
              <a:buChar char=""/>
              <a:defRPr/>
            </a:pPr>
            <a:r>
              <a:t>Click to edit Master text styles</a:t>
            </a:r>
          </a:p>
          <a:p>
            <a:pPr marL="868045" lvl="1" indent="-282575">
              <a:spcBef>
                <a:spcPts val="0"/>
              </a:spcBef>
              <a:buClr>
                <a:srgbClr val="FFFFFF"/>
              </a:buClr>
              <a:buSzPct val="80000"/>
              <a:buChar char=""/>
              <a:defRPr/>
            </a:pPr>
            <a:r>
              <a:t>Second level</a:t>
            </a:r>
          </a:p>
          <a:p>
            <a:pPr marL="1133475" lvl="2" indent="-228600">
              <a:spcBef>
                <a:spcPts val="0"/>
              </a:spcBef>
              <a:buClr>
                <a:srgbClr val="FFFFFF"/>
              </a:buClr>
              <a:buSzPct val="95000"/>
              <a:buFont typeface="Wingdings"/>
              <a:buChar char=""/>
              <a:defRPr/>
            </a:pPr>
            <a:r>
              <a:t>Third level</a:t>
            </a:r>
          </a:p>
          <a:p>
            <a:pPr marL="1352550" lvl="3" indent="-182880">
              <a:spcBef>
                <a:spcPts val="0"/>
              </a:spcBef>
              <a:buClr>
                <a:srgbClr val="FFFFFF"/>
              </a:buClr>
              <a:buSzPct val="100000"/>
              <a:buFont typeface="Wingdings 3"/>
              <a:buChar char=""/>
              <a:defRPr/>
            </a:pPr>
            <a:r>
              <a:t>Fourth level</a:t>
            </a:r>
          </a:p>
          <a:p>
            <a:pPr marL="1544320" lvl="4" indent="-182245">
              <a:spcBef>
                <a:spcPts val="0"/>
              </a:spcBef>
              <a:buClr>
                <a:srgbClr val="FFFFFF"/>
              </a:buClr>
              <a:buSzPct val="100000"/>
              <a:buFont typeface="Wingdings 2"/>
              <a:buChar char=""/>
              <a:defRPr/>
            </a:pPr>
            <a:r>
              <a:t>Fifth level</a:t>
            </a:r>
          </a:p>
        </p:txBody>
      </p:sp>
      <p:sp>
        <p:nvSpPr>
          <p:cNvPr id="1239802134" name="Date Placeholder 13"/>
          <p:cNvSpPr>
            <a:spLocks noGrp="1" noChangeShapeType="1"/>
          </p:cNvSpPr>
          <p:nvPr>
            <p:ph type="dt" idx="2"/>
          </p:nvPr>
        </p:nvSpPr>
        <p:spPr bwMode="auto">
          <a:xfrm>
            <a:off x="457200" y="6416675"/>
            <a:ext cx="2133600" cy="365125"/>
          </a:xfrm>
          <a:prstGeom prst="rect">
            <a:avLst/>
          </a:prstGeom>
          <a:noFill/>
        </p:spPr>
        <p:txBody>
          <a:bodyPr lIns="91440" tIns="45720" rIns="91440" bIns="45720" anchor="b"/>
          <a:lstStyle/>
          <a:p>
            <a:pPr>
              <a:defRPr/>
            </a:pPr>
            <a:endParaRPr sz="1400"/>
          </a:p>
        </p:txBody>
      </p:sp>
      <p:sp>
        <p:nvSpPr>
          <p:cNvPr id="1974655374" name="Footer Placeholder 2"/>
          <p:cNvSpPr>
            <a:spLocks noGrp="1" noChangeShapeType="1"/>
          </p:cNvSpPr>
          <p:nvPr>
            <p:ph type="ftr" idx="3"/>
          </p:nvPr>
        </p:nvSpPr>
        <p:spPr bwMode="auto">
          <a:xfrm>
            <a:off x="3124200" y="6416675"/>
            <a:ext cx="2895600" cy="365125"/>
          </a:xfrm>
          <a:prstGeom prst="rect">
            <a:avLst/>
          </a:prstGeom>
          <a:noFill/>
        </p:spPr>
        <p:txBody>
          <a:bodyPr lIns="91440" tIns="45720" rIns="91440" bIns="45720" anchor="b"/>
          <a:lstStyle/>
          <a:p>
            <a:pPr>
              <a:defRPr/>
            </a:pPr>
            <a:endParaRPr sz="1400"/>
          </a:p>
        </p:txBody>
      </p:sp>
      <p:sp>
        <p:nvSpPr>
          <p:cNvPr id="1632360501" name="Slide Number Placeholder 22"/>
          <p:cNvSpPr>
            <a:spLocks noGrp="1" noChangeShapeType="1"/>
          </p:cNvSpPr>
          <p:nvPr>
            <p:ph type="sldNum" idx="4"/>
          </p:nvPr>
        </p:nvSpPr>
        <p:spPr bwMode="auto">
          <a:xfrm>
            <a:off x="7924800" y="6416675"/>
            <a:ext cx="762000" cy="365125"/>
          </a:xfrm>
          <a:prstGeom prst="rect">
            <a:avLst/>
          </a:prstGeom>
          <a:noFill/>
        </p:spPr>
        <p:txBody>
          <a:bodyPr lIns="0" tIns="45720" rIns="0" bIns="45720" anchor="b"/>
          <a:lstStyle/>
          <a:p>
            <a:pPr marL="0" lvl="0" indent="0" algn="r">
              <a:spcBef>
                <a:spcPts val="0"/>
              </a:spcBef>
              <a:buNone/>
              <a:defRPr/>
            </a:pPr>
            <a:fld id="{D038279B-FC19-497E-A7D1-5ADD9CAF016F}" type="slidenum">
              <a:rPr lang="en-GB" sz="1200" b="0" i="0" u="none">
                <a:solidFill>
                  <a:srgbClr val="BCBCBC"/>
                </a:solidFill>
              </a:rPr>
            </a:fld>
            <a:endParaRPr lang="en-GB" sz="1200" b="0" i="0" u="none">
              <a:solidFill>
                <a:srgbClr val="BCBCBC"/>
              </a:solidFill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4" Type="http://schemas.openxmlformats.org/officeDocument/2006/relationships/theme" Target="../theme/theme1.xml"/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4" Type="http://schemas.openxmlformats.org/officeDocument/2006/relationships/theme" Target="../theme/theme2.xml"/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/Relationships>
</file>

<file path=ppt/slideMasters/_rels/slideMaster3.xml.rels><?xml version="1.0" encoding="UTF-8" standalone="yes"?>
<Relationships xmlns="http://schemas.openxmlformats.org/package/2006/relationships"><Relationship Id="rId4" Type="http://schemas.openxmlformats.org/officeDocument/2006/relationships/theme" Target="../theme/theme3.xml"/><Relationship Id="rId3" Type="http://schemas.openxmlformats.org/officeDocument/2006/relationships/image" Target="../media/image2.jpeg"/><Relationship Id="rId2" Type="http://schemas.openxmlformats.org/officeDocument/2006/relationships/slideLayout" Target="../slideLayouts/slideLayout6.xml"/><Relationship Id="rId1" Type="http://schemas.openxmlformats.org/officeDocument/2006/relationships/slideLayout" Target="../slideLayouts/slideLayout5.xml"/></Relationships>
</file>

<file path=ppt/slideMasters/_rels/slideMaster4.xml.rels><?xml version="1.0" encoding="UTF-8" standalone="yes"?>
<Relationships xmlns="http://schemas.openxmlformats.org/package/2006/relationships"><Relationship Id="rId4" Type="http://schemas.openxmlformats.org/officeDocument/2006/relationships/theme" Target="../theme/theme4.xml"/><Relationship Id="rId3" Type="http://schemas.openxmlformats.org/officeDocument/2006/relationships/image" Target="../media/image2.jpeg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/Relationships>
</file>

<file path=ppt/slideMasters/_rels/slideMaster5.xml.rels><?xml version="1.0" encoding="UTF-8" standalone="yes"?>
<Relationships xmlns="http://schemas.openxmlformats.org/package/2006/relationships"><Relationship Id="rId4" Type="http://schemas.openxmlformats.org/officeDocument/2006/relationships/theme" Target="../theme/theme5.xml"/><Relationship Id="rId3" Type="http://schemas.openxmlformats.org/officeDocument/2006/relationships/image" Target="../media/image2.jpeg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/Relationships>
</file>

<file path=ppt/slideMasters/_rels/slideMaster6.xml.rels><?xml version="1.0" encoding="UTF-8" standalone="yes"?>
<Relationships xmlns="http://schemas.openxmlformats.org/package/2006/relationships"><Relationship Id="rId4" Type="http://schemas.openxmlformats.org/officeDocument/2006/relationships/theme" Target="../theme/theme6.xml"/><Relationship Id="rId3" Type="http://schemas.openxmlformats.org/officeDocument/2006/relationships/image" Target="../media/image2.jpeg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/Relationships>
</file>

<file path=ppt/slideMasters/_rels/slideMaster7.xml.rels><?xml version="1.0" encoding="UTF-8" standalone="yes"?>
<Relationships xmlns="http://schemas.openxmlformats.org/package/2006/relationships"><Relationship Id="rId4" Type="http://schemas.openxmlformats.org/officeDocument/2006/relationships/theme" Target="../theme/theme7.xml"/><Relationship Id="rId3" Type="http://schemas.openxmlformats.org/officeDocument/2006/relationships/image" Target="../media/image2.jpeg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/Relationships>
</file>

<file path=ppt/slideMasters/_rels/slideMaster8.xml.rels><?xml version="1.0" encoding="UTF-8" standalone="yes"?>
<Relationships xmlns="http://schemas.openxmlformats.org/package/2006/relationships"><Relationship Id="rId4" Type="http://schemas.openxmlformats.org/officeDocument/2006/relationships/theme" Target="../theme/theme8.xml"/><Relationship Id="rId3" Type="http://schemas.openxmlformats.org/officeDocument/2006/relationships/image" Target="../media/image2.jpeg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/Relationships>
</file>

<file path=ppt/slideMasters/_rels/slideMaster9.xml.rels><?xml version="1.0" encoding="UTF-8" standalone="yes"?>
<Relationships xmlns="http://schemas.openxmlformats.org/package/2006/relationships"><Relationship Id="rId4" Type="http://schemas.openxmlformats.org/officeDocument/2006/relationships/theme" Target="../theme/theme9.xml"/><Relationship Id="rId3" Type="http://schemas.openxmlformats.org/officeDocument/2006/relationships/image" Target="../media/image2.jpeg"/><Relationship Id="rId2" Type="http://schemas.openxmlformats.org/officeDocument/2006/relationships/slideLayout" Target="../slideLayouts/slideLayout18.xml"/><Relationship Id="rId1" Type="http://schemas.openxmlformats.org/officeDocument/2006/relationships/slideLayout" Target="../slideLayouts/slideLayout17.xml"/></Relationships>
</file>

<file path=ppt/slideMasters/_rels/slideMaster10.xml.rels><?xml version="1.0" encoding="UTF-8" standalone="yes"?>
<Relationships xmlns="http://schemas.openxmlformats.org/package/2006/relationships"><Relationship Id="rId4" Type="http://schemas.openxmlformats.org/officeDocument/2006/relationships/theme" Target="../theme/theme10.xml"/><Relationship Id="rId3" Type="http://schemas.openxmlformats.org/officeDocument/2006/relationships/image" Target="../media/image2.jpeg"/><Relationship Id="rId2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9.xml"/></Relationships>
</file>

<file path=ppt/slideMasters/_rels/slideMaster11.xml.rels><?xml version="1.0" encoding="UTF-8" standalone="yes"?>
<Relationships xmlns="http://schemas.openxmlformats.org/package/2006/relationships"><Relationship Id="rId4" Type="http://schemas.openxmlformats.org/officeDocument/2006/relationships/theme" Target="../theme/theme11.xml"/><Relationship Id="rId3" Type="http://schemas.openxmlformats.org/officeDocument/2006/relationships/image" Target="../media/image2.jpeg"/><Relationship Id="rId2" Type="http://schemas.openxmlformats.org/officeDocument/2006/relationships/slideLayout" Target="../slideLayouts/slideLayout22.xml"/><Relationship Id="rId1" Type="http://schemas.openxmlformats.org/officeDocument/2006/relationships/slideLayout" Target="../slideLayouts/slideLayout21.xml"/></Relationships>
</file>

<file path=ppt/slideMasters/_rels/slideMaster12.xml.rels><?xml version="1.0" encoding="UTF-8" standalone="yes"?>
<Relationships xmlns="http://schemas.openxmlformats.org/package/2006/relationships"><Relationship Id="rId4" Type="http://schemas.openxmlformats.org/officeDocument/2006/relationships/theme" Target="../theme/theme12.xml"/><Relationship Id="rId3" Type="http://schemas.openxmlformats.org/officeDocument/2006/relationships/image" Target="../media/image2.jpeg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/Relationships>
</file>

<file path=ppt/slideMasters/_rels/slideMaster13.xml.rels><?xml version="1.0" encoding="UTF-8" standalone="yes"?>
<Relationships xmlns="http://schemas.openxmlformats.org/package/2006/relationships"><Relationship Id="rId4" Type="http://schemas.openxmlformats.org/officeDocument/2006/relationships/theme" Target="../theme/theme13.xml"/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/Relationships>
</file>

<file path=ppt/slideMasters/_rels/slideMaster14.xml.rels><?xml version="1.0" encoding="UTF-8" standalone="yes"?>
<Relationships xmlns="http://schemas.openxmlformats.org/package/2006/relationships"><Relationship Id="rId4" Type="http://schemas.openxmlformats.org/officeDocument/2006/relationships/theme" Target="../theme/theme14.xml"/><Relationship Id="rId3" Type="http://schemas.openxmlformats.org/officeDocument/2006/relationships/image" Target="../media/image2.jpeg"/><Relationship Id="rId2" Type="http://schemas.openxmlformats.org/officeDocument/2006/relationships/slideLayout" Target="../slideLayouts/slideLayout28.xml"/><Relationship Id="rId1" Type="http://schemas.openxmlformats.org/officeDocument/2006/relationships/slideLayout" Target="../slideLayouts/slideLayout27.xml"/></Relationships>
</file>

<file path=ppt/slideMasters/_rels/slideMaster15.xml.rels><?xml version="1.0" encoding="UTF-8" standalone="yes"?>
<Relationships xmlns="http://schemas.openxmlformats.org/package/2006/relationships"><Relationship Id="rId4" Type="http://schemas.openxmlformats.org/officeDocument/2006/relationships/theme" Target="../theme/theme15.xml"/><Relationship Id="rId3" Type="http://schemas.openxmlformats.org/officeDocument/2006/relationships/image" Target="../media/image2.jpeg"/><Relationship Id="rId2" Type="http://schemas.openxmlformats.org/officeDocument/2006/relationships/slideLayout" Target="../slideLayouts/slideLayout30.xml"/><Relationship Id="rId1" Type="http://schemas.openxmlformats.org/officeDocument/2006/relationships/slideLayout" Target="../slideLayouts/slideLayout29.xml"/></Relationships>
</file>

<file path=ppt/slideMasters/_rels/slideMaster16.xml.rels><?xml version="1.0" encoding="UTF-8" standalone="yes"?>
<Relationships xmlns="http://schemas.openxmlformats.org/package/2006/relationships"><Relationship Id="rId4" Type="http://schemas.openxmlformats.org/officeDocument/2006/relationships/theme" Target="../theme/theme16.xml"/><Relationship Id="rId3" Type="http://schemas.openxmlformats.org/officeDocument/2006/relationships/image" Target="../media/image2.jpeg"/><Relationship Id="rId2" Type="http://schemas.openxmlformats.org/officeDocument/2006/relationships/slideLayout" Target="../slideLayouts/slideLayout32.xml"/><Relationship Id="rId1" Type="http://schemas.openxmlformats.org/officeDocument/2006/relationships/slideLayout" Target="../slideLayouts/slideLayout31.xml"/></Relationships>
</file>

<file path=ppt/slideMasters/_rels/slideMaster17.xml.rels><?xml version="1.0" encoding="UTF-8" standalone="yes"?>
<Relationships xmlns="http://schemas.openxmlformats.org/package/2006/relationships"><Relationship Id="rId4" Type="http://schemas.openxmlformats.org/officeDocument/2006/relationships/theme" Target="../theme/theme17.xml"/><Relationship Id="rId3" Type="http://schemas.openxmlformats.org/officeDocument/2006/relationships/image" Target="../media/image2.jpeg"/><Relationship Id="rId2" Type="http://schemas.openxmlformats.org/officeDocument/2006/relationships/slideLayout" Target="../slideLayouts/slideLayout34.xml"/><Relationship Id="rId1" Type="http://schemas.openxmlformats.org/officeDocument/2006/relationships/slideLayout" Target="../slideLayouts/slideLayout33.xml"/></Relationships>
</file>

<file path=ppt/slideMasters/_rels/slideMaster18.xml.rels><?xml version="1.0" encoding="UTF-8" standalone="yes"?>
<Relationships xmlns="http://schemas.openxmlformats.org/package/2006/relationships"><Relationship Id="rId4" Type="http://schemas.openxmlformats.org/officeDocument/2006/relationships/theme" Target="../theme/theme18.xml"/><Relationship Id="rId3" Type="http://schemas.openxmlformats.org/officeDocument/2006/relationships/image" Target="../media/image2.jpeg"/><Relationship Id="rId2" Type="http://schemas.openxmlformats.org/officeDocument/2006/relationships/slideLayout" Target="../slideLayouts/slideLayout36.xml"/><Relationship Id="rId1" Type="http://schemas.openxmlformats.org/officeDocument/2006/relationships/slideLayout" Target="../slideLayouts/slideLayout35.xml"/></Relationships>
</file>

<file path=ppt/slideMasters/_rels/slideMaster19.xml.rels><?xml version="1.0" encoding="UTF-8" standalone="yes"?>
<Relationships xmlns="http://schemas.openxmlformats.org/package/2006/relationships"><Relationship Id="rId4" Type="http://schemas.openxmlformats.org/officeDocument/2006/relationships/theme" Target="../theme/theme19.xml"/><Relationship Id="rId3" Type="http://schemas.openxmlformats.org/officeDocument/2006/relationships/image" Target="../media/image2.jpeg"/><Relationship Id="rId2" Type="http://schemas.openxmlformats.org/officeDocument/2006/relationships/slideLayout" Target="../slideLayouts/slideLayout38.xml"/><Relationship Id="rId1" Type="http://schemas.openxmlformats.org/officeDocument/2006/relationships/slideLayout" Target="../slideLayouts/slideLayout37.xml"/></Relationships>
</file>

<file path=ppt/slideMasters/_rels/slideMaster20.xml.rels><?xml version="1.0" encoding="UTF-8" standalone="yes"?>
<Relationships xmlns="http://schemas.openxmlformats.org/package/2006/relationships"><Relationship Id="rId4" Type="http://schemas.openxmlformats.org/officeDocument/2006/relationships/theme" Target="../theme/theme20.xml"/><Relationship Id="rId3" Type="http://schemas.openxmlformats.org/officeDocument/2006/relationships/image" Target="../media/image2.jpeg"/><Relationship Id="rId2" Type="http://schemas.openxmlformats.org/officeDocument/2006/relationships/slideLayout" Target="../slideLayouts/slideLayout40.xml"/><Relationship Id="rId1" Type="http://schemas.openxmlformats.org/officeDocument/2006/relationships/slideLayout" Target="../slideLayouts/slideLayout39.xml"/></Relationships>
</file>

<file path=ppt/slideMasters/_rels/slideMaster21.xml.rels><?xml version="1.0" encoding="UTF-8" standalone="yes"?>
<Relationships xmlns="http://schemas.openxmlformats.org/package/2006/relationships"><Relationship Id="rId4" Type="http://schemas.openxmlformats.org/officeDocument/2006/relationships/theme" Target="../theme/theme21.xml"/><Relationship Id="rId3" Type="http://schemas.openxmlformats.org/officeDocument/2006/relationships/image" Target="../media/image2.jpeg"/><Relationship Id="rId2" Type="http://schemas.openxmlformats.org/officeDocument/2006/relationships/slideLayout" Target="../slideLayouts/slideLayout42.xml"/><Relationship Id="rId1" Type="http://schemas.openxmlformats.org/officeDocument/2006/relationships/slideLayout" Target="../slideLayouts/slideLayout41.xml"/></Relationships>
</file>

<file path=ppt/slideMasters/_rels/slideMaster22.xml.rels><?xml version="1.0" encoding="UTF-8" standalone="yes"?>
<Relationships xmlns="http://schemas.openxmlformats.org/package/2006/relationships"><Relationship Id="rId4" Type="http://schemas.openxmlformats.org/officeDocument/2006/relationships/theme" Target="../theme/theme22.xml"/><Relationship Id="rId3" Type="http://schemas.openxmlformats.org/officeDocument/2006/relationships/image" Target="../media/image2.jpeg"/><Relationship Id="rId2" Type="http://schemas.openxmlformats.org/officeDocument/2006/relationships/slideLayout" Target="../slideLayouts/slideLayout44.xml"/><Relationship Id="rId1" Type="http://schemas.openxmlformats.org/officeDocument/2006/relationships/slideLayout" Target="../slideLayouts/slideLayout43.xml"/></Relationships>
</file>

<file path=ppt/slideMasters/_rels/slideMaster23.xml.rels><?xml version="1.0" encoding="UTF-8" standalone="yes"?>
<Relationships xmlns="http://schemas.openxmlformats.org/package/2006/relationships"><Relationship Id="rId4" Type="http://schemas.openxmlformats.org/officeDocument/2006/relationships/theme" Target="../theme/theme23.xml"/><Relationship Id="rId3" Type="http://schemas.openxmlformats.org/officeDocument/2006/relationships/image" Target="../media/image2.jpeg"/><Relationship Id="rId2" Type="http://schemas.openxmlformats.org/officeDocument/2006/relationships/slideLayout" Target="../slideLayouts/slideLayout46.xml"/><Relationship Id="rId1" Type="http://schemas.openxmlformats.org/officeDocument/2006/relationships/slideLayout" Target="../slideLayouts/slideLayout45.xml"/></Relationships>
</file>

<file path=ppt/slideMasters/_rels/slideMaster24.xml.rels><?xml version="1.0" encoding="UTF-8" standalone="yes"?>
<Relationships xmlns="http://schemas.openxmlformats.org/package/2006/relationships"><Relationship Id="rId4" Type="http://schemas.openxmlformats.org/officeDocument/2006/relationships/theme" Target="../theme/theme24.xml"/><Relationship Id="rId3" Type="http://schemas.openxmlformats.org/officeDocument/2006/relationships/image" Target="../media/image2.jpeg"/><Relationship Id="rId2" Type="http://schemas.openxmlformats.org/officeDocument/2006/relationships/slideLayout" Target="../slideLayouts/slideLayout48.xml"/><Relationship Id="rId1" Type="http://schemas.openxmlformats.org/officeDocument/2006/relationships/slideLayout" Target="../slideLayouts/slideLayout47.xml"/></Relationships>
</file>

<file path=ppt/slideMasters/_rels/slideMaster25.xml.rels><?xml version="1.0" encoding="UTF-8" standalone="yes"?>
<Relationships xmlns="http://schemas.openxmlformats.org/package/2006/relationships"><Relationship Id="rId4" Type="http://schemas.openxmlformats.org/officeDocument/2006/relationships/theme" Target="../theme/theme25.xml"/><Relationship Id="rId3" Type="http://schemas.openxmlformats.org/officeDocument/2006/relationships/image" Target="../media/image2.jpeg"/><Relationship Id="rId2" Type="http://schemas.openxmlformats.org/officeDocument/2006/relationships/slideLayout" Target="../slideLayouts/slideLayout50.xml"/><Relationship Id="rId1" Type="http://schemas.openxmlformats.org/officeDocument/2006/relationships/slideLayout" Target="../slideLayouts/slideLayout49.xml"/></Relationships>
</file>

<file path=ppt/slideMasters/_rels/slideMaster26.xml.rels><?xml version="1.0" encoding="UTF-8" standalone="yes"?>
<Relationships xmlns="http://schemas.openxmlformats.org/package/2006/relationships"><Relationship Id="rId4" Type="http://schemas.openxmlformats.org/officeDocument/2006/relationships/theme" Target="../theme/theme26.xml"/><Relationship Id="rId3" Type="http://schemas.openxmlformats.org/officeDocument/2006/relationships/image" Target="../media/image2.jpeg"/><Relationship Id="rId2" Type="http://schemas.openxmlformats.org/officeDocument/2006/relationships/slideLayout" Target="../slideLayouts/slideLayout52.xml"/><Relationship Id="rId1" Type="http://schemas.openxmlformats.org/officeDocument/2006/relationships/slideLayout" Target="../slideLayouts/slideLayout51.xml"/></Relationships>
</file>

<file path=ppt/slideMasters/_rels/slideMaster27.xml.rels><?xml version="1.0" encoding="UTF-8" standalone="yes"?>
<Relationships xmlns="http://schemas.openxmlformats.org/package/2006/relationships"><Relationship Id="rId4" Type="http://schemas.openxmlformats.org/officeDocument/2006/relationships/theme" Target="../theme/theme27.xml"/><Relationship Id="rId3" Type="http://schemas.openxmlformats.org/officeDocument/2006/relationships/image" Target="../media/image2.jpeg"/><Relationship Id="rId2" Type="http://schemas.openxmlformats.org/officeDocument/2006/relationships/slideLayout" Target="../slideLayouts/slideLayout54.xml"/><Relationship Id="rId1" Type="http://schemas.openxmlformats.org/officeDocument/2006/relationships/slideLayout" Target="../slideLayouts/slideLayout53.xml"/></Relationships>
</file>

<file path=ppt/slideMasters/_rels/slideMaster28.xml.rels><?xml version="1.0" encoding="UTF-8" standalone="yes"?>
<Relationships xmlns="http://schemas.openxmlformats.org/package/2006/relationships"><Relationship Id="rId4" Type="http://schemas.openxmlformats.org/officeDocument/2006/relationships/theme" Target="../theme/theme28.xml"/><Relationship Id="rId3" Type="http://schemas.openxmlformats.org/officeDocument/2006/relationships/image" Target="../media/image2.jpeg"/><Relationship Id="rId2" Type="http://schemas.openxmlformats.org/officeDocument/2006/relationships/slideLayout" Target="../slideLayouts/slideLayout56.xml"/><Relationship Id="rId1" Type="http://schemas.openxmlformats.org/officeDocument/2006/relationships/slideLayout" Target="../slideLayouts/slideLayout55.xml"/></Relationships>
</file>

<file path=ppt/slideMasters/_rels/slideMaster29.xml.rels><?xml version="1.0" encoding="UTF-8" standalone="yes"?>
<Relationships xmlns="http://schemas.openxmlformats.org/package/2006/relationships"><Relationship Id="rId4" Type="http://schemas.openxmlformats.org/officeDocument/2006/relationships/theme" Target="../theme/theme29.xml"/><Relationship Id="rId3" Type="http://schemas.openxmlformats.org/officeDocument/2006/relationships/image" Target="../media/image2.jpeg"/><Relationship Id="rId2" Type="http://schemas.openxmlformats.org/officeDocument/2006/relationships/slideLayout" Target="../slideLayouts/slideLayout58.xml"/><Relationship Id="rId1" Type="http://schemas.openxmlformats.org/officeDocument/2006/relationships/slideLayout" Target="../slideLayouts/slideLayout57.xml"/></Relationships>
</file>

<file path=ppt/slideMasters/_rels/slideMaster30.xml.rels><?xml version="1.0" encoding="UTF-8" standalone="yes"?>
<Relationships xmlns="http://schemas.openxmlformats.org/package/2006/relationships"><Relationship Id="rId4" Type="http://schemas.openxmlformats.org/officeDocument/2006/relationships/theme" Target="../theme/theme30.xml"/><Relationship Id="rId3" Type="http://schemas.openxmlformats.org/officeDocument/2006/relationships/image" Target="../media/image2.jpeg"/><Relationship Id="rId2" Type="http://schemas.openxmlformats.org/officeDocument/2006/relationships/slideLayout" Target="../slideLayouts/slideLayout60.xml"/><Relationship Id="rId1" Type="http://schemas.openxmlformats.org/officeDocument/2006/relationships/slideLayout" Target="../slideLayouts/slideLayout59.xml"/></Relationships>
</file>

<file path=ppt/slideMasters/_rels/slideMaster31.xml.rels><?xml version="1.0" encoding="UTF-8" standalone="yes"?>
<Relationships xmlns="http://schemas.openxmlformats.org/package/2006/relationships"><Relationship Id="rId4" Type="http://schemas.openxmlformats.org/officeDocument/2006/relationships/theme" Target="../theme/theme31.xml"/><Relationship Id="rId3" Type="http://schemas.openxmlformats.org/officeDocument/2006/relationships/image" Target="../media/image2.jpeg"/><Relationship Id="rId2" Type="http://schemas.openxmlformats.org/officeDocument/2006/relationships/slideLayout" Target="../slideLayouts/slideLayout62.xml"/><Relationship Id="rId1" Type="http://schemas.openxmlformats.org/officeDocument/2006/relationships/slideLayout" Target="../slideLayouts/slideLayout61.xml"/></Relationships>
</file>

<file path=ppt/slideMasters/_rels/slideMaster32.xml.rels><?xml version="1.0" encoding="UTF-8" standalone="yes"?>
<Relationships xmlns="http://schemas.openxmlformats.org/package/2006/relationships"><Relationship Id="rId4" Type="http://schemas.openxmlformats.org/officeDocument/2006/relationships/theme" Target="../theme/theme32.xml"/><Relationship Id="rId3" Type="http://schemas.openxmlformats.org/officeDocument/2006/relationships/image" Target="../media/image2.jpeg"/><Relationship Id="rId2" Type="http://schemas.openxmlformats.org/officeDocument/2006/relationships/slideLayout" Target="../slideLayouts/slideLayout64.xml"/><Relationship Id="rId1" Type="http://schemas.openxmlformats.org/officeDocument/2006/relationships/slideLayout" Target="../slideLayouts/slideLayout63.xml"/></Relationships>
</file>

<file path=ppt/slideMasters/_rels/slideMaster33.xml.rels><?xml version="1.0" encoding="UTF-8" standalone="yes"?>
<Relationships xmlns="http://schemas.openxmlformats.org/package/2006/relationships"><Relationship Id="rId4" Type="http://schemas.openxmlformats.org/officeDocument/2006/relationships/theme" Target="../theme/theme33.xml"/><Relationship Id="rId3" Type="http://schemas.openxmlformats.org/officeDocument/2006/relationships/image" Target="../media/image2.jpeg"/><Relationship Id="rId2" Type="http://schemas.openxmlformats.org/officeDocument/2006/relationships/slideLayout" Target="../slideLayouts/slideLayout66.xml"/><Relationship Id="rId1" Type="http://schemas.openxmlformats.org/officeDocument/2006/relationships/slideLayout" Target="../slideLayouts/slideLayout6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9785370" name="Title Placeholder 1"/>
          <p:cNvSpPr>
            <a:spLocks noGrp="1" noChangeShapeType="1"/>
          </p:cNvSpPr>
          <p:nvPr>
            <p:ph type="title"/>
          </p:nvPr>
        </p:nvSpPr>
        <p:spPr bwMode="auto">
          <a:xfrm>
            <a:off x="628650" y="365125"/>
            <a:ext cx="7886700" cy="1325562"/>
          </a:xfrm>
          <a:prstGeom prst="rect">
            <a:avLst/>
          </a:prstGeom>
          <a:noFill/>
        </p:spPr>
        <p:txBody>
          <a:bodyPr lIns="91423" tIns="45711" rIns="91423" bIns="45711" anchor="ctr" anchorCtr="0"/>
          <a:lstStyle/>
          <a:p>
            <a:pPr marL="0" lvl="0" indent="0">
              <a:spcBef>
                <a:spcPts val="0"/>
              </a:spcBef>
              <a:buNone/>
              <a:defRPr/>
            </a:pPr>
            <a:r>
              <a:t>Click to edit Master title style</a:t>
            </a:r>
          </a:p>
        </p:txBody>
      </p:sp>
      <p:sp>
        <p:nvSpPr>
          <p:cNvPr id="1915649545" name="Text Placeholder 2"/>
          <p:cNvSpPr>
            <a:spLocks noGrp="1" noChangeShapeType="1"/>
          </p:cNvSpPr>
          <p:nvPr>
            <p:ph type="body" idx="1"/>
          </p:nvPr>
        </p:nvSpPr>
        <p:spPr bwMode="auto">
          <a:xfrm>
            <a:off x="628650" y="1825625"/>
            <a:ext cx="7886700" cy="4351337"/>
          </a:xfrm>
          <a:prstGeom prst="rect">
            <a:avLst/>
          </a:prstGeom>
          <a:noFill/>
        </p:spPr>
        <p:txBody>
          <a:bodyPr lIns="91423" tIns="45711" rIns="91423" bIns="45711"/>
          <a:lstStyle>
            <a:lvl1pPr marL="226695" indent="0" algn="l" defTabSz="914400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har char="•"/>
              <a:defRPr sz="2800" b="0" i="0">
                <a:solidFill>
                  <a:schemeClr val="dk1"/>
                </a:solidFill>
                <a:latin typeface="Calibri"/>
              </a:defRPr>
            </a:lvl1pPr>
            <a:lvl2pPr marL="683895" indent="457200" algn="l" defTabSz="914400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 sz="2400" b="0" i="0">
                <a:solidFill>
                  <a:schemeClr val="dk1"/>
                </a:solidFill>
                <a:latin typeface="Calibri"/>
              </a:defRPr>
            </a:lvl2pPr>
            <a:lvl3pPr marL="1141095" indent="914400" algn="l" defTabSz="914400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 sz="2000" b="0" i="0">
                <a:solidFill>
                  <a:schemeClr val="dk1"/>
                </a:solidFill>
                <a:latin typeface="Calibri"/>
              </a:defRPr>
            </a:lvl3pPr>
            <a:lvl4pPr marL="1598295" indent="1371600" algn="l" defTabSz="914400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 sz="1800" b="0" i="0">
                <a:solidFill>
                  <a:schemeClr val="dk1"/>
                </a:solidFill>
                <a:latin typeface="Calibri"/>
              </a:defRPr>
            </a:lvl4pPr>
            <a:lvl5pPr marL="2055495" indent="1828800" algn="l" defTabSz="914400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 sz="1800" b="0" i="0">
                <a:solidFill>
                  <a:schemeClr val="dk1"/>
                </a:solidFill>
                <a:latin typeface="Calibri"/>
              </a:defRPr>
            </a:lvl5pPr>
          </a:lstStyle>
          <a:p>
            <a:pPr marL="226695" lvl="0" indent="-226695">
              <a:spcBef>
                <a:spcPts val="1000"/>
              </a:spcBef>
              <a:buFont typeface="Arial"/>
              <a:buChar char="•"/>
              <a:defRPr/>
            </a:pPr>
            <a:r>
              <a:t>Click to edit Master text styles</a:t>
            </a:r>
          </a:p>
          <a:p>
            <a:pPr marL="683895" lvl="1" indent="-226695">
              <a:spcBef>
                <a:spcPts val="500"/>
              </a:spcBef>
              <a:buFont typeface="Arial"/>
              <a:buChar char="•"/>
              <a:defRPr/>
            </a:pPr>
            <a:r>
              <a:t>Second level</a:t>
            </a:r>
          </a:p>
          <a:p>
            <a:pPr marL="1141095" lvl="2" indent="-226695">
              <a:spcBef>
                <a:spcPts val="500"/>
              </a:spcBef>
              <a:buFont typeface="Arial"/>
              <a:buChar char="•"/>
              <a:defRPr/>
            </a:pPr>
            <a:r>
              <a:t>Third level</a:t>
            </a:r>
          </a:p>
          <a:p>
            <a:pPr marL="1598295" lvl="3" indent="-226695">
              <a:spcBef>
                <a:spcPts val="500"/>
              </a:spcBef>
              <a:buFont typeface="Arial"/>
              <a:buChar char="•"/>
              <a:defRPr/>
            </a:pPr>
            <a:r>
              <a:t>Fourth level</a:t>
            </a:r>
          </a:p>
          <a:p>
            <a:pPr marL="2055495" lvl="4" indent="-226695">
              <a:spcBef>
                <a:spcPts val="500"/>
              </a:spcBef>
              <a:buFont typeface="Arial"/>
              <a:buChar char="•"/>
              <a:defRPr/>
            </a:pPr>
            <a:r>
              <a:t>Fifth level</a:t>
            </a:r>
          </a:p>
        </p:txBody>
      </p:sp>
      <p:sp>
        <p:nvSpPr>
          <p:cNvPr id="1533927802" name="Date Placeholder 3"/>
          <p:cNvSpPr>
            <a:spLocks noGrp="1" noChangeShapeType="1"/>
          </p:cNvSpPr>
          <p:nvPr>
            <p:ph type="dt" idx="2"/>
          </p:nvPr>
        </p:nvSpPr>
        <p:spPr bwMode="auto">
          <a:xfrm>
            <a:off x="628650" y="6356350"/>
            <a:ext cx="2057400" cy="365125"/>
          </a:xfrm>
          <a:prstGeom prst="rect">
            <a:avLst/>
          </a:prstGeom>
          <a:noFill/>
        </p:spPr>
        <p:txBody>
          <a:bodyPr lIns="91423" tIns="45711" rIns="91423" bIns="45711" anchor="ctr" anchorCtr="0"/>
          <a:lstStyle>
            <a:lvl1pPr marL="0" indent="0" algn="l" defTabSz="91249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Calibri"/>
              </a:defRPr>
            </a:lvl1pPr>
            <a:lvl2pPr marL="455295" indent="455295" algn="l" defTabSz="91249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Calibri"/>
              </a:defRPr>
            </a:lvl2pPr>
            <a:lvl3pPr marL="912495" indent="912495" algn="l" defTabSz="91249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Calibri"/>
              </a:defRPr>
            </a:lvl3pPr>
            <a:lvl4pPr marL="1369695" indent="1369695" algn="l" defTabSz="91249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Calibri"/>
              </a:defRPr>
            </a:lvl4pPr>
            <a:lvl5pPr marL="1826895" indent="1826895" algn="l" defTabSz="91249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Calibri"/>
              </a:defRPr>
            </a:lvl5pPr>
          </a:lstStyle>
          <a:p>
            <a:pPr marL="0" lvl="0" indent="0">
              <a:spcBef>
                <a:spcPts val="0"/>
              </a:spcBef>
              <a:buNone/>
              <a:defRPr/>
            </a:pPr>
            <a:r>
              <a:rPr lang="en-ZA" sz="1200">
                <a:solidFill>
                  <a:srgbClr val="898989"/>
                </a:solidFill>
                <a:latin typeface="Calibri"/>
              </a:rPr>
              <a:t>*</a:t>
            </a:r>
            <a:endParaRPr lang="en-ZA" sz="1200">
              <a:solidFill>
                <a:srgbClr val="898989"/>
              </a:solidFill>
              <a:latin typeface="Calibri"/>
            </a:endParaRPr>
          </a:p>
        </p:txBody>
      </p:sp>
      <p:sp>
        <p:nvSpPr>
          <p:cNvPr id="1653520011" name="Footer Placeholder 4"/>
          <p:cNvSpPr>
            <a:spLocks noGrp="1" noChangeShapeType="1"/>
          </p:cNvSpPr>
          <p:nvPr>
            <p:ph type="ftr" idx="3"/>
          </p:nvPr>
        </p:nvSpPr>
        <p:spPr bwMode="auto">
          <a:xfrm>
            <a:off x="3028950" y="6356350"/>
            <a:ext cx="3086100" cy="365125"/>
          </a:xfrm>
          <a:prstGeom prst="rect">
            <a:avLst/>
          </a:prstGeom>
          <a:noFill/>
        </p:spPr>
        <p:txBody>
          <a:bodyPr lIns="91423" tIns="45711" rIns="91423" bIns="45711" anchor="ctr" anchorCtr="0"/>
          <a:lstStyle/>
          <a:p>
            <a:pPr>
              <a:defRPr/>
            </a:pPr>
            <a:endParaRPr sz="1400"/>
          </a:p>
        </p:txBody>
      </p:sp>
      <p:sp>
        <p:nvSpPr>
          <p:cNvPr id="1485761201" name="Slide Number Placeholder 5"/>
          <p:cNvSpPr>
            <a:spLocks noGrp="1" noChangeShapeType="1"/>
          </p:cNvSpPr>
          <p:nvPr>
            <p:ph type="sldNum" idx="4"/>
          </p:nvPr>
        </p:nvSpPr>
        <p:spPr bwMode="auto">
          <a:xfrm>
            <a:off x="6457950" y="6356350"/>
            <a:ext cx="2057400" cy="365125"/>
          </a:xfrm>
          <a:prstGeom prst="rect">
            <a:avLst/>
          </a:prstGeom>
          <a:noFill/>
        </p:spPr>
        <p:txBody>
          <a:bodyPr lIns="91423" tIns="45711" rIns="91423" bIns="45711" anchor="ctr" anchorCtr="0"/>
          <a:lstStyle>
            <a:lvl1pPr marL="0" indent="0" algn="l" defTabSz="91249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Calibri"/>
              </a:defRPr>
            </a:lvl1pPr>
            <a:lvl2pPr marL="455295" indent="455295" algn="l" defTabSz="91249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Calibri"/>
              </a:defRPr>
            </a:lvl2pPr>
            <a:lvl3pPr marL="912495" indent="912495" algn="l" defTabSz="91249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Calibri"/>
              </a:defRPr>
            </a:lvl3pPr>
            <a:lvl4pPr marL="1369695" indent="1369695" algn="l" defTabSz="91249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Calibri"/>
              </a:defRPr>
            </a:lvl4pPr>
            <a:lvl5pPr marL="1826895" indent="1826895" algn="l" defTabSz="91249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Calibri"/>
              </a:defRPr>
            </a:lvl5pPr>
          </a:lstStyle>
          <a:p>
            <a:pPr marL="0" lvl="0" indent="0" algn="r">
              <a:spcBef>
                <a:spcPts val="0"/>
              </a:spcBef>
              <a:buNone/>
              <a:defRPr/>
            </a:pPr>
            <a:fld id="{D038279B-FC19-497E-A7D1-5ADD9CAF016F}" type="slidenum">
              <a:rPr lang="en-ZA" sz="1200">
                <a:solidFill>
                  <a:srgbClr val="898989"/>
                </a:solidFill>
                <a:latin typeface="Calibri"/>
              </a:rPr>
            </a:fld>
            <a:endParaRPr lang="en-ZA" sz="1200">
              <a:solidFill>
                <a:srgbClr val="898989"/>
              </a:solidFill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marL="0" indent="0" algn="l" defTabSz="914400" rtl="0">
        <a:lnSpc>
          <a:spcPct val="90000"/>
        </a:lnSpc>
        <a:spcBef>
          <a:spcPts val="0"/>
        </a:spcBef>
        <a:spcAft>
          <a:spcPts val="0"/>
        </a:spcAft>
        <a:buNone/>
        <a:defRPr lang="en-US" sz="4400" b="0" i="0">
          <a:solidFill>
            <a:schemeClr val="dk1"/>
          </a:solidFill>
          <a:latin typeface="Calibri Light"/>
        </a:defRPr>
      </a:lvl1pPr>
      <a:lvl2pPr marL="0" indent="0" algn="l" defTabSz="914400" rtl="0">
        <a:lnSpc>
          <a:spcPct val="90000"/>
        </a:lnSpc>
        <a:spcBef>
          <a:spcPts val="0"/>
        </a:spcBef>
        <a:spcAft>
          <a:spcPts val="0"/>
        </a:spcAft>
        <a:buNone/>
        <a:defRPr lang="en-US" sz="4400" b="0" i="0">
          <a:solidFill>
            <a:schemeClr val="dk1"/>
          </a:solidFill>
          <a:latin typeface="Calibri Light"/>
        </a:defRPr>
      </a:lvl2pPr>
      <a:lvl3pPr marL="0" indent="0" algn="l" defTabSz="914400" rtl="0">
        <a:lnSpc>
          <a:spcPct val="90000"/>
        </a:lnSpc>
        <a:spcBef>
          <a:spcPts val="0"/>
        </a:spcBef>
        <a:spcAft>
          <a:spcPts val="0"/>
        </a:spcAft>
        <a:buNone/>
        <a:defRPr lang="en-US" sz="4400" b="0" i="0">
          <a:solidFill>
            <a:schemeClr val="dk1"/>
          </a:solidFill>
          <a:latin typeface="Calibri Light"/>
        </a:defRPr>
      </a:lvl3pPr>
      <a:lvl4pPr marL="0" indent="0" algn="l" defTabSz="914400" rtl="0">
        <a:lnSpc>
          <a:spcPct val="90000"/>
        </a:lnSpc>
        <a:spcBef>
          <a:spcPts val="0"/>
        </a:spcBef>
        <a:spcAft>
          <a:spcPts val="0"/>
        </a:spcAft>
        <a:buNone/>
        <a:defRPr lang="en-US" sz="4400" b="0" i="0">
          <a:solidFill>
            <a:schemeClr val="dk1"/>
          </a:solidFill>
          <a:latin typeface="Calibri Light"/>
        </a:defRPr>
      </a:lvl4pPr>
      <a:lvl5pPr marL="0" indent="0" algn="l" defTabSz="914400" rtl="0">
        <a:lnSpc>
          <a:spcPct val="90000"/>
        </a:lnSpc>
        <a:spcBef>
          <a:spcPts val="0"/>
        </a:spcBef>
        <a:spcAft>
          <a:spcPts val="0"/>
        </a:spcAft>
        <a:buNone/>
        <a:defRPr lang="en-US" sz="4400" b="0" i="0">
          <a:solidFill>
            <a:schemeClr val="dk1"/>
          </a:solidFill>
          <a:latin typeface="Calibri Light"/>
        </a:defRPr>
      </a:lvl5pPr>
      <a:lvl6pPr>
        <a:defRPr lang="en-US" sz="1800"/>
      </a:lvl6pPr>
      <a:lvl7pPr>
        <a:defRPr lang="en-US" sz="1800"/>
      </a:lvl7pPr>
      <a:lvl8pPr>
        <a:defRPr lang="en-US" sz="1800"/>
      </a:lvl8pPr>
      <a:lvl9pPr>
        <a:defRPr lang="en-US" sz="1800"/>
      </a:lvl9pPr>
    </p:titleStyle>
    <p:bodyStyle>
      <a:lvl1pPr marL="226695" indent="0" algn="l" defTabSz="914400" rtl="0">
        <a:lnSpc>
          <a:spcPct val="90000"/>
        </a:lnSpc>
        <a:spcBef>
          <a:spcPts val="1000"/>
        </a:spcBef>
        <a:spcAft>
          <a:spcPts val="0"/>
        </a:spcAft>
        <a:buFont typeface="Arial"/>
        <a:buChar char="•"/>
        <a:defRPr lang="en-US" sz="2800" b="0" i="0">
          <a:solidFill>
            <a:schemeClr val="dk1"/>
          </a:solidFill>
          <a:latin typeface="Calibri"/>
        </a:defRPr>
      </a:lvl1pPr>
      <a:lvl2pPr marL="683895" indent="457200" algn="l" defTabSz="914400" rtl="0">
        <a:lnSpc>
          <a:spcPct val="90000"/>
        </a:lnSpc>
        <a:spcBef>
          <a:spcPts val="500"/>
        </a:spcBef>
        <a:spcAft>
          <a:spcPts val="0"/>
        </a:spcAft>
        <a:buFont typeface="Arial"/>
        <a:buChar char="•"/>
        <a:defRPr lang="en-US" sz="2400" b="0" i="0">
          <a:solidFill>
            <a:schemeClr val="dk1"/>
          </a:solidFill>
          <a:latin typeface="Calibri"/>
        </a:defRPr>
      </a:lvl2pPr>
      <a:lvl3pPr marL="1141095" indent="914400" algn="l" defTabSz="914400" rtl="0">
        <a:lnSpc>
          <a:spcPct val="90000"/>
        </a:lnSpc>
        <a:spcBef>
          <a:spcPts val="500"/>
        </a:spcBef>
        <a:spcAft>
          <a:spcPts val="0"/>
        </a:spcAft>
        <a:buFont typeface="Arial"/>
        <a:buChar char="•"/>
        <a:defRPr lang="en-US" sz="2000" b="0" i="0">
          <a:solidFill>
            <a:schemeClr val="dk1"/>
          </a:solidFill>
          <a:latin typeface="Calibri"/>
        </a:defRPr>
      </a:lvl3pPr>
      <a:lvl4pPr marL="1598295" indent="1371600" algn="l" defTabSz="914400" rtl="0">
        <a:lnSpc>
          <a:spcPct val="90000"/>
        </a:lnSpc>
        <a:spcBef>
          <a:spcPts val="500"/>
        </a:spcBef>
        <a:spcAft>
          <a:spcPts val="0"/>
        </a:spcAft>
        <a:buFont typeface="Arial"/>
        <a:buChar char="•"/>
        <a:defRPr lang="en-US" sz="1800" b="0" i="0">
          <a:solidFill>
            <a:schemeClr val="dk1"/>
          </a:solidFill>
          <a:latin typeface="Calibri"/>
        </a:defRPr>
      </a:lvl4pPr>
      <a:lvl5pPr marL="2055495" indent="1828800" algn="l" defTabSz="914400" rtl="0">
        <a:lnSpc>
          <a:spcPct val="90000"/>
        </a:lnSpc>
        <a:spcBef>
          <a:spcPts val="500"/>
        </a:spcBef>
        <a:spcAft>
          <a:spcPts val="0"/>
        </a:spcAft>
        <a:buFont typeface="Arial"/>
        <a:buChar char="•"/>
        <a:defRPr lang="en-US" sz="1800" b="0" i="0">
          <a:solidFill>
            <a:schemeClr val="dk1"/>
          </a:solidFill>
          <a:latin typeface="Calibri"/>
        </a:defRPr>
      </a:lvl5pPr>
      <a:lvl6pPr>
        <a:defRPr lang="en-US" sz="1800"/>
      </a:lvl6pPr>
      <a:lvl7pPr>
        <a:defRPr lang="en-US" sz="1800"/>
      </a:lvl7pPr>
      <a:lvl8pPr>
        <a:defRPr lang="en-US" sz="1800"/>
      </a:lvl8pPr>
      <a:lvl9pPr>
        <a:defRPr lang="en-US" sz="1800"/>
      </a:lvl9pPr>
    </p:bodyStyle>
    <p:otherStyle>
      <a:lvl1pPr marL="0" indent="0" algn="l" defTabSz="914400" rtl="0">
        <a:lnSpc>
          <a:spcPct val="100000"/>
        </a:lnSpc>
        <a:spcBef>
          <a:spcPts val="0"/>
        </a:spcBef>
        <a:spcAft>
          <a:spcPts val="0"/>
        </a:spcAft>
        <a:buNone/>
        <a:defRPr lang="en-US" sz="1800" b="0" i="0">
          <a:solidFill>
            <a:schemeClr val="dk1"/>
          </a:solidFill>
          <a:latin typeface="Arial"/>
          <a:ea typeface="Arial"/>
        </a:defRPr>
      </a:lvl1pPr>
      <a:lvl2pPr marL="455295" indent="457200" algn="l" defTabSz="914400" rtl="0">
        <a:lnSpc>
          <a:spcPct val="100000"/>
        </a:lnSpc>
        <a:spcBef>
          <a:spcPts val="0"/>
        </a:spcBef>
        <a:spcAft>
          <a:spcPts val="0"/>
        </a:spcAft>
        <a:buNone/>
        <a:defRPr lang="en-US" sz="1800" b="0" i="0">
          <a:solidFill>
            <a:schemeClr val="dk1"/>
          </a:solidFill>
          <a:latin typeface="Arial"/>
          <a:ea typeface="Arial"/>
        </a:defRPr>
      </a:lvl2pPr>
      <a:lvl3pPr marL="912495" indent="914400" algn="l" defTabSz="914400" rtl="0">
        <a:lnSpc>
          <a:spcPct val="100000"/>
        </a:lnSpc>
        <a:spcBef>
          <a:spcPts val="0"/>
        </a:spcBef>
        <a:spcAft>
          <a:spcPts val="0"/>
        </a:spcAft>
        <a:buNone/>
        <a:defRPr lang="en-US" sz="1800" b="0" i="0">
          <a:solidFill>
            <a:schemeClr val="dk1"/>
          </a:solidFill>
          <a:latin typeface="Arial"/>
          <a:ea typeface="Arial"/>
        </a:defRPr>
      </a:lvl3pPr>
      <a:lvl4pPr marL="1369695" indent="1371600" algn="l" defTabSz="914400" rtl="0">
        <a:lnSpc>
          <a:spcPct val="100000"/>
        </a:lnSpc>
        <a:spcBef>
          <a:spcPts val="0"/>
        </a:spcBef>
        <a:spcAft>
          <a:spcPts val="0"/>
        </a:spcAft>
        <a:buNone/>
        <a:defRPr lang="en-US" sz="1800" b="0" i="0">
          <a:solidFill>
            <a:schemeClr val="dk1"/>
          </a:solidFill>
          <a:latin typeface="Arial"/>
          <a:ea typeface="Arial"/>
        </a:defRPr>
      </a:lvl4pPr>
      <a:lvl5pPr marL="1826895" indent="1828800" algn="l" defTabSz="914400" rtl="0">
        <a:lnSpc>
          <a:spcPct val="100000"/>
        </a:lnSpc>
        <a:spcBef>
          <a:spcPts val="0"/>
        </a:spcBef>
        <a:spcAft>
          <a:spcPts val="0"/>
        </a:spcAft>
        <a:buNone/>
        <a:defRPr lang="en-US" sz="1800" b="0" i="0">
          <a:solidFill>
            <a:schemeClr val="dk1"/>
          </a:solidFill>
          <a:latin typeface="Arial"/>
          <a:ea typeface="Arial"/>
        </a:defRPr>
      </a:lvl5pPr>
      <a:lvl6pPr>
        <a:defRPr lang="en-US" sz="1800"/>
      </a:lvl6pPr>
      <a:lvl7pPr>
        <a:defRPr lang="en-US" sz="1800"/>
      </a:lvl7pPr>
      <a:lvl8pPr>
        <a:defRPr lang="en-US" sz="1800"/>
      </a:lvl8pPr>
      <a:lvl9pPr>
        <a:defRPr lang="en-US" sz="1800"/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63839221" name="Title Placeholder 1"/>
          <p:cNvSpPr>
            <a:spLocks noGrp="1" noChangeShapeType="1"/>
          </p:cNvSpPr>
          <p:nvPr>
            <p:ph type="title"/>
          </p:nvPr>
        </p:nvSpPr>
        <p:spPr bwMode="auto">
          <a:xfrm>
            <a:off x="628650" y="365125"/>
            <a:ext cx="7886700" cy="1325562"/>
          </a:xfrm>
          <a:prstGeom prst="rect">
            <a:avLst/>
          </a:prstGeom>
          <a:noFill/>
        </p:spPr>
        <p:txBody>
          <a:bodyPr lIns="91423" tIns="45711" rIns="91423" bIns="45711" anchor="ctr" anchorCtr="0"/>
          <a:lstStyle/>
          <a:p>
            <a:pPr marL="0" lvl="0" indent="0">
              <a:spcBef>
                <a:spcPts val="0"/>
              </a:spcBef>
              <a:buNone/>
              <a:defRPr/>
            </a:pPr>
            <a:r>
              <a:t>Click to edit Master title style</a:t>
            </a:r>
          </a:p>
        </p:txBody>
      </p:sp>
      <p:sp>
        <p:nvSpPr>
          <p:cNvPr id="1918925962" name="Text Placeholder 2"/>
          <p:cNvSpPr>
            <a:spLocks noGrp="1" noChangeShapeType="1"/>
          </p:cNvSpPr>
          <p:nvPr>
            <p:ph type="body" idx="1"/>
          </p:nvPr>
        </p:nvSpPr>
        <p:spPr bwMode="auto">
          <a:xfrm>
            <a:off x="628650" y="1825625"/>
            <a:ext cx="7886700" cy="4351337"/>
          </a:xfrm>
          <a:prstGeom prst="rect">
            <a:avLst/>
          </a:prstGeom>
          <a:noFill/>
        </p:spPr>
        <p:txBody>
          <a:bodyPr lIns="91423" tIns="45711" rIns="91423" bIns="45711"/>
          <a:lstStyle>
            <a:lvl1pPr marL="226695" indent="0" algn="l" defTabSz="914400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har char="•"/>
              <a:defRPr sz="2800" b="0" i="0">
                <a:solidFill>
                  <a:schemeClr val="dk1"/>
                </a:solidFill>
                <a:latin typeface="Calibri"/>
              </a:defRPr>
            </a:lvl1pPr>
            <a:lvl2pPr marL="683895" indent="457200" algn="l" defTabSz="914400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 sz="2400" b="0" i="0">
                <a:solidFill>
                  <a:schemeClr val="dk1"/>
                </a:solidFill>
                <a:latin typeface="Calibri"/>
              </a:defRPr>
            </a:lvl2pPr>
            <a:lvl3pPr marL="1141095" indent="914400" algn="l" defTabSz="914400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 sz="2000" b="0" i="0">
                <a:solidFill>
                  <a:schemeClr val="dk1"/>
                </a:solidFill>
                <a:latin typeface="Calibri"/>
              </a:defRPr>
            </a:lvl3pPr>
            <a:lvl4pPr marL="1598295" indent="1371600" algn="l" defTabSz="914400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 sz="1800" b="0" i="0">
                <a:solidFill>
                  <a:schemeClr val="dk1"/>
                </a:solidFill>
                <a:latin typeface="Calibri"/>
              </a:defRPr>
            </a:lvl4pPr>
            <a:lvl5pPr marL="2055495" indent="1828800" algn="l" defTabSz="914400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 sz="1800" b="0" i="0">
                <a:solidFill>
                  <a:schemeClr val="dk1"/>
                </a:solidFill>
                <a:latin typeface="Calibri"/>
              </a:defRPr>
            </a:lvl5pPr>
          </a:lstStyle>
          <a:p>
            <a:pPr marL="226695" lvl="0" indent="-226695">
              <a:spcBef>
                <a:spcPts val="1000"/>
              </a:spcBef>
              <a:buFont typeface="Arial"/>
              <a:buChar char="•"/>
              <a:defRPr/>
            </a:pPr>
            <a:r>
              <a:t>Click to edit Master text styles</a:t>
            </a:r>
          </a:p>
          <a:p>
            <a:pPr marL="683895" lvl="1" indent="-226695">
              <a:spcBef>
                <a:spcPts val="500"/>
              </a:spcBef>
              <a:buFont typeface="Arial"/>
              <a:buChar char="•"/>
              <a:defRPr/>
            </a:pPr>
            <a:r>
              <a:t>Second level</a:t>
            </a:r>
          </a:p>
          <a:p>
            <a:pPr marL="1141095" lvl="2" indent="-226695">
              <a:spcBef>
                <a:spcPts val="500"/>
              </a:spcBef>
              <a:buFont typeface="Arial"/>
              <a:buChar char="•"/>
              <a:defRPr/>
            </a:pPr>
            <a:r>
              <a:t>Third level</a:t>
            </a:r>
          </a:p>
          <a:p>
            <a:pPr marL="1598295" lvl="3" indent="-226695">
              <a:spcBef>
                <a:spcPts val="500"/>
              </a:spcBef>
              <a:buFont typeface="Arial"/>
              <a:buChar char="•"/>
              <a:defRPr/>
            </a:pPr>
            <a:r>
              <a:t>Fourth level</a:t>
            </a:r>
          </a:p>
          <a:p>
            <a:pPr marL="2055495" lvl="4" indent="-226695">
              <a:spcBef>
                <a:spcPts val="500"/>
              </a:spcBef>
              <a:buFont typeface="Arial"/>
              <a:buChar char="•"/>
              <a:defRPr/>
            </a:pPr>
            <a:r>
              <a:t>Fifth level</a:t>
            </a:r>
          </a:p>
        </p:txBody>
      </p:sp>
      <p:sp>
        <p:nvSpPr>
          <p:cNvPr id="822793088" name="Date Placeholder 3"/>
          <p:cNvSpPr>
            <a:spLocks noGrp="1" noChangeShapeType="1"/>
          </p:cNvSpPr>
          <p:nvPr>
            <p:ph type="dt" idx="2"/>
          </p:nvPr>
        </p:nvSpPr>
        <p:spPr bwMode="auto">
          <a:xfrm>
            <a:off x="628650" y="6356350"/>
            <a:ext cx="2057400" cy="365125"/>
          </a:xfrm>
          <a:prstGeom prst="rect">
            <a:avLst/>
          </a:prstGeom>
          <a:noFill/>
        </p:spPr>
        <p:txBody>
          <a:bodyPr lIns="91423" tIns="45711" rIns="91423" bIns="45711" anchor="ctr" anchorCtr="0"/>
          <a:lstStyle>
            <a:lvl1pPr marL="0" indent="0" algn="l" defTabSz="91249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Calibri"/>
              </a:defRPr>
            </a:lvl1pPr>
            <a:lvl2pPr marL="455295" indent="455295" algn="l" defTabSz="91249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Calibri"/>
              </a:defRPr>
            </a:lvl2pPr>
            <a:lvl3pPr marL="912495" indent="912495" algn="l" defTabSz="91249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Calibri"/>
              </a:defRPr>
            </a:lvl3pPr>
            <a:lvl4pPr marL="1369695" indent="1369695" algn="l" defTabSz="91249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Calibri"/>
              </a:defRPr>
            </a:lvl4pPr>
            <a:lvl5pPr marL="1826895" indent="1826895" algn="l" defTabSz="91249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Calibri"/>
              </a:defRPr>
            </a:lvl5pPr>
          </a:lstStyle>
          <a:p>
            <a:pPr marL="0" lvl="0" indent="0">
              <a:spcBef>
                <a:spcPts val="0"/>
              </a:spcBef>
              <a:buNone/>
              <a:defRPr/>
            </a:pPr>
            <a:r>
              <a:rPr lang="en-ZA" sz="1200">
                <a:solidFill>
                  <a:srgbClr val="898989"/>
                </a:solidFill>
                <a:latin typeface="Calibri"/>
              </a:rPr>
              <a:t>*</a:t>
            </a:r>
            <a:endParaRPr lang="en-ZA" sz="1200">
              <a:solidFill>
                <a:srgbClr val="898989"/>
              </a:solidFill>
              <a:latin typeface="Calibri"/>
            </a:endParaRPr>
          </a:p>
        </p:txBody>
      </p:sp>
      <p:sp>
        <p:nvSpPr>
          <p:cNvPr id="843227588" name="Footer Placeholder 4"/>
          <p:cNvSpPr>
            <a:spLocks noGrp="1" noChangeShapeType="1"/>
          </p:cNvSpPr>
          <p:nvPr>
            <p:ph type="ftr" idx="3"/>
          </p:nvPr>
        </p:nvSpPr>
        <p:spPr bwMode="auto">
          <a:xfrm>
            <a:off x="3028950" y="6356350"/>
            <a:ext cx="3086100" cy="365125"/>
          </a:xfrm>
          <a:prstGeom prst="rect">
            <a:avLst/>
          </a:prstGeom>
          <a:noFill/>
        </p:spPr>
        <p:txBody>
          <a:bodyPr lIns="91423" tIns="45711" rIns="91423" bIns="45711" anchor="ctr" anchorCtr="0"/>
          <a:lstStyle/>
          <a:p>
            <a:pPr>
              <a:defRPr/>
            </a:pPr>
            <a:endParaRPr sz="1400"/>
          </a:p>
        </p:txBody>
      </p:sp>
      <p:sp>
        <p:nvSpPr>
          <p:cNvPr id="734353414" name="Slide Number Placeholder 5"/>
          <p:cNvSpPr>
            <a:spLocks noGrp="1" noChangeShapeType="1"/>
          </p:cNvSpPr>
          <p:nvPr>
            <p:ph type="sldNum" idx="4"/>
          </p:nvPr>
        </p:nvSpPr>
        <p:spPr bwMode="auto">
          <a:xfrm>
            <a:off x="6457950" y="6356350"/>
            <a:ext cx="2057400" cy="365125"/>
          </a:xfrm>
          <a:prstGeom prst="rect">
            <a:avLst/>
          </a:prstGeom>
          <a:noFill/>
        </p:spPr>
        <p:txBody>
          <a:bodyPr lIns="91423" tIns="45711" rIns="91423" bIns="45711" anchor="ctr" anchorCtr="0"/>
          <a:lstStyle>
            <a:lvl1pPr marL="0" indent="0" algn="l" defTabSz="91249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Calibri"/>
              </a:defRPr>
            </a:lvl1pPr>
            <a:lvl2pPr marL="455295" indent="455295" algn="l" defTabSz="91249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Calibri"/>
              </a:defRPr>
            </a:lvl2pPr>
            <a:lvl3pPr marL="912495" indent="912495" algn="l" defTabSz="91249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Calibri"/>
              </a:defRPr>
            </a:lvl3pPr>
            <a:lvl4pPr marL="1369695" indent="1369695" algn="l" defTabSz="91249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Calibri"/>
              </a:defRPr>
            </a:lvl4pPr>
            <a:lvl5pPr marL="1826895" indent="1826895" algn="l" defTabSz="91249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Calibri"/>
              </a:defRPr>
            </a:lvl5pPr>
          </a:lstStyle>
          <a:p>
            <a:pPr marL="0" lvl="0" indent="0" algn="r">
              <a:spcBef>
                <a:spcPts val="0"/>
              </a:spcBef>
              <a:buNone/>
              <a:defRPr/>
            </a:pPr>
            <a:fld id="{D038279B-FC19-497E-A7D1-5ADD9CAF016F}" type="slidenum">
              <a:rPr lang="en-ZA" sz="1200">
                <a:solidFill>
                  <a:srgbClr val="898989"/>
                </a:solidFill>
                <a:latin typeface="Calibri"/>
              </a:rPr>
            </a:fld>
            <a:endParaRPr lang="en-ZA" sz="1200">
              <a:solidFill>
                <a:srgbClr val="898989"/>
              </a:solidFill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</p:sldLayoutIdLst>
  <p:txStyles>
    <p:titleStyle>
      <a:lvl1pPr marL="0" indent="0" algn="l" defTabSz="914400" rtl="0">
        <a:lnSpc>
          <a:spcPct val="90000"/>
        </a:lnSpc>
        <a:spcBef>
          <a:spcPts val="0"/>
        </a:spcBef>
        <a:spcAft>
          <a:spcPts val="0"/>
        </a:spcAft>
        <a:buNone/>
        <a:defRPr lang="en-US" sz="4400" b="0" i="0">
          <a:solidFill>
            <a:schemeClr val="dk1"/>
          </a:solidFill>
          <a:latin typeface="Calibri Light"/>
        </a:defRPr>
      </a:lvl1pPr>
      <a:lvl2pPr marL="0" indent="0" algn="l" defTabSz="914400" rtl="0">
        <a:lnSpc>
          <a:spcPct val="90000"/>
        </a:lnSpc>
        <a:spcBef>
          <a:spcPts val="0"/>
        </a:spcBef>
        <a:spcAft>
          <a:spcPts val="0"/>
        </a:spcAft>
        <a:buNone/>
        <a:defRPr lang="en-US" sz="4400" b="0" i="0">
          <a:solidFill>
            <a:schemeClr val="dk1"/>
          </a:solidFill>
          <a:latin typeface="Calibri Light"/>
        </a:defRPr>
      </a:lvl2pPr>
      <a:lvl3pPr marL="0" indent="0" algn="l" defTabSz="914400" rtl="0">
        <a:lnSpc>
          <a:spcPct val="90000"/>
        </a:lnSpc>
        <a:spcBef>
          <a:spcPts val="0"/>
        </a:spcBef>
        <a:spcAft>
          <a:spcPts val="0"/>
        </a:spcAft>
        <a:buNone/>
        <a:defRPr lang="en-US" sz="4400" b="0" i="0">
          <a:solidFill>
            <a:schemeClr val="dk1"/>
          </a:solidFill>
          <a:latin typeface="Calibri Light"/>
        </a:defRPr>
      </a:lvl3pPr>
      <a:lvl4pPr marL="0" indent="0" algn="l" defTabSz="914400" rtl="0">
        <a:lnSpc>
          <a:spcPct val="90000"/>
        </a:lnSpc>
        <a:spcBef>
          <a:spcPts val="0"/>
        </a:spcBef>
        <a:spcAft>
          <a:spcPts val="0"/>
        </a:spcAft>
        <a:buNone/>
        <a:defRPr lang="en-US" sz="4400" b="0" i="0">
          <a:solidFill>
            <a:schemeClr val="dk1"/>
          </a:solidFill>
          <a:latin typeface="Calibri Light"/>
        </a:defRPr>
      </a:lvl4pPr>
      <a:lvl5pPr marL="0" indent="0" algn="l" defTabSz="914400" rtl="0">
        <a:lnSpc>
          <a:spcPct val="90000"/>
        </a:lnSpc>
        <a:spcBef>
          <a:spcPts val="0"/>
        </a:spcBef>
        <a:spcAft>
          <a:spcPts val="0"/>
        </a:spcAft>
        <a:buNone/>
        <a:defRPr lang="en-US" sz="4400" b="0" i="0">
          <a:solidFill>
            <a:schemeClr val="dk1"/>
          </a:solidFill>
          <a:latin typeface="Calibri Light"/>
        </a:defRPr>
      </a:lvl5pPr>
      <a:lvl6pPr>
        <a:defRPr lang="en-US" sz="1800"/>
      </a:lvl6pPr>
      <a:lvl7pPr>
        <a:defRPr lang="en-US" sz="1800"/>
      </a:lvl7pPr>
      <a:lvl8pPr>
        <a:defRPr lang="en-US" sz="1800"/>
      </a:lvl8pPr>
      <a:lvl9pPr>
        <a:defRPr lang="en-US" sz="1800"/>
      </a:lvl9pPr>
    </p:titleStyle>
    <p:bodyStyle>
      <a:lvl1pPr marL="226695" indent="0" algn="l" defTabSz="914400" rtl="0">
        <a:lnSpc>
          <a:spcPct val="90000"/>
        </a:lnSpc>
        <a:spcBef>
          <a:spcPts val="1000"/>
        </a:spcBef>
        <a:spcAft>
          <a:spcPts val="0"/>
        </a:spcAft>
        <a:buFont typeface="Arial"/>
        <a:buChar char="•"/>
        <a:defRPr lang="en-US" sz="2800" b="0" i="0">
          <a:solidFill>
            <a:schemeClr val="dk1"/>
          </a:solidFill>
          <a:latin typeface="Calibri"/>
        </a:defRPr>
      </a:lvl1pPr>
      <a:lvl2pPr marL="683895" indent="457200" algn="l" defTabSz="914400" rtl="0">
        <a:lnSpc>
          <a:spcPct val="90000"/>
        </a:lnSpc>
        <a:spcBef>
          <a:spcPts val="500"/>
        </a:spcBef>
        <a:spcAft>
          <a:spcPts val="0"/>
        </a:spcAft>
        <a:buFont typeface="Arial"/>
        <a:buChar char="•"/>
        <a:defRPr lang="en-US" sz="2400" b="0" i="0">
          <a:solidFill>
            <a:schemeClr val="dk1"/>
          </a:solidFill>
          <a:latin typeface="Calibri"/>
        </a:defRPr>
      </a:lvl2pPr>
      <a:lvl3pPr marL="1141095" indent="914400" algn="l" defTabSz="914400" rtl="0">
        <a:lnSpc>
          <a:spcPct val="90000"/>
        </a:lnSpc>
        <a:spcBef>
          <a:spcPts val="500"/>
        </a:spcBef>
        <a:spcAft>
          <a:spcPts val="0"/>
        </a:spcAft>
        <a:buFont typeface="Arial"/>
        <a:buChar char="•"/>
        <a:defRPr lang="en-US" sz="2000" b="0" i="0">
          <a:solidFill>
            <a:schemeClr val="dk1"/>
          </a:solidFill>
          <a:latin typeface="Calibri"/>
        </a:defRPr>
      </a:lvl3pPr>
      <a:lvl4pPr marL="1598295" indent="1371600" algn="l" defTabSz="914400" rtl="0">
        <a:lnSpc>
          <a:spcPct val="90000"/>
        </a:lnSpc>
        <a:spcBef>
          <a:spcPts val="500"/>
        </a:spcBef>
        <a:spcAft>
          <a:spcPts val="0"/>
        </a:spcAft>
        <a:buFont typeface="Arial"/>
        <a:buChar char="•"/>
        <a:defRPr lang="en-US" sz="1800" b="0" i="0">
          <a:solidFill>
            <a:schemeClr val="dk1"/>
          </a:solidFill>
          <a:latin typeface="Calibri"/>
        </a:defRPr>
      </a:lvl4pPr>
      <a:lvl5pPr marL="2055495" indent="1828800" algn="l" defTabSz="914400" rtl="0">
        <a:lnSpc>
          <a:spcPct val="90000"/>
        </a:lnSpc>
        <a:spcBef>
          <a:spcPts val="500"/>
        </a:spcBef>
        <a:spcAft>
          <a:spcPts val="0"/>
        </a:spcAft>
        <a:buFont typeface="Arial"/>
        <a:buChar char="•"/>
        <a:defRPr lang="en-US" sz="1800" b="0" i="0">
          <a:solidFill>
            <a:schemeClr val="dk1"/>
          </a:solidFill>
          <a:latin typeface="Calibri"/>
        </a:defRPr>
      </a:lvl5pPr>
      <a:lvl6pPr>
        <a:defRPr lang="en-US" sz="1800"/>
      </a:lvl6pPr>
      <a:lvl7pPr>
        <a:defRPr lang="en-US" sz="1800"/>
      </a:lvl7pPr>
      <a:lvl8pPr>
        <a:defRPr lang="en-US" sz="1800"/>
      </a:lvl8pPr>
      <a:lvl9pPr>
        <a:defRPr lang="en-US" sz="1800"/>
      </a:lvl9pPr>
    </p:bodyStyle>
    <p:otherStyle>
      <a:lvl1pPr marL="0" indent="0" algn="l" defTabSz="914400" rtl="0">
        <a:lnSpc>
          <a:spcPct val="100000"/>
        </a:lnSpc>
        <a:spcBef>
          <a:spcPts val="0"/>
        </a:spcBef>
        <a:spcAft>
          <a:spcPts val="0"/>
        </a:spcAft>
        <a:buNone/>
        <a:defRPr lang="en-US" sz="1800" b="0" i="0">
          <a:solidFill>
            <a:schemeClr val="dk1"/>
          </a:solidFill>
          <a:latin typeface="Arial"/>
          <a:ea typeface="Arial"/>
        </a:defRPr>
      </a:lvl1pPr>
      <a:lvl2pPr marL="455295" indent="457200" algn="l" defTabSz="914400" rtl="0">
        <a:lnSpc>
          <a:spcPct val="100000"/>
        </a:lnSpc>
        <a:spcBef>
          <a:spcPts val="0"/>
        </a:spcBef>
        <a:spcAft>
          <a:spcPts val="0"/>
        </a:spcAft>
        <a:buNone/>
        <a:defRPr lang="en-US" sz="1800" b="0" i="0">
          <a:solidFill>
            <a:schemeClr val="dk1"/>
          </a:solidFill>
          <a:latin typeface="Arial"/>
          <a:ea typeface="Arial"/>
        </a:defRPr>
      </a:lvl2pPr>
      <a:lvl3pPr marL="912495" indent="914400" algn="l" defTabSz="914400" rtl="0">
        <a:lnSpc>
          <a:spcPct val="100000"/>
        </a:lnSpc>
        <a:spcBef>
          <a:spcPts val="0"/>
        </a:spcBef>
        <a:spcAft>
          <a:spcPts val="0"/>
        </a:spcAft>
        <a:buNone/>
        <a:defRPr lang="en-US" sz="1800" b="0" i="0">
          <a:solidFill>
            <a:schemeClr val="dk1"/>
          </a:solidFill>
          <a:latin typeface="Arial"/>
          <a:ea typeface="Arial"/>
        </a:defRPr>
      </a:lvl3pPr>
      <a:lvl4pPr marL="1369695" indent="1371600" algn="l" defTabSz="914400" rtl="0">
        <a:lnSpc>
          <a:spcPct val="100000"/>
        </a:lnSpc>
        <a:spcBef>
          <a:spcPts val="0"/>
        </a:spcBef>
        <a:spcAft>
          <a:spcPts val="0"/>
        </a:spcAft>
        <a:buNone/>
        <a:defRPr lang="en-US" sz="1800" b="0" i="0">
          <a:solidFill>
            <a:schemeClr val="dk1"/>
          </a:solidFill>
          <a:latin typeface="Arial"/>
          <a:ea typeface="Arial"/>
        </a:defRPr>
      </a:lvl4pPr>
      <a:lvl5pPr marL="1826895" indent="1828800" algn="l" defTabSz="914400" rtl="0">
        <a:lnSpc>
          <a:spcPct val="100000"/>
        </a:lnSpc>
        <a:spcBef>
          <a:spcPts val="0"/>
        </a:spcBef>
        <a:spcAft>
          <a:spcPts val="0"/>
        </a:spcAft>
        <a:buNone/>
        <a:defRPr lang="en-US" sz="1800" b="0" i="0">
          <a:solidFill>
            <a:schemeClr val="dk1"/>
          </a:solidFill>
          <a:latin typeface="Arial"/>
          <a:ea typeface="Arial"/>
        </a:defRPr>
      </a:lvl5pPr>
      <a:lvl6pPr>
        <a:defRPr lang="en-US" sz="1800"/>
      </a:lvl6pPr>
      <a:lvl7pPr>
        <a:defRPr lang="en-US" sz="1800"/>
      </a:lvl7pPr>
      <a:lvl8pPr>
        <a:defRPr lang="en-US" sz="1800"/>
      </a:lvl8pPr>
      <a:lvl9pPr>
        <a:defRPr lang="en-US" sz="1800"/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93990695" name="Title Placeholder 21"/>
          <p:cNvSpPr>
            <a:spLocks noGrp="1" noChangeShapeType="1"/>
          </p:cNvSpPr>
          <p:nvPr>
            <p:ph type="title"/>
          </p:nvPr>
        </p:nvSpPr>
        <p:spPr bwMode="auto">
          <a:xfrm>
            <a:off x="457200" y="274637"/>
            <a:ext cx="8229600" cy="1143000"/>
          </a:xfrm>
          <a:prstGeom prst="rect">
            <a:avLst/>
          </a:prstGeom>
          <a:noFill/>
        </p:spPr>
        <p:txBody>
          <a:bodyPr lIns="91423" tIns="45711" rIns="91423" bIns="45711" anchor="ctr" anchorCtr="0"/>
          <a:lstStyle/>
          <a:p>
            <a:pPr marL="0" lvl="0" indent="0">
              <a:spcBef>
                <a:spcPts val="0"/>
              </a:spcBef>
              <a:buNone/>
              <a:defRPr/>
            </a:pPr>
            <a:r>
              <a:t>Click to edit Master title style</a:t>
            </a:r>
          </a:p>
        </p:txBody>
      </p:sp>
      <p:sp>
        <p:nvSpPr>
          <p:cNvPr id="1654452460" name="Text Placeholder 12"/>
          <p:cNvSpPr>
            <a:spLocks noGrp="1" noChangeShapeType="1"/>
          </p:cNvSpPr>
          <p:nvPr>
            <p:ph type="body" idx="1"/>
          </p:nvPr>
        </p:nvSpPr>
        <p:spPr bwMode="auto">
          <a:xfrm>
            <a:off x="457200" y="1600200"/>
            <a:ext cx="8229600" cy="4708525"/>
          </a:xfrm>
          <a:prstGeom prst="rect">
            <a:avLst/>
          </a:prstGeom>
          <a:noFill/>
        </p:spPr>
        <p:txBody>
          <a:bodyPr lIns="91423" tIns="45711" rIns="91423" bIns="45711"/>
          <a:lstStyle>
            <a:lvl1pPr marL="546100" indent="136525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9F9F9"/>
              </a:buClr>
              <a:buSzPct val="65000"/>
              <a:buChar char=""/>
              <a:defRPr sz="2800" b="0" i="0">
                <a:solidFill>
                  <a:schemeClr val="dk1"/>
                </a:solidFill>
                <a:latin typeface="Book Antiqua"/>
              </a:defRPr>
            </a:lvl1pPr>
            <a:lvl2pPr marL="866775" indent="58547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80000"/>
              <a:buChar char=""/>
              <a:defRPr sz="2400" b="0" i="0">
                <a:solidFill>
                  <a:schemeClr val="dk1"/>
                </a:solidFill>
                <a:latin typeface="Book Antiqua"/>
              </a:defRPr>
            </a:lvl2pPr>
            <a:lvl3pPr marL="1131570" indent="904875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95000"/>
              <a:buChar char=""/>
              <a:defRPr sz="2200" b="0" i="0">
                <a:solidFill>
                  <a:schemeClr val="dk1"/>
                </a:solidFill>
                <a:latin typeface="Book Antiqua"/>
              </a:defRPr>
            </a:lvl3pPr>
            <a:lvl4pPr marL="1350645" indent="116967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00000"/>
              <a:buChar char=""/>
              <a:defRPr sz="2000" b="0" i="0">
                <a:solidFill>
                  <a:schemeClr val="dk1"/>
                </a:solidFill>
                <a:latin typeface="Book Antiqua"/>
              </a:defRPr>
            </a:lvl4pPr>
            <a:lvl5pPr marL="1543050" indent="1362075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00000"/>
              <a:buChar char=""/>
              <a:defRPr sz="2000" b="0" i="0">
                <a:solidFill>
                  <a:schemeClr val="dk1"/>
                </a:solidFill>
                <a:latin typeface="Book Antiqua"/>
              </a:defRPr>
            </a:lvl5pPr>
          </a:lstStyle>
          <a:p>
            <a:pPr marL="546100" lvl="0" indent="-409575">
              <a:spcBef>
                <a:spcPts val="0"/>
              </a:spcBef>
              <a:buClr>
                <a:srgbClr val="F9F9F9"/>
              </a:buClr>
              <a:buSzPct val="65000"/>
              <a:buFont typeface="Wingdings 2"/>
              <a:buChar char=""/>
              <a:defRPr/>
            </a:pPr>
            <a:r>
              <a:t>Click to edit Master text styles</a:t>
            </a:r>
          </a:p>
          <a:p>
            <a:pPr marL="866775" lvl="1" indent="-281305">
              <a:spcBef>
                <a:spcPts val="0"/>
              </a:spcBef>
              <a:buClr>
                <a:srgbClr val="FFFFFF"/>
              </a:buClr>
              <a:buSzPct val="80000"/>
              <a:buChar char=""/>
              <a:defRPr/>
            </a:pPr>
            <a:r>
              <a:t>Second level</a:t>
            </a:r>
          </a:p>
          <a:p>
            <a:pPr marL="1131570" lvl="2" indent="-226695">
              <a:spcBef>
                <a:spcPts val="0"/>
              </a:spcBef>
              <a:buClr>
                <a:srgbClr val="FFFFFF"/>
              </a:buClr>
              <a:buSzPct val="95000"/>
              <a:buFont typeface="Wingdings"/>
              <a:buChar char=""/>
              <a:defRPr/>
            </a:pPr>
            <a:r>
              <a:t>Third level</a:t>
            </a:r>
          </a:p>
          <a:p>
            <a:pPr marL="1350645" lvl="3" indent="-180975">
              <a:spcBef>
                <a:spcPts val="0"/>
              </a:spcBef>
              <a:buClr>
                <a:srgbClr val="FFFFFF"/>
              </a:buClr>
              <a:buSzPct val="100000"/>
              <a:buFont typeface="Wingdings 3"/>
              <a:buChar char=""/>
              <a:defRPr/>
            </a:pPr>
            <a:r>
              <a:t>Fourth level</a:t>
            </a:r>
          </a:p>
          <a:p>
            <a:pPr marL="1543050" lvl="4" indent="-180975">
              <a:spcBef>
                <a:spcPts val="0"/>
              </a:spcBef>
              <a:buClr>
                <a:srgbClr val="FFFFFF"/>
              </a:buClr>
              <a:buSzPct val="100000"/>
              <a:buFont typeface="Wingdings 2"/>
              <a:buChar char=""/>
              <a:defRPr/>
            </a:pPr>
            <a:r>
              <a:t>Fifth level</a:t>
            </a:r>
          </a:p>
        </p:txBody>
      </p:sp>
      <p:sp>
        <p:nvSpPr>
          <p:cNvPr id="1916961972" name="Date Placeholder 13"/>
          <p:cNvSpPr>
            <a:spLocks noGrp="1" noChangeShapeType="1"/>
          </p:cNvSpPr>
          <p:nvPr>
            <p:ph type="dt" idx="2"/>
          </p:nvPr>
        </p:nvSpPr>
        <p:spPr bwMode="auto">
          <a:xfrm>
            <a:off x="457200" y="6416675"/>
            <a:ext cx="2133600" cy="365125"/>
          </a:xfrm>
          <a:prstGeom prst="rect">
            <a:avLst/>
          </a:prstGeom>
          <a:noFill/>
        </p:spPr>
        <p:txBody>
          <a:bodyPr lIns="91423" tIns="45711" rIns="91423" bIns="45711" anchor="b"/>
          <a:lstStyle/>
          <a:p>
            <a:pPr>
              <a:defRPr/>
            </a:pPr>
            <a:endParaRPr sz="1400"/>
          </a:p>
        </p:txBody>
      </p:sp>
      <p:sp>
        <p:nvSpPr>
          <p:cNvPr id="917237603" name="Footer Placeholder 2"/>
          <p:cNvSpPr>
            <a:spLocks noGrp="1" noChangeShapeType="1"/>
          </p:cNvSpPr>
          <p:nvPr>
            <p:ph type="ftr" idx="3"/>
          </p:nvPr>
        </p:nvSpPr>
        <p:spPr bwMode="auto">
          <a:xfrm>
            <a:off x="3124200" y="6416675"/>
            <a:ext cx="2895600" cy="365125"/>
          </a:xfrm>
          <a:prstGeom prst="rect">
            <a:avLst/>
          </a:prstGeom>
          <a:noFill/>
        </p:spPr>
        <p:txBody>
          <a:bodyPr lIns="91423" tIns="45711" rIns="91423" bIns="45711" anchor="b"/>
          <a:lstStyle/>
          <a:p>
            <a:pPr>
              <a:defRPr/>
            </a:pPr>
            <a:endParaRPr sz="1400"/>
          </a:p>
        </p:txBody>
      </p:sp>
      <p:sp>
        <p:nvSpPr>
          <p:cNvPr id="266444159" name="Slide Number Placeholder 22"/>
          <p:cNvSpPr>
            <a:spLocks noGrp="1" noChangeShapeType="1"/>
          </p:cNvSpPr>
          <p:nvPr>
            <p:ph type="sldNum" idx="4"/>
          </p:nvPr>
        </p:nvSpPr>
        <p:spPr bwMode="auto">
          <a:xfrm>
            <a:off x="7924800" y="6416675"/>
            <a:ext cx="762000" cy="365125"/>
          </a:xfrm>
          <a:prstGeom prst="rect">
            <a:avLst/>
          </a:prstGeom>
          <a:noFill/>
        </p:spPr>
        <p:txBody>
          <a:bodyPr lIns="0" tIns="45711" rIns="0" bIns="45711" anchor="b"/>
          <a:lstStyle>
            <a:lvl1pPr mar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Book Antiqua"/>
              </a:defRPr>
            </a:lvl1pPr>
            <a:lvl2pPr marL="455295" indent="455295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Book Antiqua"/>
              </a:defRPr>
            </a:lvl2pPr>
            <a:lvl3pPr marL="912495" indent="912495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Book Antiqua"/>
              </a:defRPr>
            </a:lvl3pPr>
            <a:lvl4pPr marL="1369695" indent="1369695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Book Antiqua"/>
              </a:defRPr>
            </a:lvl4pPr>
            <a:lvl5pPr marL="1826895" indent="1826895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Book Antiqua"/>
              </a:defRPr>
            </a:lvl5pPr>
          </a:lstStyle>
          <a:p>
            <a:pPr marL="0" lvl="0" indent="0" algn="r">
              <a:spcBef>
                <a:spcPts val="0"/>
              </a:spcBef>
              <a:buNone/>
              <a:defRPr/>
            </a:pPr>
            <a:fld id="{D038279B-FC19-497E-A7D1-5ADD9CAF016F}" type="slidenum">
              <a:rPr lang="en-GB" sz="1200" b="1" i="0" u="none">
                <a:solidFill>
                  <a:srgbClr val="BCBCBC"/>
                </a:solidFill>
              </a:rPr>
            </a:fld>
            <a:endParaRPr lang="en-GB" sz="1200" b="1" i="0" u="none">
              <a:solidFill>
                <a:srgbClr val="BCBCBC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656" r:id="rId2"/>
  </p:sldLayoutIdLst>
  <p:txStyles>
    <p:titleStyle>
      <a:lvl1pPr marL="0" indent="0" algn="ctr" defTabSz="914400" rtl="0">
        <a:lnSpc>
          <a:spcPct val="100000"/>
        </a:lnSpc>
        <a:spcBef>
          <a:spcPts val="0"/>
        </a:spcBef>
        <a:spcAft>
          <a:spcPts val="0"/>
        </a:spcAft>
        <a:buNone/>
        <a:defRPr lang="en-US" sz="4100" b="1" i="0">
          <a:solidFill>
            <a:schemeClr val="dk1"/>
          </a:solidFill>
          <a:latin typeface="Lucida Sans"/>
        </a:defRPr>
      </a:lvl1pPr>
      <a:lvl2pPr marL="0" indent="0" algn="ctr" defTabSz="914400" rtl="0">
        <a:lnSpc>
          <a:spcPct val="100000"/>
        </a:lnSpc>
        <a:spcBef>
          <a:spcPts val="0"/>
        </a:spcBef>
        <a:spcAft>
          <a:spcPts val="0"/>
        </a:spcAft>
        <a:buNone/>
        <a:defRPr lang="en-US" sz="4100" b="1" i="0">
          <a:solidFill>
            <a:schemeClr val="dk1"/>
          </a:solidFill>
          <a:latin typeface="Lucida Sans"/>
        </a:defRPr>
      </a:lvl2pPr>
      <a:lvl3pPr marL="0" indent="0" algn="ctr" defTabSz="914400" rtl="0">
        <a:lnSpc>
          <a:spcPct val="100000"/>
        </a:lnSpc>
        <a:spcBef>
          <a:spcPts val="0"/>
        </a:spcBef>
        <a:spcAft>
          <a:spcPts val="0"/>
        </a:spcAft>
        <a:buNone/>
        <a:defRPr lang="en-US" sz="4100" b="1" i="0">
          <a:solidFill>
            <a:schemeClr val="dk1"/>
          </a:solidFill>
          <a:latin typeface="Lucida Sans"/>
        </a:defRPr>
      </a:lvl3pPr>
      <a:lvl4pPr marL="0" indent="0" algn="ctr" defTabSz="914400" rtl="0">
        <a:lnSpc>
          <a:spcPct val="100000"/>
        </a:lnSpc>
        <a:spcBef>
          <a:spcPts val="0"/>
        </a:spcBef>
        <a:spcAft>
          <a:spcPts val="0"/>
        </a:spcAft>
        <a:buNone/>
        <a:defRPr lang="en-US" sz="4100" b="1" i="0">
          <a:solidFill>
            <a:schemeClr val="dk1"/>
          </a:solidFill>
          <a:latin typeface="Lucida Sans"/>
        </a:defRPr>
      </a:lvl4pPr>
      <a:lvl5pPr marL="0" indent="0" algn="ctr" defTabSz="914400" rtl="0">
        <a:lnSpc>
          <a:spcPct val="100000"/>
        </a:lnSpc>
        <a:spcBef>
          <a:spcPts val="0"/>
        </a:spcBef>
        <a:spcAft>
          <a:spcPts val="0"/>
        </a:spcAft>
        <a:buNone/>
        <a:defRPr lang="en-US" sz="4100" b="1" i="0">
          <a:solidFill>
            <a:schemeClr val="dk1"/>
          </a:solidFill>
          <a:latin typeface="Lucida Sans"/>
        </a:defRPr>
      </a:lvl5pPr>
      <a:lvl6pPr>
        <a:defRPr lang="en-US" sz="1800"/>
      </a:lvl6pPr>
      <a:lvl7pPr>
        <a:defRPr lang="en-US" sz="1800"/>
      </a:lvl7pPr>
      <a:lvl8pPr>
        <a:defRPr lang="en-US" sz="1800"/>
      </a:lvl8pPr>
      <a:lvl9pPr>
        <a:defRPr lang="en-US" sz="1800"/>
      </a:lvl9pPr>
    </p:titleStyle>
    <p:bodyStyle>
      <a:lvl1pPr marL="546100" indent="136525" algn="l" defTabSz="914400" rtl="0">
        <a:lnSpc>
          <a:spcPct val="100000"/>
        </a:lnSpc>
        <a:spcBef>
          <a:spcPts val="0"/>
        </a:spcBef>
        <a:spcAft>
          <a:spcPts val="0"/>
        </a:spcAft>
        <a:buClr>
          <a:srgbClr val="F9F9F9"/>
        </a:buClr>
        <a:buSzPct val="65000"/>
        <a:buFont typeface="Wingdings 2"/>
        <a:buChar char=""/>
        <a:defRPr lang="en-US" sz="2800" b="0" i="0">
          <a:solidFill>
            <a:schemeClr val="dk1"/>
          </a:solidFill>
          <a:latin typeface="Book Antiqua"/>
        </a:defRPr>
      </a:lvl1pPr>
      <a:lvl2pPr marL="866775" indent="585470" algn="l" defTabSz="914400" rtl="0">
        <a:lnSpc>
          <a:spcPct val="100000"/>
        </a:lnSpc>
        <a:spcBef>
          <a:spcPts val="0"/>
        </a:spcBef>
        <a:spcAft>
          <a:spcPts val="0"/>
        </a:spcAft>
        <a:buClr>
          <a:srgbClr val="FFFFFF"/>
        </a:buClr>
        <a:buSzPct val="80000"/>
        <a:buChar char=""/>
        <a:defRPr lang="en-US" sz="2400" b="0" i="0">
          <a:solidFill>
            <a:schemeClr val="dk1"/>
          </a:solidFill>
          <a:latin typeface="Book Antiqua"/>
        </a:defRPr>
      </a:lvl2pPr>
      <a:lvl3pPr marL="1131570" indent="904875" algn="l" defTabSz="914400" rtl="0">
        <a:lnSpc>
          <a:spcPct val="100000"/>
        </a:lnSpc>
        <a:spcBef>
          <a:spcPts val="0"/>
        </a:spcBef>
        <a:spcAft>
          <a:spcPts val="0"/>
        </a:spcAft>
        <a:buClr>
          <a:srgbClr val="FFFFFF"/>
        </a:buClr>
        <a:buSzPct val="95000"/>
        <a:buFont typeface="Wingdings"/>
        <a:buChar char=""/>
        <a:defRPr lang="en-US" sz="2200" b="0" i="0">
          <a:solidFill>
            <a:schemeClr val="dk1"/>
          </a:solidFill>
          <a:latin typeface="Book Antiqua"/>
        </a:defRPr>
      </a:lvl3pPr>
      <a:lvl4pPr marL="1350645" indent="1169670" algn="l" defTabSz="914400" rtl="0">
        <a:lnSpc>
          <a:spcPct val="100000"/>
        </a:lnSpc>
        <a:spcBef>
          <a:spcPts val="0"/>
        </a:spcBef>
        <a:spcAft>
          <a:spcPts val="0"/>
        </a:spcAft>
        <a:buClr>
          <a:srgbClr val="FFFFFF"/>
        </a:buClr>
        <a:buSzPct val="100000"/>
        <a:buFont typeface="Wingdings 3"/>
        <a:buChar char=""/>
        <a:defRPr lang="en-US" sz="2000" b="0" i="0">
          <a:solidFill>
            <a:schemeClr val="dk1"/>
          </a:solidFill>
          <a:latin typeface="Book Antiqua"/>
        </a:defRPr>
      </a:lvl4pPr>
      <a:lvl5pPr marL="1543050" indent="1362075" algn="l" defTabSz="914400" rtl="0">
        <a:lnSpc>
          <a:spcPct val="100000"/>
        </a:lnSpc>
        <a:spcBef>
          <a:spcPts val="0"/>
        </a:spcBef>
        <a:spcAft>
          <a:spcPts val="0"/>
        </a:spcAft>
        <a:buClr>
          <a:srgbClr val="FFFFFF"/>
        </a:buClr>
        <a:buSzPct val="100000"/>
        <a:buFont typeface="Wingdings 2"/>
        <a:buChar char=""/>
        <a:defRPr lang="en-US" sz="2000" b="0" i="0">
          <a:solidFill>
            <a:schemeClr val="dk1"/>
          </a:solidFill>
          <a:latin typeface="Book Antiqua"/>
        </a:defRPr>
      </a:lvl5pPr>
      <a:lvl6pPr>
        <a:defRPr lang="en-US" sz="1800"/>
      </a:lvl6pPr>
      <a:lvl7pPr>
        <a:defRPr lang="en-US" sz="1800"/>
      </a:lvl7pPr>
      <a:lvl8pPr>
        <a:defRPr lang="en-US" sz="1800"/>
      </a:lvl8pPr>
      <a:lvl9pPr>
        <a:defRPr lang="en-US" sz="1800"/>
      </a:lvl9pPr>
    </p:bodyStyle>
    <p:otherStyle>
      <a:lvl1pPr marL="0" indent="0" algn="l" defTabSz="914400" rtl="0">
        <a:lnSpc>
          <a:spcPct val="100000"/>
        </a:lnSpc>
        <a:spcBef>
          <a:spcPts val="0"/>
        </a:spcBef>
        <a:spcAft>
          <a:spcPts val="0"/>
        </a:spcAft>
        <a:buNone/>
        <a:defRPr lang="en-US" sz="1800" b="0" i="0">
          <a:solidFill>
            <a:schemeClr val="dk1"/>
          </a:solidFill>
          <a:latin typeface="Arial"/>
          <a:ea typeface="Arial"/>
        </a:defRPr>
      </a:lvl1pPr>
      <a:lvl2pPr marL="455295" indent="457200" algn="l" defTabSz="914400" rtl="0">
        <a:lnSpc>
          <a:spcPct val="100000"/>
        </a:lnSpc>
        <a:spcBef>
          <a:spcPts val="0"/>
        </a:spcBef>
        <a:spcAft>
          <a:spcPts val="0"/>
        </a:spcAft>
        <a:buNone/>
        <a:defRPr lang="en-US" sz="1800" b="0" i="0">
          <a:solidFill>
            <a:schemeClr val="dk1"/>
          </a:solidFill>
          <a:latin typeface="Arial"/>
          <a:ea typeface="Arial"/>
        </a:defRPr>
      </a:lvl2pPr>
      <a:lvl3pPr marL="912495" indent="914400" algn="l" defTabSz="914400" rtl="0">
        <a:lnSpc>
          <a:spcPct val="100000"/>
        </a:lnSpc>
        <a:spcBef>
          <a:spcPts val="0"/>
        </a:spcBef>
        <a:spcAft>
          <a:spcPts val="0"/>
        </a:spcAft>
        <a:buNone/>
        <a:defRPr lang="en-US" sz="1800" b="0" i="0">
          <a:solidFill>
            <a:schemeClr val="dk1"/>
          </a:solidFill>
          <a:latin typeface="Arial"/>
          <a:ea typeface="Arial"/>
        </a:defRPr>
      </a:lvl3pPr>
      <a:lvl4pPr marL="1369695" indent="1371600" algn="l" defTabSz="914400" rtl="0">
        <a:lnSpc>
          <a:spcPct val="100000"/>
        </a:lnSpc>
        <a:spcBef>
          <a:spcPts val="0"/>
        </a:spcBef>
        <a:spcAft>
          <a:spcPts val="0"/>
        </a:spcAft>
        <a:buNone/>
        <a:defRPr lang="en-US" sz="1800" b="0" i="0">
          <a:solidFill>
            <a:schemeClr val="dk1"/>
          </a:solidFill>
          <a:latin typeface="Arial"/>
          <a:ea typeface="Arial"/>
        </a:defRPr>
      </a:lvl4pPr>
      <a:lvl5pPr marL="1826895" indent="1828800" algn="l" defTabSz="914400" rtl="0">
        <a:lnSpc>
          <a:spcPct val="100000"/>
        </a:lnSpc>
        <a:spcBef>
          <a:spcPts val="0"/>
        </a:spcBef>
        <a:spcAft>
          <a:spcPts val="0"/>
        </a:spcAft>
        <a:buNone/>
        <a:defRPr lang="en-US" sz="1800" b="0" i="0">
          <a:solidFill>
            <a:schemeClr val="dk1"/>
          </a:solidFill>
          <a:latin typeface="Arial"/>
          <a:ea typeface="Arial"/>
        </a:defRPr>
      </a:lvl5pPr>
      <a:lvl6pPr>
        <a:defRPr lang="en-US" sz="1800"/>
      </a:lvl6pPr>
      <a:lvl7pPr>
        <a:defRPr lang="en-US" sz="1800"/>
      </a:lvl7pPr>
      <a:lvl8pPr>
        <a:defRPr lang="en-US" sz="1800"/>
      </a:lvl8pPr>
      <a:lvl9pPr>
        <a:defRPr lang="en-US" sz="1800"/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2861545" name="Title Placeholder 21"/>
          <p:cNvSpPr>
            <a:spLocks noGrp="1" noChangeShapeType="1"/>
          </p:cNvSpPr>
          <p:nvPr>
            <p:ph type="title"/>
          </p:nvPr>
        </p:nvSpPr>
        <p:spPr bwMode="auto">
          <a:xfrm>
            <a:off x="457200" y="274637"/>
            <a:ext cx="8229600" cy="1143000"/>
          </a:xfrm>
          <a:prstGeom prst="rect">
            <a:avLst/>
          </a:prstGeom>
          <a:noFill/>
        </p:spPr>
        <p:txBody>
          <a:bodyPr lIns="91423" tIns="45711" rIns="91423" bIns="45711" anchor="ctr" anchorCtr="0"/>
          <a:lstStyle/>
          <a:p>
            <a:pPr marL="0" lvl="0" indent="0">
              <a:spcBef>
                <a:spcPts val="0"/>
              </a:spcBef>
              <a:buNone/>
              <a:defRPr/>
            </a:pPr>
            <a:r>
              <a:t>Click to edit Master title style</a:t>
            </a:r>
          </a:p>
        </p:txBody>
      </p:sp>
      <p:sp>
        <p:nvSpPr>
          <p:cNvPr id="1338483201" name="Text Placeholder 12"/>
          <p:cNvSpPr>
            <a:spLocks noGrp="1" noChangeShapeType="1"/>
          </p:cNvSpPr>
          <p:nvPr>
            <p:ph type="body" idx="1"/>
          </p:nvPr>
        </p:nvSpPr>
        <p:spPr bwMode="auto">
          <a:xfrm>
            <a:off x="457200" y="1600200"/>
            <a:ext cx="8229600" cy="4708525"/>
          </a:xfrm>
          <a:prstGeom prst="rect">
            <a:avLst/>
          </a:prstGeom>
          <a:noFill/>
        </p:spPr>
        <p:txBody>
          <a:bodyPr lIns="91423" tIns="45711" rIns="91423" bIns="45711"/>
          <a:lstStyle>
            <a:lvl1pPr marL="546100" indent="136525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9F9F9"/>
              </a:buClr>
              <a:buSzPct val="65000"/>
              <a:buChar char=""/>
              <a:defRPr sz="2800" b="0" i="0">
                <a:solidFill>
                  <a:schemeClr val="dk1"/>
                </a:solidFill>
                <a:latin typeface="Book Antiqua"/>
              </a:defRPr>
            </a:lvl1pPr>
            <a:lvl2pPr marL="866775" indent="58547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80000"/>
              <a:buChar char=""/>
              <a:defRPr sz="2400" b="0" i="0">
                <a:solidFill>
                  <a:schemeClr val="dk1"/>
                </a:solidFill>
                <a:latin typeface="Book Antiqua"/>
              </a:defRPr>
            </a:lvl2pPr>
            <a:lvl3pPr marL="1131570" indent="904875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95000"/>
              <a:buChar char=""/>
              <a:defRPr sz="2200" b="0" i="0">
                <a:solidFill>
                  <a:schemeClr val="dk1"/>
                </a:solidFill>
                <a:latin typeface="Book Antiqua"/>
              </a:defRPr>
            </a:lvl3pPr>
            <a:lvl4pPr marL="1350645" indent="116967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00000"/>
              <a:buChar char=""/>
              <a:defRPr sz="2000" b="0" i="0">
                <a:solidFill>
                  <a:schemeClr val="dk1"/>
                </a:solidFill>
                <a:latin typeface="Book Antiqua"/>
              </a:defRPr>
            </a:lvl4pPr>
            <a:lvl5pPr marL="1543050" indent="1362075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00000"/>
              <a:buChar char=""/>
              <a:defRPr sz="2000" b="0" i="0">
                <a:solidFill>
                  <a:schemeClr val="dk1"/>
                </a:solidFill>
                <a:latin typeface="Book Antiqua"/>
              </a:defRPr>
            </a:lvl5pPr>
          </a:lstStyle>
          <a:p>
            <a:pPr marL="546100" lvl="0" indent="-409575">
              <a:spcBef>
                <a:spcPts val="0"/>
              </a:spcBef>
              <a:buClr>
                <a:srgbClr val="F9F9F9"/>
              </a:buClr>
              <a:buSzPct val="65000"/>
              <a:buFont typeface="Wingdings 2"/>
              <a:buChar char=""/>
              <a:defRPr/>
            </a:pPr>
            <a:r>
              <a:t>Click to edit Master text styles</a:t>
            </a:r>
          </a:p>
          <a:p>
            <a:pPr marL="866775" lvl="1" indent="-281305">
              <a:spcBef>
                <a:spcPts val="0"/>
              </a:spcBef>
              <a:buClr>
                <a:srgbClr val="FFFFFF"/>
              </a:buClr>
              <a:buSzPct val="80000"/>
              <a:buChar char=""/>
              <a:defRPr/>
            </a:pPr>
            <a:r>
              <a:t>Second level</a:t>
            </a:r>
          </a:p>
          <a:p>
            <a:pPr marL="1131570" lvl="2" indent="-226695">
              <a:spcBef>
                <a:spcPts val="0"/>
              </a:spcBef>
              <a:buClr>
                <a:srgbClr val="FFFFFF"/>
              </a:buClr>
              <a:buSzPct val="95000"/>
              <a:buFont typeface="Wingdings"/>
              <a:buChar char=""/>
              <a:defRPr/>
            </a:pPr>
            <a:r>
              <a:t>Third level</a:t>
            </a:r>
          </a:p>
          <a:p>
            <a:pPr marL="1350645" lvl="3" indent="-180975">
              <a:spcBef>
                <a:spcPts val="0"/>
              </a:spcBef>
              <a:buClr>
                <a:srgbClr val="FFFFFF"/>
              </a:buClr>
              <a:buSzPct val="100000"/>
              <a:buFont typeface="Wingdings 3"/>
              <a:buChar char=""/>
              <a:defRPr/>
            </a:pPr>
            <a:r>
              <a:t>Fourth level</a:t>
            </a:r>
          </a:p>
          <a:p>
            <a:pPr marL="1543050" lvl="4" indent="-180975">
              <a:spcBef>
                <a:spcPts val="0"/>
              </a:spcBef>
              <a:buClr>
                <a:srgbClr val="FFFFFF"/>
              </a:buClr>
              <a:buSzPct val="100000"/>
              <a:buFont typeface="Wingdings 2"/>
              <a:buChar char=""/>
              <a:defRPr/>
            </a:pPr>
            <a:r>
              <a:t>Fifth level</a:t>
            </a:r>
          </a:p>
        </p:txBody>
      </p:sp>
      <p:sp>
        <p:nvSpPr>
          <p:cNvPr id="204600828" name="Date Placeholder 13"/>
          <p:cNvSpPr>
            <a:spLocks noGrp="1" noChangeShapeType="1"/>
          </p:cNvSpPr>
          <p:nvPr>
            <p:ph type="dt" idx="2"/>
          </p:nvPr>
        </p:nvSpPr>
        <p:spPr bwMode="auto">
          <a:xfrm>
            <a:off x="457200" y="6416675"/>
            <a:ext cx="2133600" cy="365125"/>
          </a:xfrm>
          <a:prstGeom prst="rect">
            <a:avLst/>
          </a:prstGeom>
          <a:noFill/>
        </p:spPr>
        <p:txBody>
          <a:bodyPr lIns="91423" tIns="45711" rIns="91423" bIns="45711" anchor="b"/>
          <a:lstStyle/>
          <a:p>
            <a:pPr>
              <a:defRPr/>
            </a:pPr>
            <a:endParaRPr sz="1400"/>
          </a:p>
        </p:txBody>
      </p:sp>
      <p:sp>
        <p:nvSpPr>
          <p:cNvPr id="77259047" name="Footer Placeholder 2"/>
          <p:cNvSpPr>
            <a:spLocks noGrp="1" noChangeShapeType="1"/>
          </p:cNvSpPr>
          <p:nvPr>
            <p:ph type="ftr" idx="3"/>
          </p:nvPr>
        </p:nvSpPr>
        <p:spPr bwMode="auto">
          <a:xfrm>
            <a:off x="3124200" y="6416675"/>
            <a:ext cx="2895600" cy="365125"/>
          </a:xfrm>
          <a:prstGeom prst="rect">
            <a:avLst/>
          </a:prstGeom>
          <a:noFill/>
        </p:spPr>
        <p:txBody>
          <a:bodyPr lIns="91423" tIns="45711" rIns="91423" bIns="45711" anchor="b"/>
          <a:lstStyle/>
          <a:p>
            <a:pPr>
              <a:defRPr/>
            </a:pPr>
            <a:endParaRPr sz="1400"/>
          </a:p>
        </p:txBody>
      </p:sp>
      <p:sp>
        <p:nvSpPr>
          <p:cNvPr id="210095560" name="Slide Number Placeholder 22"/>
          <p:cNvSpPr>
            <a:spLocks noGrp="1" noChangeShapeType="1"/>
          </p:cNvSpPr>
          <p:nvPr>
            <p:ph type="sldNum" idx="4"/>
          </p:nvPr>
        </p:nvSpPr>
        <p:spPr bwMode="auto">
          <a:xfrm>
            <a:off x="7924800" y="6416675"/>
            <a:ext cx="762000" cy="365125"/>
          </a:xfrm>
          <a:prstGeom prst="rect">
            <a:avLst/>
          </a:prstGeom>
          <a:noFill/>
        </p:spPr>
        <p:txBody>
          <a:bodyPr lIns="0" tIns="45711" rIns="0" bIns="45711" anchor="b"/>
          <a:lstStyle>
            <a:lvl1pPr mar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Book Antiqua"/>
              </a:defRPr>
            </a:lvl1pPr>
            <a:lvl2pPr marL="455295" indent="455295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Book Antiqua"/>
              </a:defRPr>
            </a:lvl2pPr>
            <a:lvl3pPr marL="912495" indent="912495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Book Antiqua"/>
              </a:defRPr>
            </a:lvl3pPr>
            <a:lvl4pPr marL="1369695" indent="1369695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Book Antiqua"/>
              </a:defRPr>
            </a:lvl4pPr>
            <a:lvl5pPr marL="1826895" indent="1826895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Book Antiqua"/>
              </a:defRPr>
            </a:lvl5pPr>
          </a:lstStyle>
          <a:p>
            <a:pPr marL="0" lvl="0" indent="0" algn="r">
              <a:spcBef>
                <a:spcPts val="0"/>
              </a:spcBef>
              <a:buNone/>
              <a:defRPr/>
            </a:pPr>
            <a:fld id="{D038279B-FC19-497E-A7D1-5ADD9CAF016F}" type="slidenum">
              <a:rPr lang="en-GB" sz="1200" b="1" i="0" u="none">
                <a:solidFill>
                  <a:srgbClr val="BCBCBC"/>
                </a:solidFill>
              </a:rPr>
            </a:fld>
            <a:endParaRPr lang="en-GB" sz="1200" b="1" i="0" u="none">
              <a:solidFill>
                <a:srgbClr val="BCBCBC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  <p:sldLayoutId id="2147483659" r:id="rId2"/>
  </p:sldLayoutIdLst>
  <p:txStyles>
    <p:titleStyle>
      <a:lvl1pPr marL="0" indent="0" algn="ctr" defTabSz="914400" rtl="0">
        <a:lnSpc>
          <a:spcPct val="100000"/>
        </a:lnSpc>
        <a:spcBef>
          <a:spcPts val="0"/>
        </a:spcBef>
        <a:spcAft>
          <a:spcPts val="0"/>
        </a:spcAft>
        <a:buNone/>
        <a:defRPr lang="en-US" sz="4100" b="1" i="0">
          <a:solidFill>
            <a:schemeClr val="dk1"/>
          </a:solidFill>
          <a:latin typeface="Lucida Sans"/>
        </a:defRPr>
      </a:lvl1pPr>
      <a:lvl2pPr marL="0" indent="0" algn="ctr" defTabSz="914400" rtl="0">
        <a:lnSpc>
          <a:spcPct val="100000"/>
        </a:lnSpc>
        <a:spcBef>
          <a:spcPts val="0"/>
        </a:spcBef>
        <a:spcAft>
          <a:spcPts val="0"/>
        </a:spcAft>
        <a:buNone/>
        <a:defRPr lang="en-US" sz="4100" b="1" i="0">
          <a:solidFill>
            <a:schemeClr val="dk1"/>
          </a:solidFill>
          <a:latin typeface="Lucida Sans"/>
        </a:defRPr>
      </a:lvl2pPr>
      <a:lvl3pPr marL="0" indent="0" algn="ctr" defTabSz="914400" rtl="0">
        <a:lnSpc>
          <a:spcPct val="100000"/>
        </a:lnSpc>
        <a:spcBef>
          <a:spcPts val="0"/>
        </a:spcBef>
        <a:spcAft>
          <a:spcPts val="0"/>
        </a:spcAft>
        <a:buNone/>
        <a:defRPr lang="en-US" sz="4100" b="1" i="0">
          <a:solidFill>
            <a:schemeClr val="dk1"/>
          </a:solidFill>
          <a:latin typeface="Lucida Sans"/>
        </a:defRPr>
      </a:lvl3pPr>
      <a:lvl4pPr marL="0" indent="0" algn="ctr" defTabSz="914400" rtl="0">
        <a:lnSpc>
          <a:spcPct val="100000"/>
        </a:lnSpc>
        <a:spcBef>
          <a:spcPts val="0"/>
        </a:spcBef>
        <a:spcAft>
          <a:spcPts val="0"/>
        </a:spcAft>
        <a:buNone/>
        <a:defRPr lang="en-US" sz="4100" b="1" i="0">
          <a:solidFill>
            <a:schemeClr val="dk1"/>
          </a:solidFill>
          <a:latin typeface="Lucida Sans"/>
        </a:defRPr>
      </a:lvl4pPr>
      <a:lvl5pPr marL="0" indent="0" algn="ctr" defTabSz="914400" rtl="0">
        <a:lnSpc>
          <a:spcPct val="100000"/>
        </a:lnSpc>
        <a:spcBef>
          <a:spcPts val="0"/>
        </a:spcBef>
        <a:spcAft>
          <a:spcPts val="0"/>
        </a:spcAft>
        <a:buNone/>
        <a:defRPr lang="en-US" sz="4100" b="1" i="0">
          <a:solidFill>
            <a:schemeClr val="dk1"/>
          </a:solidFill>
          <a:latin typeface="Lucida Sans"/>
        </a:defRPr>
      </a:lvl5pPr>
      <a:lvl6pPr>
        <a:defRPr lang="en-US" sz="1800"/>
      </a:lvl6pPr>
      <a:lvl7pPr>
        <a:defRPr lang="en-US" sz="1800"/>
      </a:lvl7pPr>
      <a:lvl8pPr>
        <a:defRPr lang="en-US" sz="1800"/>
      </a:lvl8pPr>
      <a:lvl9pPr>
        <a:defRPr lang="en-US" sz="1800"/>
      </a:lvl9pPr>
    </p:titleStyle>
    <p:bodyStyle>
      <a:lvl1pPr marL="546100" indent="136525" algn="l" defTabSz="914400" rtl="0">
        <a:lnSpc>
          <a:spcPct val="100000"/>
        </a:lnSpc>
        <a:spcBef>
          <a:spcPts val="0"/>
        </a:spcBef>
        <a:spcAft>
          <a:spcPts val="0"/>
        </a:spcAft>
        <a:buClr>
          <a:srgbClr val="F9F9F9"/>
        </a:buClr>
        <a:buSzPct val="65000"/>
        <a:buFont typeface="Wingdings 2"/>
        <a:buChar char=""/>
        <a:defRPr lang="en-US" sz="2800" b="0" i="0">
          <a:solidFill>
            <a:schemeClr val="dk1"/>
          </a:solidFill>
          <a:latin typeface="Book Antiqua"/>
        </a:defRPr>
      </a:lvl1pPr>
      <a:lvl2pPr marL="866775" indent="585470" algn="l" defTabSz="914400" rtl="0">
        <a:lnSpc>
          <a:spcPct val="100000"/>
        </a:lnSpc>
        <a:spcBef>
          <a:spcPts val="0"/>
        </a:spcBef>
        <a:spcAft>
          <a:spcPts val="0"/>
        </a:spcAft>
        <a:buClr>
          <a:srgbClr val="FFFFFF"/>
        </a:buClr>
        <a:buSzPct val="80000"/>
        <a:buChar char=""/>
        <a:defRPr lang="en-US" sz="2400" b="0" i="0">
          <a:solidFill>
            <a:schemeClr val="dk1"/>
          </a:solidFill>
          <a:latin typeface="Book Antiqua"/>
        </a:defRPr>
      </a:lvl2pPr>
      <a:lvl3pPr marL="1131570" indent="904875" algn="l" defTabSz="914400" rtl="0">
        <a:lnSpc>
          <a:spcPct val="100000"/>
        </a:lnSpc>
        <a:spcBef>
          <a:spcPts val="0"/>
        </a:spcBef>
        <a:spcAft>
          <a:spcPts val="0"/>
        </a:spcAft>
        <a:buClr>
          <a:srgbClr val="FFFFFF"/>
        </a:buClr>
        <a:buSzPct val="95000"/>
        <a:buFont typeface="Wingdings"/>
        <a:buChar char=""/>
        <a:defRPr lang="en-US" sz="2200" b="0" i="0">
          <a:solidFill>
            <a:schemeClr val="dk1"/>
          </a:solidFill>
          <a:latin typeface="Book Antiqua"/>
        </a:defRPr>
      </a:lvl3pPr>
      <a:lvl4pPr marL="1350645" indent="1169670" algn="l" defTabSz="914400" rtl="0">
        <a:lnSpc>
          <a:spcPct val="100000"/>
        </a:lnSpc>
        <a:spcBef>
          <a:spcPts val="0"/>
        </a:spcBef>
        <a:spcAft>
          <a:spcPts val="0"/>
        </a:spcAft>
        <a:buClr>
          <a:srgbClr val="FFFFFF"/>
        </a:buClr>
        <a:buSzPct val="100000"/>
        <a:buFont typeface="Wingdings 3"/>
        <a:buChar char=""/>
        <a:defRPr lang="en-US" sz="2000" b="0" i="0">
          <a:solidFill>
            <a:schemeClr val="dk1"/>
          </a:solidFill>
          <a:latin typeface="Book Antiqua"/>
        </a:defRPr>
      </a:lvl4pPr>
      <a:lvl5pPr marL="1543050" indent="1362075" algn="l" defTabSz="914400" rtl="0">
        <a:lnSpc>
          <a:spcPct val="100000"/>
        </a:lnSpc>
        <a:spcBef>
          <a:spcPts val="0"/>
        </a:spcBef>
        <a:spcAft>
          <a:spcPts val="0"/>
        </a:spcAft>
        <a:buClr>
          <a:srgbClr val="FFFFFF"/>
        </a:buClr>
        <a:buSzPct val="100000"/>
        <a:buFont typeface="Wingdings 2"/>
        <a:buChar char=""/>
        <a:defRPr lang="en-US" sz="2000" b="0" i="0">
          <a:solidFill>
            <a:schemeClr val="dk1"/>
          </a:solidFill>
          <a:latin typeface="Book Antiqua"/>
        </a:defRPr>
      </a:lvl5pPr>
      <a:lvl6pPr>
        <a:defRPr lang="en-US" sz="1800"/>
      </a:lvl6pPr>
      <a:lvl7pPr>
        <a:defRPr lang="en-US" sz="1800"/>
      </a:lvl7pPr>
      <a:lvl8pPr>
        <a:defRPr lang="en-US" sz="1800"/>
      </a:lvl8pPr>
      <a:lvl9pPr>
        <a:defRPr lang="en-US" sz="1800"/>
      </a:lvl9pPr>
    </p:bodyStyle>
    <p:otherStyle>
      <a:lvl1pPr marL="0" indent="0" algn="l" defTabSz="914400" rtl="0">
        <a:lnSpc>
          <a:spcPct val="100000"/>
        </a:lnSpc>
        <a:spcBef>
          <a:spcPts val="0"/>
        </a:spcBef>
        <a:spcAft>
          <a:spcPts val="0"/>
        </a:spcAft>
        <a:buNone/>
        <a:defRPr lang="en-US" sz="1800" b="0" i="0">
          <a:solidFill>
            <a:schemeClr val="dk1"/>
          </a:solidFill>
          <a:latin typeface="Arial"/>
          <a:ea typeface="Arial"/>
        </a:defRPr>
      </a:lvl1pPr>
      <a:lvl2pPr marL="455295" indent="457200" algn="l" defTabSz="914400" rtl="0">
        <a:lnSpc>
          <a:spcPct val="100000"/>
        </a:lnSpc>
        <a:spcBef>
          <a:spcPts val="0"/>
        </a:spcBef>
        <a:spcAft>
          <a:spcPts val="0"/>
        </a:spcAft>
        <a:buNone/>
        <a:defRPr lang="en-US" sz="1800" b="0" i="0">
          <a:solidFill>
            <a:schemeClr val="dk1"/>
          </a:solidFill>
          <a:latin typeface="Arial"/>
          <a:ea typeface="Arial"/>
        </a:defRPr>
      </a:lvl2pPr>
      <a:lvl3pPr marL="912495" indent="914400" algn="l" defTabSz="914400" rtl="0">
        <a:lnSpc>
          <a:spcPct val="100000"/>
        </a:lnSpc>
        <a:spcBef>
          <a:spcPts val="0"/>
        </a:spcBef>
        <a:spcAft>
          <a:spcPts val="0"/>
        </a:spcAft>
        <a:buNone/>
        <a:defRPr lang="en-US" sz="1800" b="0" i="0">
          <a:solidFill>
            <a:schemeClr val="dk1"/>
          </a:solidFill>
          <a:latin typeface="Arial"/>
          <a:ea typeface="Arial"/>
        </a:defRPr>
      </a:lvl3pPr>
      <a:lvl4pPr marL="1369695" indent="1371600" algn="l" defTabSz="914400" rtl="0">
        <a:lnSpc>
          <a:spcPct val="100000"/>
        </a:lnSpc>
        <a:spcBef>
          <a:spcPts val="0"/>
        </a:spcBef>
        <a:spcAft>
          <a:spcPts val="0"/>
        </a:spcAft>
        <a:buNone/>
        <a:defRPr lang="en-US" sz="1800" b="0" i="0">
          <a:solidFill>
            <a:schemeClr val="dk1"/>
          </a:solidFill>
          <a:latin typeface="Arial"/>
          <a:ea typeface="Arial"/>
        </a:defRPr>
      </a:lvl4pPr>
      <a:lvl5pPr marL="1826895" indent="1828800" algn="l" defTabSz="914400" rtl="0">
        <a:lnSpc>
          <a:spcPct val="100000"/>
        </a:lnSpc>
        <a:spcBef>
          <a:spcPts val="0"/>
        </a:spcBef>
        <a:spcAft>
          <a:spcPts val="0"/>
        </a:spcAft>
        <a:buNone/>
        <a:defRPr lang="en-US" sz="1800" b="0" i="0">
          <a:solidFill>
            <a:schemeClr val="dk1"/>
          </a:solidFill>
          <a:latin typeface="Arial"/>
          <a:ea typeface="Arial"/>
        </a:defRPr>
      </a:lvl5pPr>
      <a:lvl6pPr>
        <a:defRPr lang="en-US" sz="1800"/>
      </a:lvl6pPr>
      <a:lvl7pPr>
        <a:defRPr lang="en-US" sz="1800"/>
      </a:lvl7pPr>
      <a:lvl8pPr>
        <a:defRPr lang="en-US" sz="1800"/>
      </a:lvl8pPr>
      <a:lvl9pPr>
        <a:defRPr lang="en-US" sz="1800"/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51942957" name="Title Placeholder 21"/>
          <p:cNvSpPr>
            <a:spLocks noGrp="1" noChangeShapeType="1"/>
          </p:cNvSpPr>
          <p:nvPr>
            <p:ph type="title"/>
          </p:nvPr>
        </p:nvSpPr>
        <p:spPr bwMode="auto">
          <a:xfrm>
            <a:off x="457200" y="274637"/>
            <a:ext cx="8229600" cy="1143000"/>
          </a:xfrm>
          <a:prstGeom prst="rect">
            <a:avLst/>
          </a:prstGeom>
          <a:noFill/>
        </p:spPr>
        <p:txBody>
          <a:bodyPr lIns="91423" tIns="45711" rIns="91423" bIns="45711" anchor="ctr" anchorCtr="0"/>
          <a:lstStyle/>
          <a:p>
            <a:pPr marL="0" lvl="0" indent="0">
              <a:spcBef>
                <a:spcPts val="0"/>
              </a:spcBef>
              <a:buNone/>
              <a:defRPr/>
            </a:pPr>
            <a:r>
              <a:t>Click to edit Master title style</a:t>
            </a:r>
          </a:p>
        </p:txBody>
      </p:sp>
      <p:sp>
        <p:nvSpPr>
          <p:cNvPr id="2026779266" name="Text Placeholder 12"/>
          <p:cNvSpPr>
            <a:spLocks noGrp="1" noChangeShapeType="1"/>
          </p:cNvSpPr>
          <p:nvPr>
            <p:ph type="body" idx="1"/>
          </p:nvPr>
        </p:nvSpPr>
        <p:spPr bwMode="auto">
          <a:xfrm>
            <a:off x="457200" y="1600200"/>
            <a:ext cx="8229600" cy="4708525"/>
          </a:xfrm>
          <a:prstGeom prst="rect">
            <a:avLst/>
          </a:prstGeom>
          <a:noFill/>
        </p:spPr>
        <p:txBody>
          <a:bodyPr lIns="91423" tIns="45711" rIns="91423" bIns="45711"/>
          <a:lstStyle>
            <a:lvl1pPr marL="546100" indent="136525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9F9F9"/>
              </a:buClr>
              <a:buSzPct val="65000"/>
              <a:buChar char=""/>
              <a:defRPr sz="2800" b="0" i="0">
                <a:solidFill>
                  <a:schemeClr val="dk1"/>
                </a:solidFill>
                <a:latin typeface="Book Antiqua"/>
              </a:defRPr>
            </a:lvl1pPr>
            <a:lvl2pPr marL="866775" indent="58547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80000"/>
              <a:buChar char=""/>
              <a:defRPr sz="2400" b="0" i="0">
                <a:solidFill>
                  <a:schemeClr val="dk1"/>
                </a:solidFill>
                <a:latin typeface="Book Antiqua"/>
              </a:defRPr>
            </a:lvl2pPr>
            <a:lvl3pPr marL="1131570" indent="904875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95000"/>
              <a:buChar char=""/>
              <a:defRPr sz="2200" b="0" i="0">
                <a:solidFill>
                  <a:schemeClr val="dk1"/>
                </a:solidFill>
                <a:latin typeface="Book Antiqua"/>
              </a:defRPr>
            </a:lvl3pPr>
            <a:lvl4pPr marL="1350645" indent="116967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00000"/>
              <a:buChar char=""/>
              <a:defRPr sz="2000" b="0" i="0">
                <a:solidFill>
                  <a:schemeClr val="dk1"/>
                </a:solidFill>
                <a:latin typeface="Book Antiqua"/>
              </a:defRPr>
            </a:lvl4pPr>
            <a:lvl5pPr marL="1543050" indent="1362075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00000"/>
              <a:buChar char=""/>
              <a:defRPr sz="2000" b="0" i="0">
                <a:solidFill>
                  <a:schemeClr val="dk1"/>
                </a:solidFill>
                <a:latin typeface="Book Antiqua"/>
              </a:defRPr>
            </a:lvl5pPr>
          </a:lstStyle>
          <a:p>
            <a:pPr marL="546100" lvl="0" indent="-409575">
              <a:spcBef>
                <a:spcPts val="0"/>
              </a:spcBef>
              <a:buClr>
                <a:srgbClr val="F9F9F9"/>
              </a:buClr>
              <a:buSzPct val="65000"/>
              <a:buFont typeface="Wingdings 2"/>
              <a:buChar char=""/>
              <a:defRPr/>
            </a:pPr>
            <a:r>
              <a:t>Click to edit Master text styles</a:t>
            </a:r>
          </a:p>
          <a:p>
            <a:pPr marL="866775" lvl="1" indent="-281305">
              <a:spcBef>
                <a:spcPts val="0"/>
              </a:spcBef>
              <a:buClr>
                <a:srgbClr val="FFFFFF"/>
              </a:buClr>
              <a:buSzPct val="80000"/>
              <a:buChar char=""/>
              <a:defRPr/>
            </a:pPr>
            <a:r>
              <a:t>Second level</a:t>
            </a:r>
          </a:p>
          <a:p>
            <a:pPr marL="1131570" lvl="2" indent="-226695">
              <a:spcBef>
                <a:spcPts val="0"/>
              </a:spcBef>
              <a:buClr>
                <a:srgbClr val="FFFFFF"/>
              </a:buClr>
              <a:buSzPct val="95000"/>
              <a:buFont typeface="Wingdings"/>
              <a:buChar char=""/>
              <a:defRPr/>
            </a:pPr>
            <a:r>
              <a:t>Third level</a:t>
            </a:r>
          </a:p>
          <a:p>
            <a:pPr marL="1350645" lvl="3" indent="-180975">
              <a:spcBef>
                <a:spcPts val="0"/>
              </a:spcBef>
              <a:buClr>
                <a:srgbClr val="FFFFFF"/>
              </a:buClr>
              <a:buSzPct val="100000"/>
              <a:buFont typeface="Wingdings 3"/>
              <a:buChar char=""/>
              <a:defRPr/>
            </a:pPr>
            <a:r>
              <a:t>Fourth level</a:t>
            </a:r>
          </a:p>
          <a:p>
            <a:pPr marL="1543050" lvl="4" indent="-180975">
              <a:spcBef>
                <a:spcPts val="0"/>
              </a:spcBef>
              <a:buClr>
                <a:srgbClr val="FFFFFF"/>
              </a:buClr>
              <a:buSzPct val="100000"/>
              <a:buFont typeface="Wingdings 2"/>
              <a:buChar char=""/>
              <a:defRPr/>
            </a:pPr>
            <a:r>
              <a:t>Fifth level</a:t>
            </a:r>
          </a:p>
        </p:txBody>
      </p:sp>
      <p:sp>
        <p:nvSpPr>
          <p:cNvPr id="1401459329" name="Date Placeholder 13"/>
          <p:cNvSpPr>
            <a:spLocks noGrp="1" noChangeShapeType="1"/>
          </p:cNvSpPr>
          <p:nvPr>
            <p:ph type="dt" idx="2"/>
          </p:nvPr>
        </p:nvSpPr>
        <p:spPr bwMode="auto">
          <a:xfrm>
            <a:off x="457200" y="6416675"/>
            <a:ext cx="2133600" cy="365125"/>
          </a:xfrm>
          <a:prstGeom prst="rect">
            <a:avLst/>
          </a:prstGeom>
          <a:noFill/>
        </p:spPr>
        <p:txBody>
          <a:bodyPr lIns="91423" tIns="45711" rIns="91423" bIns="45711" anchor="b"/>
          <a:lstStyle/>
          <a:p>
            <a:pPr>
              <a:defRPr/>
            </a:pPr>
            <a:endParaRPr sz="1400"/>
          </a:p>
        </p:txBody>
      </p:sp>
      <p:sp>
        <p:nvSpPr>
          <p:cNvPr id="923484248" name="Footer Placeholder 2"/>
          <p:cNvSpPr>
            <a:spLocks noGrp="1" noChangeShapeType="1"/>
          </p:cNvSpPr>
          <p:nvPr>
            <p:ph type="ftr" idx="3"/>
          </p:nvPr>
        </p:nvSpPr>
        <p:spPr bwMode="auto">
          <a:xfrm>
            <a:off x="3124200" y="6416675"/>
            <a:ext cx="2895600" cy="365125"/>
          </a:xfrm>
          <a:prstGeom prst="rect">
            <a:avLst/>
          </a:prstGeom>
          <a:noFill/>
        </p:spPr>
        <p:txBody>
          <a:bodyPr lIns="91423" tIns="45711" rIns="91423" bIns="45711" anchor="b"/>
          <a:lstStyle/>
          <a:p>
            <a:pPr>
              <a:defRPr/>
            </a:pPr>
            <a:endParaRPr sz="1400"/>
          </a:p>
        </p:txBody>
      </p:sp>
      <p:sp>
        <p:nvSpPr>
          <p:cNvPr id="1917490799" name="Slide Number Placeholder 22"/>
          <p:cNvSpPr>
            <a:spLocks noGrp="1" noChangeShapeType="1"/>
          </p:cNvSpPr>
          <p:nvPr>
            <p:ph type="sldNum" idx="4"/>
          </p:nvPr>
        </p:nvSpPr>
        <p:spPr bwMode="auto">
          <a:xfrm>
            <a:off x="7924800" y="6416675"/>
            <a:ext cx="762000" cy="365125"/>
          </a:xfrm>
          <a:prstGeom prst="rect">
            <a:avLst/>
          </a:prstGeom>
          <a:noFill/>
        </p:spPr>
        <p:txBody>
          <a:bodyPr lIns="0" tIns="45711" rIns="0" bIns="45711" anchor="b"/>
          <a:lstStyle>
            <a:lvl1pPr mar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Book Antiqua"/>
              </a:defRPr>
            </a:lvl1pPr>
            <a:lvl2pPr marL="455295" indent="455295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Book Antiqua"/>
              </a:defRPr>
            </a:lvl2pPr>
            <a:lvl3pPr marL="912495" indent="912495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Book Antiqua"/>
              </a:defRPr>
            </a:lvl3pPr>
            <a:lvl4pPr marL="1369695" indent="1369695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Book Antiqua"/>
              </a:defRPr>
            </a:lvl4pPr>
            <a:lvl5pPr marL="1826895" indent="1826895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Book Antiqua"/>
              </a:defRPr>
            </a:lvl5pPr>
          </a:lstStyle>
          <a:p>
            <a:pPr marL="0" lvl="0" indent="0" algn="r">
              <a:spcBef>
                <a:spcPts val="0"/>
              </a:spcBef>
              <a:buNone/>
              <a:defRPr/>
            </a:pPr>
            <a:fld id="{D038279B-FC19-497E-A7D1-5ADD9CAF016F}" type="slidenum">
              <a:rPr lang="en-GB" sz="1200" b="1" i="0" u="none">
                <a:solidFill>
                  <a:srgbClr val="BCBCBC"/>
                </a:solidFill>
              </a:rPr>
            </a:fld>
            <a:endParaRPr lang="en-GB" sz="1200" b="1" i="0" u="none">
              <a:solidFill>
                <a:srgbClr val="BCBCBC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</p:sldLayoutIdLst>
  <p:txStyles>
    <p:titleStyle>
      <a:lvl1pPr marL="0" indent="0" algn="ctr" defTabSz="914400" rtl="0">
        <a:lnSpc>
          <a:spcPct val="100000"/>
        </a:lnSpc>
        <a:spcBef>
          <a:spcPts val="0"/>
        </a:spcBef>
        <a:spcAft>
          <a:spcPts val="0"/>
        </a:spcAft>
        <a:buNone/>
        <a:defRPr lang="en-US" sz="4100" b="1" i="0">
          <a:solidFill>
            <a:schemeClr val="dk1"/>
          </a:solidFill>
          <a:latin typeface="Lucida Sans"/>
        </a:defRPr>
      </a:lvl1pPr>
      <a:lvl2pPr marL="0" indent="0" algn="ctr" defTabSz="914400" rtl="0">
        <a:lnSpc>
          <a:spcPct val="100000"/>
        </a:lnSpc>
        <a:spcBef>
          <a:spcPts val="0"/>
        </a:spcBef>
        <a:spcAft>
          <a:spcPts val="0"/>
        </a:spcAft>
        <a:buNone/>
        <a:defRPr lang="en-US" sz="4100" b="1" i="0">
          <a:solidFill>
            <a:schemeClr val="dk1"/>
          </a:solidFill>
          <a:latin typeface="Lucida Sans"/>
        </a:defRPr>
      </a:lvl2pPr>
      <a:lvl3pPr marL="0" indent="0" algn="ctr" defTabSz="914400" rtl="0">
        <a:lnSpc>
          <a:spcPct val="100000"/>
        </a:lnSpc>
        <a:spcBef>
          <a:spcPts val="0"/>
        </a:spcBef>
        <a:spcAft>
          <a:spcPts val="0"/>
        </a:spcAft>
        <a:buNone/>
        <a:defRPr lang="en-US" sz="4100" b="1" i="0">
          <a:solidFill>
            <a:schemeClr val="dk1"/>
          </a:solidFill>
          <a:latin typeface="Lucida Sans"/>
        </a:defRPr>
      </a:lvl3pPr>
      <a:lvl4pPr marL="0" indent="0" algn="ctr" defTabSz="914400" rtl="0">
        <a:lnSpc>
          <a:spcPct val="100000"/>
        </a:lnSpc>
        <a:spcBef>
          <a:spcPts val="0"/>
        </a:spcBef>
        <a:spcAft>
          <a:spcPts val="0"/>
        </a:spcAft>
        <a:buNone/>
        <a:defRPr lang="en-US" sz="4100" b="1" i="0">
          <a:solidFill>
            <a:schemeClr val="dk1"/>
          </a:solidFill>
          <a:latin typeface="Lucida Sans"/>
        </a:defRPr>
      </a:lvl4pPr>
      <a:lvl5pPr marL="0" indent="0" algn="ctr" defTabSz="914400" rtl="0">
        <a:lnSpc>
          <a:spcPct val="100000"/>
        </a:lnSpc>
        <a:spcBef>
          <a:spcPts val="0"/>
        </a:spcBef>
        <a:spcAft>
          <a:spcPts val="0"/>
        </a:spcAft>
        <a:buNone/>
        <a:defRPr lang="en-US" sz="4100" b="1" i="0">
          <a:solidFill>
            <a:schemeClr val="dk1"/>
          </a:solidFill>
          <a:latin typeface="Lucida Sans"/>
        </a:defRPr>
      </a:lvl5pPr>
      <a:lvl6pPr>
        <a:defRPr lang="en-US" sz="1800"/>
      </a:lvl6pPr>
      <a:lvl7pPr>
        <a:defRPr lang="en-US" sz="1800"/>
      </a:lvl7pPr>
      <a:lvl8pPr>
        <a:defRPr lang="en-US" sz="1800"/>
      </a:lvl8pPr>
      <a:lvl9pPr>
        <a:defRPr lang="en-US" sz="1800"/>
      </a:lvl9pPr>
    </p:titleStyle>
    <p:bodyStyle>
      <a:lvl1pPr marL="546100" indent="136525" algn="l" defTabSz="914400" rtl="0">
        <a:lnSpc>
          <a:spcPct val="100000"/>
        </a:lnSpc>
        <a:spcBef>
          <a:spcPts val="0"/>
        </a:spcBef>
        <a:spcAft>
          <a:spcPts val="0"/>
        </a:spcAft>
        <a:buClr>
          <a:srgbClr val="F9F9F9"/>
        </a:buClr>
        <a:buSzPct val="65000"/>
        <a:buFont typeface="Wingdings 2"/>
        <a:buChar char=""/>
        <a:defRPr lang="en-US" sz="2800" b="0" i="0">
          <a:solidFill>
            <a:schemeClr val="dk1"/>
          </a:solidFill>
          <a:latin typeface="Book Antiqua"/>
        </a:defRPr>
      </a:lvl1pPr>
      <a:lvl2pPr marL="866775" indent="585470" algn="l" defTabSz="914400" rtl="0">
        <a:lnSpc>
          <a:spcPct val="100000"/>
        </a:lnSpc>
        <a:spcBef>
          <a:spcPts val="0"/>
        </a:spcBef>
        <a:spcAft>
          <a:spcPts val="0"/>
        </a:spcAft>
        <a:buClr>
          <a:srgbClr val="FFFFFF"/>
        </a:buClr>
        <a:buSzPct val="80000"/>
        <a:buChar char=""/>
        <a:defRPr lang="en-US" sz="2400" b="0" i="0">
          <a:solidFill>
            <a:schemeClr val="dk1"/>
          </a:solidFill>
          <a:latin typeface="Book Antiqua"/>
        </a:defRPr>
      </a:lvl2pPr>
      <a:lvl3pPr marL="1131570" indent="904875" algn="l" defTabSz="914400" rtl="0">
        <a:lnSpc>
          <a:spcPct val="100000"/>
        </a:lnSpc>
        <a:spcBef>
          <a:spcPts val="0"/>
        </a:spcBef>
        <a:spcAft>
          <a:spcPts val="0"/>
        </a:spcAft>
        <a:buClr>
          <a:srgbClr val="FFFFFF"/>
        </a:buClr>
        <a:buSzPct val="95000"/>
        <a:buFont typeface="Wingdings"/>
        <a:buChar char=""/>
        <a:defRPr lang="en-US" sz="2200" b="0" i="0">
          <a:solidFill>
            <a:schemeClr val="dk1"/>
          </a:solidFill>
          <a:latin typeface="Book Antiqua"/>
        </a:defRPr>
      </a:lvl3pPr>
      <a:lvl4pPr marL="1350645" indent="1169670" algn="l" defTabSz="914400" rtl="0">
        <a:lnSpc>
          <a:spcPct val="100000"/>
        </a:lnSpc>
        <a:spcBef>
          <a:spcPts val="0"/>
        </a:spcBef>
        <a:spcAft>
          <a:spcPts val="0"/>
        </a:spcAft>
        <a:buClr>
          <a:srgbClr val="FFFFFF"/>
        </a:buClr>
        <a:buSzPct val="100000"/>
        <a:buFont typeface="Wingdings 3"/>
        <a:buChar char=""/>
        <a:defRPr lang="en-US" sz="2000" b="0" i="0">
          <a:solidFill>
            <a:schemeClr val="dk1"/>
          </a:solidFill>
          <a:latin typeface="Book Antiqua"/>
        </a:defRPr>
      </a:lvl4pPr>
      <a:lvl5pPr marL="1543050" indent="1362075" algn="l" defTabSz="914400" rtl="0">
        <a:lnSpc>
          <a:spcPct val="100000"/>
        </a:lnSpc>
        <a:spcBef>
          <a:spcPts val="0"/>
        </a:spcBef>
        <a:spcAft>
          <a:spcPts val="0"/>
        </a:spcAft>
        <a:buClr>
          <a:srgbClr val="FFFFFF"/>
        </a:buClr>
        <a:buSzPct val="100000"/>
        <a:buFont typeface="Wingdings 2"/>
        <a:buChar char=""/>
        <a:defRPr lang="en-US" sz="2000" b="0" i="0">
          <a:solidFill>
            <a:schemeClr val="dk1"/>
          </a:solidFill>
          <a:latin typeface="Book Antiqua"/>
        </a:defRPr>
      </a:lvl5pPr>
      <a:lvl6pPr>
        <a:defRPr lang="en-US" sz="1800"/>
      </a:lvl6pPr>
      <a:lvl7pPr>
        <a:defRPr lang="en-US" sz="1800"/>
      </a:lvl7pPr>
      <a:lvl8pPr>
        <a:defRPr lang="en-US" sz="1800"/>
      </a:lvl8pPr>
      <a:lvl9pPr>
        <a:defRPr lang="en-US" sz="1800"/>
      </a:lvl9pPr>
    </p:bodyStyle>
    <p:otherStyle>
      <a:lvl1pPr marL="0" indent="0" algn="l" defTabSz="914400" rtl="0">
        <a:lnSpc>
          <a:spcPct val="100000"/>
        </a:lnSpc>
        <a:spcBef>
          <a:spcPts val="0"/>
        </a:spcBef>
        <a:spcAft>
          <a:spcPts val="0"/>
        </a:spcAft>
        <a:buNone/>
        <a:defRPr lang="en-US" sz="1800" b="0" i="0">
          <a:solidFill>
            <a:schemeClr val="dk1"/>
          </a:solidFill>
          <a:latin typeface="Arial"/>
          <a:ea typeface="Arial"/>
        </a:defRPr>
      </a:lvl1pPr>
      <a:lvl2pPr marL="455295" indent="457200" algn="l" defTabSz="914400" rtl="0">
        <a:lnSpc>
          <a:spcPct val="100000"/>
        </a:lnSpc>
        <a:spcBef>
          <a:spcPts val="0"/>
        </a:spcBef>
        <a:spcAft>
          <a:spcPts val="0"/>
        </a:spcAft>
        <a:buNone/>
        <a:defRPr lang="en-US" sz="1800" b="0" i="0">
          <a:solidFill>
            <a:schemeClr val="dk1"/>
          </a:solidFill>
          <a:latin typeface="Arial"/>
          <a:ea typeface="Arial"/>
        </a:defRPr>
      </a:lvl2pPr>
      <a:lvl3pPr marL="912495" indent="914400" algn="l" defTabSz="914400" rtl="0">
        <a:lnSpc>
          <a:spcPct val="100000"/>
        </a:lnSpc>
        <a:spcBef>
          <a:spcPts val="0"/>
        </a:spcBef>
        <a:spcAft>
          <a:spcPts val="0"/>
        </a:spcAft>
        <a:buNone/>
        <a:defRPr lang="en-US" sz="1800" b="0" i="0">
          <a:solidFill>
            <a:schemeClr val="dk1"/>
          </a:solidFill>
          <a:latin typeface="Arial"/>
          <a:ea typeface="Arial"/>
        </a:defRPr>
      </a:lvl3pPr>
      <a:lvl4pPr marL="1369695" indent="1371600" algn="l" defTabSz="914400" rtl="0">
        <a:lnSpc>
          <a:spcPct val="100000"/>
        </a:lnSpc>
        <a:spcBef>
          <a:spcPts val="0"/>
        </a:spcBef>
        <a:spcAft>
          <a:spcPts val="0"/>
        </a:spcAft>
        <a:buNone/>
        <a:defRPr lang="en-US" sz="1800" b="0" i="0">
          <a:solidFill>
            <a:schemeClr val="dk1"/>
          </a:solidFill>
          <a:latin typeface="Arial"/>
          <a:ea typeface="Arial"/>
        </a:defRPr>
      </a:lvl4pPr>
      <a:lvl5pPr marL="1826895" indent="1828800" algn="l" defTabSz="914400" rtl="0">
        <a:lnSpc>
          <a:spcPct val="100000"/>
        </a:lnSpc>
        <a:spcBef>
          <a:spcPts val="0"/>
        </a:spcBef>
        <a:spcAft>
          <a:spcPts val="0"/>
        </a:spcAft>
        <a:buNone/>
        <a:defRPr lang="en-US" sz="1800" b="0" i="0">
          <a:solidFill>
            <a:schemeClr val="dk1"/>
          </a:solidFill>
          <a:latin typeface="Arial"/>
          <a:ea typeface="Arial"/>
        </a:defRPr>
      </a:lvl5pPr>
      <a:lvl6pPr>
        <a:defRPr lang="en-US" sz="1800"/>
      </a:lvl6pPr>
      <a:lvl7pPr>
        <a:defRPr lang="en-US" sz="1800"/>
      </a:lvl7pPr>
      <a:lvl8pPr>
        <a:defRPr lang="en-US" sz="1800"/>
      </a:lvl8pPr>
      <a:lvl9pPr>
        <a:defRPr lang="en-US" sz="1800"/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69889131" name="Title Placeholder 21"/>
          <p:cNvSpPr>
            <a:spLocks noGrp="1" noChangeShapeType="1"/>
          </p:cNvSpPr>
          <p:nvPr>
            <p:ph type="title"/>
          </p:nvPr>
        </p:nvSpPr>
        <p:spPr bwMode="auto">
          <a:xfrm>
            <a:off x="457200" y="274637"/>
            <a:ext cx="8229600" cy="1143000"/>
          </a:xfrm>
          <a:prstGeom prst="rect">
            <a:avLst/>
          </a:prstGeom>
          <a:noFill/>
        </p:spPr>
        <p:txBody>
          <a:bodyPr lIns="91423" tIns="45711" rIns="91423" bIns="45711" anchor="ctr" anchorCtr="0"/>
          <a:lstStyle/>
          <a:p>
            <a:pPr marL="0" lvl="0" indent="0">
              <a:spcBef>
                <a:spcPts val="0"/>
              </a:spcBef>
              <a:buNone/>
              <a:defRPr/>
            </a:pPr>
            <a:r>
              <a:t>Click to edit Master title style</a:t>
            </a:r>
          </a:p>
        </p:txBody>
      </p:sp>
      <p:sp>
        <p:nvSpPr>
          <p:cNvPr id="1414676233" name="Text Placeholder 12"/>
          <p:cNvSpPr>
            <a:spLocks noGrp="1" noChangeShapeType="1"/>
          </p:cNvSpPr>
          <p:nvPr>
            <p:ph type="body" idx="1"/>
          </p:nvPr>
        </p:nvSpPr>
        <p:spPr bwMode="auto">
          <a:xfrm>
            <a:off x="457200" y="1600200"/>
            <a:ext cx="8229600" cy="4708525"/>
          </a:xfrm>
          <a:prstGeom prst="rect">
            <a:avLst/>
          </a:prstGeom>
          <a:noFill/>
        </p:spPr>
        <p:txBody>
          <a:bodyPr lIns="91423" tIns="45711" rIns="91423" bIns="45711"/>
          <a:lstStyle>
            <a:lvl1pPr marL="546100" indent="136525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9F9F9"/>
              </a:buClr>
              <a:buSzPct val="65000"/>
              <a:buChar char=""/>
              <a:defRPr sz="2800" b="0" i="0">
                <a:solidFill>
                  <a:schemeClr val="dk1"/>
                </a:solidFill>
                <a:latin typeface="Book Antiqua"/>
              </a:defRPr>
            </a:lvl1pPr>
            <a:lvl2pPr marL="866775" indent="58547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80000"/>
              <a:buChar char=""/>
              <a:defRPr sz="2400" b="0" i="0">
                <a:solidFill>
                  <a:schemeClr val="dk1"/>
                </a:solidFill>
                <a:latin typeface="Book Antiqua"/>
              </a:defRPr>
            </a:lvl2pPr>
            <a:lvl3pPr marL="1131570" indent="904875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95000"/>
              <a:buChar char=""/>
              <a:defRPr sz="2200" b="0" i="0">
                <a:solidFill>
                  <a:schemeClr val="dk1"/>
                </a:solidFill>
                <a:latin typeface="Book Antiqua"/>
              </a:defRPr>
            </a:lvl3pPr>
            <a:lvl4pPr marL="1350645" indent="116967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00000"/>
              <a:buChar char=""/>
              <a:defRPr sz="2000" b="0" i="0">
                <a:solidFill>
                  <a:schemeClr val="dk1"/>
                </a:solidFill>
                <a:latin typeface="Book Antiqua"/>
              </a:defRPr>
            </a:lvl4pPr>
            <a:lvl5pPr marL="1543050" indent="1362075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00000"/>
              <a:buChar char=""/>
              <a:defRPr sz="2000" b="0" i="0">
                <a:solidFill>
                  <a:schemeClr val="dk1"/>
                </a:solidFill>
                <a:latin typeface="Book Antiqua"/>
              </a:defRPr>
            </a:lvl5pPr>
          </a:lstStyle>
          <a:p>
            <a:pPr marL="546100" lvl="0" indent="-409575">
              <a:spcBef>
                <a:spcPts val="0"/>
              </a:spcBef>
              <a:buClr>
                <a:srgbClr val="F9F9F9"/>
              </a:buClr>
              <a:buSzPct val="65000"/>
              <a:buFont typeface="Wingdings 2"/>
              <a:buChar char=""/>
              <a:defRPr/>
            </a:pPr>
            <a:r>
              <a:t>Click to edit Master text styles</a:t>
            </a:r>
          </a:p>
          <a:p>
            <a:pPr marL="866775" lvl="1" indent="-281305">
              <a:spcBef>
                <a:spcPts val="0"/>
              </a:spcBef>
              <a:buClr>
                <a:srgbClr val="FFFFFF"/>
              </a:buClr>
              <a:buSzPct val="80000"/>
              <a:buChar char=""/>
              <a:defRPr/>
            </a:pPr>
            <a:r>
              <a:t>Second level</a:t>
            </a:r>
          </a:p>
          <a:p>
            <a:pPr marL="1131570" lvl="2" indent="-226695">
              <a:spcBef>
                <a:spcPts val="0"/>
              </a:spcBef>
              <a:buClr>
                <a:srgbClr val="FFFFFF"/>
              </a:buClr>
              <a:buSzPct val="95000"/>
              <a:buFont typeface="Wingdings"/>
              <a:buChar char=""/>
              <a:defRPr/>
            </a:pPr>
            <a:r>
              <a:t>Third level</a:t>
            </a:r>
          </a:p>
          <a:p>
            <a:pPr marL="1350645" lvl="3" indent="-180975">
              <a:spcBef>
                <a:spcPts val="0"/>
              </a:spcBef>
              <a:buClr>
                <a:srgbClr val="FFFFFF"/>
              </a:buClr>
              <a:buSzPct val="100000"/>
              <a:buFont typeface="Wingdings 3"/>
              <a:buChar char=""/>
              <a:defRPr/>
            </a:pPr>
            <a:r>
              <a:t>Fourth level</a:t>
            </a:r>
          </a:p>
          <a:p>
            <a:pPr marL="1543050" lvl="4" indent="-180975">
              <a:spcBef>
                <a:spcPts val="0"/>
              </a:spcBef>
              <a:buClr>
                <a:srgbClr val="FFFFFF"/>
              </a:buClr>
              <a:buSzPct val="100000"/>
              <a:buFont typeface="Wingdings 2"/>
              <a:buChar char=""/>
              <a:defRPr/>
            </a:pPr>
            <a:r>
              <a:t>Fifth level</a:t>
            </a:r>
          </a:p>
        </p:txBody>
      </p:sp>
      <p:sp>
        <p:nvSpPr>
          <p:cNvPr id="443361908" name="Date Placeholder 13"/>
          <p:cNvSpPr>
            <a:spLocks noGrp="1" noChangeShapeType="1"/>
          </p:cNvSpPr>
          <p:nvPr>
            <p:ph type="dt" idx="2"/>
          </p:nvPr>
        </p:nvSpPr>
        <p:spPr bwMode="auto">
          <a:xfrm>
            <a:off x="457200" y="6416675"/>
            <a:ext cx="2133600" cy="365125"/>
          </a:xfrm>
          <a:prstGeom prst="rect">
            <a:avLst/>
          </a:prstGeom>
          <a:noFill/>
        </p:spPr>
        <p:txBody>
          <a:bodyPr lIns="91423" tIns="45711" rIns="91423" bIns="45711" anchor="b"/>
          <a:lstStyle/>
          <a:p>
            <a:pPr>
              <a:defRPr/>
            </a:pPr>
            <a:endParaRPr sz="1400"/>
          </a:p>
        </p:txBody>
      </p:sp>
      <p:sp>
        <p:nvSpPr>
          <p:cNvPr id="557948597" name="Footer Placeholder 2"/>
          <p:cNvSpPr>
            <a:spLocks noGrp="1" noChangeShapeType="1"/>
          </p:cNvSpPr>
          <p:nvPr>
            <p:ph type="ftr" idx="3"/>
          </p:nvPr>
        </p:nvSpPr>
        <p:spPr bwMode="auto">
          <a:xfrm>
            <a:off x="3124200" y="6416675"/>
            <a:ext cx="2895600" cy="365125"/>
          </a:xfrm>
          <a:prstGeom prst="rect">
            <a:avLst/>
          </a:prstGeom>
          <a:noFill/>
        </p:spPr>
        <p:txBody>
          <a:bodyPr lIns="91423" tIns="45711" rIns="91423" bIns="45711" anchor="b"/>
          <a:lstStyle/>
          <a:p>
            <a:pPr>
              <a:defRPr/>
            </a:pPr>
            <a:endParaRPr sz="1400"/>
          </a:p>
        </p:txBody>
      </p:sp>
      <p:sp>
        <p:nvSpPr>
          <p:cNvPr id="28205456" name="Slide Number Placeholder 22"/>
          <p:cNvSpPr>
            <a:spLocks noGrp="1" noChangeShapeType="1"/>
          </p:cNvSpPr>
          <p:nvPr>
            <p:ph type="sldNum" idx="4"/>
          </p:nvPr>
        </p:nvSpPr>
        <p:spPr bwMode="auto">
          <a:xfrm>
            <a:off x="7924800" y="6416675"/>
            <a:ext cx="762000" cy="365125"/>
          </a:xfrm>
          <a:prstGeom prst="rect">
            <a:avLst/>
          </a:prstGeom>
          <a:noFill/>
        </p:spPr>
        <p:txBody>
          <a:bodyPr lIns="0" tIns="45711" rIns="0" bIns="45711" anchor="b"/>
          <a:lstStyle>
            <a:lvl1pPr mar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Book Antiqua"/>
              </a:defRPr>
            </a:lvl1pPr>
            <a:lvl2pPr marL="455295" indent="455295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Book Antiqua"/>
              </a:defRPr>
            </a:lvl2pPr>
            <a:lvl3pPr marL="912495" indent="912495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Book Antiqua"/>
              </a:defRPr>
            </a:lvl3pPr>
            <a:lvl4pPr marL="1369695" indent="1369695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Book Antiqua"/>
              </a:defRPr>
            </a:lvl4pPr>
            <a:lvl5pPr marL="1826895" indent="1826895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Book Antiqua"/>
              </a:defRPr>
            </a:lvl5pPr>
          </a:lstStyle>
          <a:p>
            <a:pPr marL="0" lvl="0" indent="0" algn="r">
              <a:spcBef>
                <a:spcPts val="0"/>
              </a:spcBef>
              <a:buNone/>
              <a:defRPr/>
            </a:pPr>
            <a:fld id="{D038279B-FC19-497E-A7D1-5ADD9CAF016F}" type="slidenum">
              <a:rPr lang="en-GB" sz="1200" b="1" i="0" u="none">
                <a:solidFill>
                  <a:srgbClr val="BCBCBC"/>
                </a:solidFill>
              </a:rPr>
            </a:fld>
            <a:endParaRPr lang="en-GB" sz="1200" b="1" i="0" u="none">
              <a:solidFill>
                <a:srgbClr val="BCBCBC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</p:sldLayoutIdLst>
  <p:txStyles>
    <p:titleStyle>
      <a:lvl1pPr marL="0" indent="0" algn="ctr" defTabSz="914400" rtl="0">
        <a:lnSpc>
          <a:spcPct val="100000"/>
        </a:lnSpc>
        <a:spcBef>
          <a:spcPts val="0"/>
        </a:spcBef>
        <a:spcAft>
          <a:spcPts val="0"/>
        </a:spcAft>
        <a:buNone/>
        <a:defRPr lang="en-US" sz="4100" b="1" i="0">
          <a:solidFill>
            <a:schemeClr val="dk1"/>
          </a:solidFill>
          <a:latin typeface="Lucida Sans"/>
        </a:defRPr>
      </a:lvl1pPr>
      <a:lvl2pPr marL="0" indent="0" algn="ctr" defTabSz="914400" rtl="0">
        <a:lnSpc>
          <a:spcPct val="100000"/>
        </a:lnSpc>
        <a:spcBef>
          <a:spcPts val="0"/>
        </a:spcBef>
        <a:spcAft>
          <a:spcPts val="0"/>
        </a:spcAft>
        <a:buNone/>
        <a:defRPr lang="en-US" sz="4100" b="1" i="0">
          <a:solidFill>
            <a:schemeClr val="dk1"/>
          </a:solidFill>
          <a:latin typeface="Lucida Sans"/>
        </a:defRPr>
      </a:lvl2pPr>
      <a:lvl3pPr marL="0" indent="0" algn="ctr" defTabSz="914400" rtl="0">
        <a:lnSpc>
          <a:spcPct val="100000"/>
        </a:lnSpc>
        <a:spcBef>
          <a:spcPts val="0"/>
        </a:spcBef>
        <a:spcAft>
          <a:spcPts val="0"/>
        </a:spcAft>
        <a:buNone/>
        <a:defRPr lang="en-US" sz="4100" b="1" i="0">
          <a:solidFill>
            <a:schemeClr val="dk1"/>
          </a:solidFill>
          <a:latin typeface="Lucida Sans"/>
        </a:defRPr>
      </a:lvl3pPr>
      <a:lvl4pPr marL="0" indent="0" algn="ctr" defTabSz="914400" rtl="0">
        <a:lnSpc>
          <a:spcPct val="100000"/>
        </a:lnSpc>
        <a:spcBef>
          <a:spcPts val="0"/>
        </a:spcBef>
        <a:spcAft>
          <a:spcPts val="0"/>
        </a:spcAft>
        <a:buNone/>
        <a:defRPr lang="en-US" sz="4100" b="1" i="0">
          <a:solidFill>
            <a:schemeClr val="dk1"/>
          </a:solidFill>
          <a:latin typeface="Lucida Sans"/>
        </a:defRPr>
      </a:lvl4pPr>
      <a:lvl5pPr marL="0" indent="0" algn="ctr" defTabSz="914400" rtl="0">
        <a:lnSpc>
          <a:spcPct val="100000"/>
        </a:lnSpc>
        <a:spcBef>
          <a:spcPts val="0"/>
        </a:spcBef>
        <a:spcAft>
          <a:spcPts val="0"/>
        </a:spcAft>
        <a:buNone/>
        <a:defRPr lang="en-US" sz="4100" b="1" i="0">
          <a:solidFill>
            <a:schemeClr val="dk1"/>
          </a:solidFill>
          <a:latin typeface="Lucida Sans"/>
        </a:defRPr>
      </a:lvl5pPr>
      <a:lvl6pPr>
        <a:defRPr lang="en-US" sz="1800"/>
      </a:lvl6pPr>
      <a:lvl7pPr>
        <a:defRPr lang="en-US" sz="1800"/>
      </a:lvl7pPr>
      <a:lvl8pPr>
        <a:defRPr lang="en-US" sz="1800"/>
      </a:lvl8pPr>
      <a:lvl9pPr>
        <a:defRPr lang="en-US" sz="1800"/>
      </a:lvl9pPr>
    </p:titleStyle>
    <p:bodyStyle>
      <a:lvl1pPr marL="546100" indent="136525" algn="l" defTabSz="914400" rtl="0">
        <a:lnSpc>
          <a:spcPct val="100000"/>
        </a:lnSpc>
        <a:spcBef>
          <a:spcPts val="0"/>
        </a:spcBef>
        <a:spcAft>
          <a:spcPts val="0"/>
        </a:spcAft>
        <a:buClr>
          <a:srgbClr val="F9F9F9"/>
        </a:buClr>
        <a:buSzPct val="65000"/>
        <a:buFont typeface="Wingdings 2"/>
        <a:buChar char=""/>
        <a:defRPr lang="en-US" sz="2800" b="0" i="0">
          <a:solidFill>
            <a:schemeClr val="dk1"/>
          </a:solidFill>
          <a:latin typeface="Book Antiqua"/>
        </a:defRPr>
      </a:lvl1pPr>
      <a:lvl2pPr marL="866775" indent="585470" algn="l" defTabSz="914400" rtl="0">
        <a:lnSpc>
          <a:spcPct val="100000"/>
        </a:lnSpc>
        <a:spcBef>
          <a:spcPts val="0"/>
        </a:spcBef>
        <a:spcAft>
          <a:spcPts val="0"/>
        </a:spcAft>
        <a:buClr>
          <a:srgbClr val="FFFFFF"/>
        </a:buClr>
        <a:buSzPct val="80000"/>
        <a:buChar char=""/>
        <a:defRPr lang="en-US" sz="2400" b="0" i="0">
          <a:solidFill>
            <a:schemeClr val="dk1"/>
          </a:solidFill>
          <a:latin typeface="Book Antiqua"/>
        </a:defRPr>
      </a:lvl2pPr>
      <a:lvl3pPr marL="1131570" indent="904875" algn="l" defTabSz="914400" rtl="0">
        <a:lnSpc>
          <a:spcPct val="100000"/>
        </a:lnSpc>
        <a:spcBef>
          <a:spcPts val="0"/>
        </a:spcBef>
        <a:spcAft>
          <a:spcPts val="0"/>
        </a:spcAft>
        <a:buClr>
          <a:srgbClr val="FFFFFF"/>
        </a:buClr>
        <a:buSzPct val="95000"/>
        <a:buFont typeface="Wingdings"/>
        <a:buChar char=""/>
        <a:defRPr lang="en-US" sz="2200" b="0" i="0">
          <a:solidFill>
            <a:schemeClr val="dk1"/>
          </a:solidFill>
          <a:latin typeface="Book Antiqua"/>
        </a:defRPr>
      </a:lvl3pPr>
      <a:lvl4pPr marL="1350645" indent="1169670" algn="l" defTabSz="914400" rtl="0">
        <a:lnSpc>
          <a:spcPct val="100000"/>
        </a:lnSpc>
        <a:spcBef>
          <a:spcPts val="0"/>
        </a:spcBef>
        <a:spcAft>
          <a:spcPts val="0"/>
        </a:spcAft>
        <a:buClr>
          <a:srgbClr val="FFFFFF"/>
        </a:buClr>
        <a:buSzPct val="100000"/>
        <a:buFont typeface="Wingdings 3"/>
        <a:buChar char=""/>
        <a:defRPr lang="en-US" sz="2000" b="0" i="0">
          <a:solidFill>
            <a:schemeClr val="dk1"/>
          </a:solidFill>
          <a:latin typeface="Book Antiqua"/>
        </a:defRPr>
      </a:lvl4pPr>
      <a:lvl5pPr marL="1543050" indent="1362075" algn="l" defTabSz="914400" rtl="0">
        <a:lnSpc>
          <a:spcPct val="100000"/>
        </a:lnSpc>
        <a:spcBef>
          <a:spcPts val="0"/>
        </a:spcBef>
        <a:spcAft>
          <a:spcPts val="0"/>
        </a:spcAft>
        <a:buClr>
          <a:srgbClr val="FFFFFF"/>
        </a:buClr>
        <a:buSzPct val="100000"/>
        <a:buFont typeface="Wingdings 2"/>
        <a:buChar char=""/>
        <a:defRPr lang="en-US" sz="2000" b="0" i="0">
          <a:solidFill>
            <a:schemeClr val="dk1"/>
          </a:solidFill>
          <a:latin typeface="Book Antiqua"/>
        </a:defRPr>
      </a:lvl5pPr>
      <a:lvl6pPr>
        <a:defRPr lang="en-US" sz="1800"/>
      </a:lvl6pPr>
      <a:lvl7pPr>
        <a:defRPr lang="en-US" sz="1800"/>
      </a:lvl7pPr>
      <a:lvl8pPr>
        <a:defRPr lang="en-US" sz="1800"/>
      </a:lvl8pPr>
      <a:lvl9pPr>
        <a:defRPr lang="en-US" sz="1800"/>
      </a:lvl9pPr>
    </p:bodyStyle>
    <p:otherStyle>
      <a:lvl1pPr marL="0" indent="0" algn="l" defTabSz="914400" rtl="0">
        <a:lnSpc>
          <a:spcPct val="100000"/>
        </a:lnSpc>
        <a:spcBef>
          <a:spcPts val="0"/>
        </a:spcBef>
        <a:spcAft>
          <a:spcPts val="0"/>
        </a:spcAft>
        <a:buNone/>
        <a:defRPr lang="en-US" sz="1800" b="0" i="0">
          <a:solidFill>
            <a:schemeClr val="dk1"/>
          </a:solidFill>
          <a:latin typeface="Arial"/>
          <a:ea typeface="Arial"/>
        </a:defRPr>
      </a:lvl1pPr>
      <a:lvl2pPr marL="455295" indent="457200" algn="l" defTabSz="914400" rtl="0">
        <a:lnSpc>
          <a:spcPct val="100000"/>
        </a:lnSpc>
        <a:spcBef>
          <a:spcPts val="0"/>
        </a:spcBef>
        <a:spcAft>
          <a:spcPts val="0"/>
        </a:spcAft>
        <a:buNone/>
        <a:defRPr lang="en-US" sz="1800" b="0" i="0">
          <a:solidFill>
            <a:schemeClr val="dk1"/>
          </a:solidFill>
          <a:latin typeface="Arial"/>
          <a:ea typeface="Arial"/>
        </a:defRPr>
      </a:lvl2pPr>
      <a:lvl3pPr marL="912495" indent="914400" algn="l" defTabSz="914400" rtl="0">
        <a:lnSpc>
          <a:spcPct val="100000"/>
        </a:lnSpc>
        <a:spcBef>
          <a:spcPts val="0"/>
        </a:spcBef>
        <a:spcAft>
          <a:spcPts val="0"/>
        </a:spcAft>
        <a:buNone/>
        <a:defRPr lang="en-US" sz="1800" b="0" i="0">
          <a:solidFill>
            <a:schemeClr val="dk1"/>
          </a:solidFill>
          <a:latin typeface="Arial"/>
          <a:ea typeface="Arial"/>
        </a:defRPr>
      </a:lvl3pPr>
      <a:lvl4pPr marL="1369695" indent="1371600" algn="l" defTabSz="914400" rtl="0">
        <a:lnSpc>
          <a:spcPct val="100000"/>
        </a:lnSpc>
        <a:spcBef>
          <a:spcPts val="0"/>
        </a:spcBef>
        <a:spcAft>
          <a:spcPts val="0"/>
        </a:spcAft>
        <a:buNone/>
        <a:defRPr lang="en-US" sz="1800" b="0" i="0">
          <a:solidFill>
            <a:schemeClr val="dk1"/>
          </a:solidFill>
          <a:latin typeface="Arial"/>
          <a:ea typeface="Arial"/>
        </a:defRPr>
      </a:lvl4pPr>
      <a:lvl5pPr marL="1826895" indent="1828800" algn="l" defTabSz="914400" rtl="0">
        <a:lnSpc>
          <a:spcPct val="100000"/>
        </a:lnSpc>
        <a:spcBef>
          <a:spcPts val="0"/>
        </a:spcBef>
        <a:spcAft>
          <a:spcPts val="0"/>
        </a:spcAft>
        <a:buNone/>
        <a:defRPr lang="en-US" sz="1800" b="0" i="0">
          <a:solidFill>
            <a:schemeClr val="dk1"/>
          </a:solidFill>
          <a:latin typeface="Arial"/>
          <a:ea typeface="Arial"/>
        </a:defRPr>
      </a:lvl5pPr>
      <a:lvl6pPr>
        <a:defRPr lang="en-US" sz="1800"/>
      </a:lvl6pPr>
      <a:lvl7pPr>
        <a:defRPr lang="en-US" sz="1800"/>
      </a:lvl7pPr>
      <a:lvl8pPr>
        <a:defRPr lang="en-US" sz="1800"/>
      </a:lvl8pPr>
      <a:lvl9pPr>
        <a:defRPr lang="en-US" sz="1800"/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0211509" name="Title Placeholder 21"/>
          <p:cNvSpPr>
            <a:spLocks noGrp="1" noChangeShapeType="1"/>
          </p:cNvSpPr>
          <p:nvPr>
            <p:ph type="title"/>
          </p:nvPr>
        </p:nvSpPr>
        <p:spPr bwMode="auto">
          <a:xfrm>
            <a:off x="457200" y="274637"/>
            <a:ext cx="8229600" cy="1143000"/>
          </a:xfrm>
          <a:prstGeom prst="rect">
            <a:avLst/>
          </a:prstGeom>
          <a:noFill/>
        </p:spPr>
        <p:txBody>
          <a:bodyPr lIns="91423" tIns="45711" rIns="91423" bIns="45711" anchor="ctr" anchorCtr="0"/>
          <a:lstStyle/>
          <a:p>
            <a:pPr marL="0" lvl="0" indent="0">
              <a:spcBef>
                <a:spcPts val="0"/>
              </a:spcBef>
              <a:buNone/>
              <a:defRPr/>
            </a:pPr>
            <a:r>
              <a:t>Click to edit Master title style</a:t>
            </a:r>
          </a:p>
        </p:txBody>
      </p:sp>
      <p:sp>
        <p:nvSpPr>
          <p:cNvPr id="1795813062" name="Text Placeholder 12"/>
          <p:cNvSpPr>
            <a:spLocks noGrp="1" noChangeShapeType="1"/>
          </p:cNvSpPr>
          <p:nvPr>
            <p:ph type="body" idx="1"/>
          </p:nvPr>
        </p:nvSpPr>
        <p:spPr bwMode="auto">
          <a:xfrm>
            <a:off x="457200" y="1600200"/>
            <a:ext cx="8229600" cy="4708525"/>
          </a:xfrm>
          <a:prstGeom prst="rect">
            <a:avLst/>
          </a:prstGeom>
          <a:noFill/>
        </p:spPr>
        <p:txBody>
          <a:bodyPr lIns="91423" tIns="45711" rIns="91423" bIns="45711"/>
          <a:lstStyle>
            <a:lvl1pPr marL="546100" indent="136525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9F9F9"/>
              </a:buClr>
              <a:buSzPct val="65000"/>
              <a:buChar char=""/>
              <a:defRPr sz="2800" b="0" i="0">
                <a:solidFill>
                  <a:schemeClr val="dk1"/>
                </a:solidFill>
                <a:latin typeface="Book Antiqua"/>
              </a:defRPr>
            </a:lvl1pPr>
            <a:lvl2pPr marL="866775" indent="58547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80000"/>
              <a:buChar char=""/>
              <a:defRPr sz="2400" b="0" i="0">
                <a:solidFill>
                  <a:schemeClr val="dk1"/>
                </a:solidFill>
                <a:latin typeface="Book Antiqua"/>
              </a:defRPr>
            </a:lvl2pPr>
            <a:lvl3pPr marL="1131570" indent="904875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95000"/>
              <a:buChar char=""/>
              <a:defRPr sz="2200" b="0" i="0">
                <a:solidFill>
                  <a:schemeClr val="dk1"/>
                </a:solidFill>
                <a:latin typeface="Book Antiqua"/>
              </a:defRPr>
            </a:lvl3pPr>
            <a:lvl4pPr marL="1350645" indent="116967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00000"/>
              <a:buChar char=""/>
              <a:defRPr sz="2000" b="0" i="0">
                <a:solidFill>
                  <a:schemeClr val="dk1"/>
                </a:solidFill>
                <a:latin typeface="Book Antiqua"/>
              </a:defRPr>
            </a:lvl4pPr>
            <a:lvl5pPr marL="1543050" indent="1362075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00000"/>
              <a:buChar char=""/>
              <a:defRPr sz="2000" b="0" i="0">
                <a:solidFill>
                  <a:schemeClr val="dk1"/>
                </a:solidFill>
                <a:latin typeface="Book Antiqua"/>
              </a:defRPr>
            </a:lvl5pPr>
          </a:lstStyle>
          <a:p>
            <a:pPr marL="546100" lvl="0" indent="-409575">
              <a:spcBef>
                <a:spcPts val="0"/>
              </a:spcBef>
              <a:buClr>
                <a:srgbClr val="F9F9F9"/>
              </a:buClr>
              <a:buSzPct val="65000"/>
              <a:buFont typeface="Wingdings 2"/>
              <a:buChar char=""/>
              <a:defRPr/>
            </a:pPr>
            <a:r>
              <a:t>Click to edit Master text styles</a:t>
            </a:r>
          </a:p>
          <a:p>
            <a:pPr marL="866775" lvl="1" indent="-281305">
              <a:spcBef>
                <a:spcPts val="0"/>
              </a:spcBef>
              <a:buClr>
                <a:srgbClr val="FFFFFF"/>
              </a:buClr>
              <a:buSzPct val="80000"/>
              <a:buChar char=""/>
              <a:defRPr/>
            </a:pPr>
            <a:r>
              <a:t>Second level</a:t>
            </a:r>
          </a:p>
          <a:p>
            <a:pPr marL="1131570" lvl="2" indent="-226695">
              <a:spcBef>
                <a:spcPts val="0"/>
              </a:spcBef>
              <a:buClr>
                <a:srgbClr val="FFFFFF"/>
              </a:buClr>
              <a:buSzPct val="95000"/>
              <a:buFont typeface="Wingdings"/>
              <a:buChar char=""/>
              <a:defRPr/>
            </a:pPr>
            <a:r>
              <a:t>Third level</a:t>
            </a:r>
          </a:p>
          <a:p>
            <a:pPr marL="1350645" lvl="3" indent="-180975">
              <a:spcBef>
                <a:spcPts val="0"/>
              </a:spcBef>
              <a:buClr>
                <a:srgbClr val="FFFFFF"/>
              </a:buClr>
              <a:buSzPct val="100000"/>
              <a:buFont typeface="Wingdings 3"/>
              <a:buChar char=""/>
              <a:defRPr/>
            </a:pPr>
            <a:r>
              <a:t>Fourth level</a:t>
            </a:r>
          </a:p>
          <a:p>
            <a:pPr marL="1543050" lvl="4" indent="-180975">
              <a:spcBef>
                <a:spcPts val="0"/>
              </a:spcBef>
              <a:buClr>
                <a:srgbClr val="FFFFFF"/>
              </a:buClr>
              <a:buSzPct val="100000"/>
              <a:buFont typeface="Wingdings 2"/>
              <a:buChar char=""/>
              <a:defRPr/>
            </a:pPr>
            <a:r>
              <a:t>Fifth level</a:t>
            </a:r>
          </a:p>
        </p:txBody>
      </p:sp>
      <p:sp>
        <p:nvSpPr>
          <p:cNvPr id="1668320877" name="Date Placeholder 13"/>
          <p:cNvSpPr>
            <a:spLocks noGrp="1" noChangeShapeType="1"/>
          </p:cNvSpPr>
          <p:nvPr>
            <p:ph type="dt" idx="2"/>
          </p:nvPr>
        </p:nvSpPr>
        <p:spPr bwMode="auto">
          <a:xfrm>
            <a:off x="457200" y="6416675"/>
            <a:ext cx="2133600" cy="365125"/>
          </a:xfrm>
          <a:prstGeom prst="rect">
            <a:avLst/>
          </a:prstGeom>
          <a:noFill/>
        </p:spPr>
        <p:txBody>
          <a:bodyPr lIns="91423" tIns="45711" rIns="91423" bIns="45711" anchor="b"/>
          <a:lstStyle/>
          <a:p>
            <a:pPr>
              <a:defRPr/>
            </a:pPr>
            <a:endParaRPr sz="1400"/>
          </a:p>
        </p:txBody>
      </p:sp>
      <p:sp>
        <p:nvSpPr>
          <p:cNvPr id="509118719" name="Footer Placeholder 2"/>
          <p:cNvSpPr>
            <a:spLocks noGrp="1" noChangeShapeType="1"/>
          </p:cNvSpPr>
          <p:nvPr>
            <p:ph type="ftr" idx="3"/>
          </p:nvPr>
        </p:nvSpPr>
        <p:spPr bwMode="auto">
          <a:xfrm>
            <a:off x="3124200" y="6416675"/>
            <a:ext cx="2895600" cy="365125"/>
          </a:xfrm>
          <a:prstGeom prst="rect">
            <a:avLst/>
          </a:prstGeom>
          <a:noFill/>
        </p:spPr>
        <p:txBody>
          <a:bodyPr lIns="91423" tIns="45711" rIns="91423" bIns="45711" anchor="b"/>
          <a:lstStyle/>
          <a:p>
            <a:pPr>
              <a:defRPr/>
            </a:pPr>
            <a:endParaRPr sz="1400"/>
          </a:p>
        </p:txBody>
      </p:sp>
      <p:sp>
        <p:nvSpPr>
          <p:cNvPr id="2125589294" name="Slide Number Placeholder 22"/>
          <p:cNvSpPr>
            <a:spLocks noGrp="1" noChangeShapeType="1"/>
          </p:cNvSpPr>
          <p:nvPr>
            <p:ph type="sldNum" idx="4"/>
          </p:nvPr>
        </p:nvSpPr>
        <p:spPr bwMode="auto">
          <a:xfrm>
            <a:off x="7924800" y="6416675"/>
            <a:ext cx="762000" cy="365125"/>
          </a:xfrm>
          <a:prstGeom prst="rect">
            <a:avLst/>
          </a:prstGeom>
          <a:noFill/>
        </p:spPr>
        <p:txBody>
          <a:bodyPr lIns="0" tIns="45711" rIns="0" bIns="45711" anchor="b"/>
          <a:lstStyle>
            <a:lvl1pPr mar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Book Antiqua"/>
              </a:defRPr>
            </a:lvl1pPr>
            <a:lvl2pPr marL="455295" indent="455295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Book Antiqua"/>
              </a:defRPr>
            </a:lvl2pPr>
            <a:lvl3pPr marL="912495" indent="912495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Book Antiqua"/>
              </a:defRPr>
            </a:lvl3pPr>
            <a:lvl4pPr marL="1369695" indent="1369695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Book Antiqua"/>
              </a:defRPr>
            </a:lvl4pPr>
            <a:lvl5pPr marL="1826895" indent="1826895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Book Antiqua"/>
              </a:defRPr>
            </a:lvl5pPr>
          </a:lstStyle>
          <a:p>
            <a:pPr marL="0" lvl="0" indent="0" algn="r">
              <a:spcBef>
                <a:spcPts val="0"/>
              </a:spcBef>
              <a:buNone/>
              <a:defRPr/>
            </a:pPr>
            <a:fld id="{D038279B-FC19-497E-A7D1-5ADD9CAF016F}" type="slidenum">
              <a:rPr lang="en-GB" sz="1200" b="1" i="0" u="none">
                <a:solidFill>
                  <a:srgbClr val="BCBCBC"/>
                </a:solidFill>
              </a:rPr>
            </a:fld>
            <a:endParaRPr lang="en-GB" sz="1200" b="1" i="0" u="none">
              <a:solidFill>
                <a:srgbClr val="BCBCBC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</p:sldLayoutIdLst>
  <p:txStyles>
    <p:titleStyle>
      <a:lvl1pPr marL="0" indent="0" algn="ctr" defTabSz="914400" rtl="0">
        <a:lnSpc>
          <a:spcPct val="100000"/>
        </a:lnSpc>
        <a:spcBef>
          <a:spcPts val="0"/>
        </a:spcBef>
        <a:spcAft>
          <a:spcPts val="0"/>
        </a:spcAft>
        <a:buNone/>
        <a:defRPr lang="en-US" sz="4100" b="1" i="0">
          <a:solidFill>
            <a:schemeClr val="dk1"/>
          </a:solidFill>
          <a:latin typeface="Lucida Sans"/>
        </a:defRPr>
      </a:lvl1pPr>
      <a:lvl2pPr marL="0" indent="0" algn="ctr" defTabSz="914400" rtl="0">
        <a:lnSpc>
          <a:spcPct val="100000"/>
        </a:lnSpc>
        <a:spcBef>
          <a:spcPts val="0"/>
        </a:spcBef>
        <a:spcAft>
          <a:spcPts val="0"/>
        </a:spcAft>
        <a:buNone/>
        <a:defRPr lang="en-US" sz="4100" b="1" i="0">
          <a:solidFill>
            <a:schemeClr val="dk1"/>
          </a:solidFill>
          <a:latin typeface="Lucida Sans"/>
        </a:defRPr>
      </a:lvl2pPr>
      <a:lvl3pPr marL="0" indent="0" algn="ctr" defTabSz="914400" rtl="0">
        <a:lnSpc>
          <a:spcPct val="100000"/>
        </a:lnSpc>
        <a:spcBef>
          <a:spcPts val="0"/>
        </a:spcBef>
        <a:spcAft>
          <a:spcPts val="0"/>
        </a:spcAft>
        <a:buNone/>
        <a:defRPr lang="en-US" sz="4100" b="1" i="0">
          <a:solidFill>
            <a:schemeClr val="dk1"/>
          </a:solidFill>
          <a:latin typeface="Lucida Sans"/>
        </a:defRPr>
      </a:lvl3pPr>
      <a:lvl4pPr marL="0" indent="0" algn="ctr" defTabSz="914400" rtl="0">
        <a:lnSpc>
          <a:spcPct val="100000"/>
        </a:lnSpc>
        <a:spcBef>
          <a:spcPts val="0"/>
        </a:spcBef>
        <a:spcAft>
          <a:spcPts val="0"/>
        </a:spcAft>
        <a:buNone/>
        <a:defRPr lang="en-US" sz="4100" b="1" i="0">
          <a:solidFill>
            <a:schemeClr val="dk1"/>
          </a:solidFill>
          <a:latin typeface="Lucida Sans"/>
        </a:defRPr>
      </a:lvl4pPr>
      <a:lvl5pPr marL="0" indent="0" algn="ctr" defTabSz="914400" rtl="0">
        <a:lnSpc>
          <a:spcPct val="100000"/>
        </a:lnSpc>
        <a:spcBef>
          <a:spcPts val="0"/>
        </a:spcBef>
        <a:spcAft>
          <a:spcPts val="0"/>
        </a:spcAft>
        <a:buNone/>
        <a:defRPr lang="en-US" sz="4100" b="1" i="0">
          <a:solidFill>
            <a:schemeClr val="dk1"/>
          </a:solidFill>
          <a:latin typeface="Lucida Sans"/>
        </a:defRPr>
      </a:lvl5pPr>
      <a:lvl6pPr>
        <a:defRPr lang="en-US" sz="1800"/>
      </a:lvl6pPr>
      <a:lvl7pPr>
        <a:defRPr lang="en-US" sz="1800"/>
      </a:lvl7pPr>
      <a:lvl8pPr>
        <a:defRPr lang="en-US" sz="1800"/>
      </a:lvl8pPr>
      <a:lvl9pPr>
        <a:defRPr lang="en-US" sz="1800"/>
      </a:lvl9pPr>
    </p:titleStyle>
    <p:bodyStyle>
      <a:lvl1pPr marL="546100" indent="136525" algn="l" defTabSz="914400" rtl="0">
        <a:lnSpc>
          <a:spcPct val="100000"/>
        </a:lnSpc>
        <a:spcBef>
          <a:spcPts val="0"/>
        </a:spcBef>
        <a:spcAft>
          <a:spcPts val="0"/>
        </a:spcAft>
        <a:buClr>
          <a:srgbClr val="F9F9F9"/>
        </a:buClr>
        <a:buSzPct val="65000"/>
        <a:buFont typeface="Wingdings 2"/>
        <a:buChar char=""/>
        <a:defRPr lang="en-US" sz="2800" b="0" i="0">
          <a:solidFill>
            <a:schemeClr val="dk1"/>
          </a:solidFill>
          <a:latin typeface="Book Antiqua"/>
        </a:defRPr>
      </a:lvl1pPr>
      <a:lvl2pPr marL="866775" indent="585470" algn="l" defTabSz="914400" rtl="0">
        <a:lnSpc>
          <a:spcPct val="100000"/>
        </a:lnSpc>
        <a:spcBef>
          <a:spcPts val="0"/>
        </a:spcBef>
        <a:spcAft>
          <a:spcPts val="0"/>
        </a:spcAft>
        <a:buClr>
          <a:srgbClr val="FFFFFF"/>
        </a:buClr>
        <a:buSzPct val="80000"/>
        <a:buChar char=""/>
        <a:defRPr lang="en-US" sz="2400" b="0" i="0">
          <a:solidFill>
            <a:schemeClr val="dk1"/>
          </a:solidFill>
          <a:latin typeface="Book Antiqua"/>
        </a:defRPr>
      </a:lvl2pPr>
      <a:lvl3pPr marL="1131570" indent="904875" algn="l" defTabSz="914400" rtl="0">
        <a:lnSpc>
          <a:spcPct val="100000"/>
        </a:lnSpc>
        <a:spcBef>
          <a:spcPts val="0"/>
        </a:spcBef>
        <a:spcAft>
          <a:spcPts val="0"/>
        </a:spcAft>
        <a:buClr>
          <a:srgbClr val="FFFFFF"/>
        </a:buClr>
        <a:buSzPct val="95000"/>
        <a:buFont typeface="Wingdings"/>
        <a:buChar char=""/>
        <a:defRPr lang="en-US" sz="2200" b="0" i="0">
          <a:solidFill>
            <a:schemeClr val="dk1"/>
          </a:solidFill>
          <a:latin typeface="Book Antiqua"/>
        </a:defRPr>
      </a:lvl3pPr>
      <a:lvl4pPr marL="1350645" indent="1169670" algn="l" defTabSz="914400" rtl="0">
        <a:lnSpc>
          <a:spcPct val="100000"/>
        </a:lnSpc>
        <a:spcBef>
          <a:spcPts val="0"/>
        </a:spcBef>
        <a:spcAft>
          <a:spcPts val="0"/>
        </a:spcAft>
        <a:buClr>
          <a:srgbClr val="FFFFFF"/>
        </a:buClr>
        <a:buSzPct val="100000"/>
        <a:buFont typeface="Wingdings 3"/>
        <a:buChar char=""/>
        <a:defRPr lang="en-US" sz="2000" b="0" i="0">
          <a:solidFill>
            <a:schemeClr val="dk1"/>
          </a:solidFill>
          <a:latin typeface="Book Antiqua"/>
        </a:defRPr>
      </a:lvl4pPr>
      <a:lvl5pPr marL="1543050" indent="1362075" algn="l" defTabSz="914400" rtl="0">
        <a:lnSpc>
          <a:spcPct val="100000"/>
        </a:lnSpc>
        <a:spcBef>
          <a:spcPts val="0"/>
        </a:spcBef>
        <a:spcAft>
          <a:spcPts val="0"/>
        </a:spcAft>
        <a:buClr>
          <a:srgbClr val="FFFFFF"/>
        </a:buClr>
        <a:buSzPct val="100000"/>
        <a:buFont typeface="Wingdings 2"/>
        <a:buChar char=""/>
        <a:defRPr lang="en-US" sz="2000" b="0" i="0">
          <a:solidFill>
            <a:schemeClr val="dk1"/>
          </a:solidFill>
          <a:latin typeface="Book Antiqua"/>
        </a:defRPr>
      </a:lvl5pPr>
      <a:lvl6pPr>
        <a:defRPr lang="en-US" sz="1800"/>
      </a:lvl6pPr>
      <a:lvl7pPr>
        <a:defRPr lang="en-US" sz="1800"/>
      </a:lvl7pPr>
      <a:lvl8pPr>
        <a:defRPr lang="en-US" sz="1800"/>
      </a:lvl8pPr>
      <a:lvl9pPr>
        <a:defRPr lang="en-US" sz="1800"/>
      </a:lvl9pPr>
    </p:bodyStyle>
    <p:otherStyle>
      <a:lvl1pPr marL="0" indent="0" algn="l" defTabSz="914400" rtl="0">
        <a:lnSpc>
          <a:spcPct val="100000"/>
        </a:lnSpc>
        <a:spcBef>
          <a:spcPts val="0"/>
        </a:spcBef>
        <a:spcAft>
          <a:spcPts val="0"/>
        </a:spcAft>
        <a:buNone/>
        <a:defRPr lang="en-US" sz="1800" b="0" i="0">
          <a:solidFill>
            <a:schemeClr val="dk1"/>
          </a:solidFill>
          <a:latin typeface="Arial"/>
          <a:ea typeface="Arial"/>
        </a:defRPr>
      </a:lvl1pPr>
      <a:lvl2pPr marL="455295" indent="457200" algn="l" defTabSz="914400" rtl="0">
        <a:lnSpc>
          <a:spcPct val="100000"/>
        </a:lnSpc>
        <a:spcBef>
          <a:spcPts val="0"/>
        </a:spcBef>
        <a:spcAft>
          <a:spcPts val="0"/>
        </a:spcAft>
        <a:buNone/>
        <a:defRPr lang="en-US" sz="1800" b="0" i="0">
          <a:solidFill>
            <a:schemeClr val="dk1"/>
          </a:solidFill>
          <a:latin typeface="Arial"/>
          <a:ea typeface="Arial"/>
        </a:defRPr>
      </a:lvl2pPr>
      <a:lvl3pPr marL="912495" indent="914400" algn="l" defTabSz="914400" rtl="0">
        <a:lnSpc>
          <a:spcPct val="100000"/>
        </a:lnSpc>
        <a:spcBef>
          <a:spcPts val="0"/>
        </a:spcBef>
        <a:spcAft>
          <a:spcPts val="0"/>
        </a:spcAft>
        <a:buNone/>
        <a:defRPr lang="en-US" sz="1800" b="0" i="0">
          <a:solidFill>
            <a:schemeClr val="dk1"/>
          </a:solidFill>
          <a:latin typeface="Arial"/>
          <a:ea typeface="Arial"/>
        </a:defRPr>
      </a:lvl3pPr>
      <a:lvl4pPr marL="1369695" indent="1371600" algn="l" defTabSz="914400" rtl="0">
        <a:lnSpc>
          <a:spcPct val="100000"/>
        </a:lnSpc>
        <a:spcBef>
          <a:spcPts val="0"/>
        </a:spcBef>
        <a:spcAft>
          <a:spcPts val="0"/>
        </a:spcAft>
        <a:buNone/>
        <a:defRPr lang="en-US" sz="1800" b="0" i="0">
          <a:solidFill>
            <a:schemeClr val="dk1"/>
          </a:solidFill>
          <a:latin typeface="Arial"/>
          <a:ea typeface="Arial"/>
        </a:defRPr>
      </a:lvl4pPr>
      <a:lvl5pPr marL="1826895" indent="1828800" algn="l" defTabSz="914400" rtl="0">
        <a:lnSpc>
          <a:spcPct val="100000"/>
        </a:lnSpc>
        <a:spcBef>
          <a:spcPts val="0"/>
        </a:spcBef>
        <a:spcAft>
          <a:spcPts val="0"/>
        </a:spcAft>
        <a:buNone/>
        <a:defRPr lang="en-US" sz="1800" b="0" i="0">
          <a:solidFill>
            <a:schemeClr val="dk1"/>
          </a:solidFill>
          <a:latin typeface="Arial"/>
          <a:ea typeface="Arial"/>
        </a:defRPr>
      </a:lvl5pPr>
      <a:lvl6pPr>
        <a:defRPr lang="en-US" sz="1800"/>
      </a:lvl6pPr>
      <a:lvl7pPr>
        <a:defRPr lang="en-US" sz="1800"/>
      </a:lvl7pPr>
      <a:lvl8pPr>
        <a:defRPr lang="en-US" sz="1800"/>
      </a:lvl8pPr>
      <a:lvl9pPr>
        <a:defRPr lang="en-US" sz="1800"/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01339810" name="Title Placeholder 21"/>
          <p:cNvSpPr>
            <a:spLocks noGrp="1" noChangeShapeType="1"/>
          </p:cNvSpPr>
          <p:nvPr>
            <p:ph type="title"/>
          </p:nvPr>
        </p:nvSpPr>
        <p:spPr bwMode="auto">
          <a:xfrm>
            <a:off x="457200" y="274637"/>
            <a:ext cx="8229600" cy="1143000"/>
          </a:xfrm>
          <a:prstGeom prst="rect">
            <a:avLst/>
          </a:prstGeom>
          <a:noFill/>
        </p:spPr>
        <p:txBody>
          <a:bodyPr lIns="91423" tIns="45711" rIns="91423" bIns="45711" anchor="ctr" anchorCtr="0"/>
          <a:lstStyle/>
          <a:p>
            <a:pPr marL="0" lvl="0" indent="0">
              <a:spcBef>
                <a:spcPts val="0"/>
              </a:spcBef>
              <a:buNone/>
              <a:defRPr/>
            </a:pPr>
            <a:r>
              <a:t>Click to edit Master title style</a:t>
            </a:r>
          </a:p>
        </p:txBody>
      </p:sp>
      <p:sp>
        <p:nvSpPr>
          <p:cNvPr id="1238801533" name="Text Placeholder 12"/>
          <p:cNvSpPr>
            <a:spLocks noGrp="1" noChangeShapeType="1"/>
          </p:cNvSpPr>
          <p:nvPr>
            <p:ph type="body" idx="1"/>
          </p:nvPr>
        </p:nvSpPr>
        <p:spPr bwMode="auto">
          <a:xfrm>
            <a:off x="457200" y="1600200"/>
            <a:ext cx="8229600" cy="4708525"/>
          </a:xfrm>
          <a:prstGeom prst="rect">
            <a:avLst/>
          </a:prstGeom>
          <a:noFill/>
        </p:spPr>
        <p:txBody>
          <a:bodyPr lIns="91423" tIns="45711" rIns="91423" bIns="45711"/>
          <a:lstStyle>
            <a:lvl1pPr marL="546100" indent="136525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9F9F9"/>
              </a:buClr>
              <a:buSzPct val="65000"/>
              <a:buChar char=""/>
              <a:defRPr sz="2800" b="0" i="0">
                <a:solidFill>
                  <a:schemeClr val="dk1"/>
                </a:solidFill>
                <a:latin typeface="Book Antiqua"/>
              </a:defRPr>
            </a:lvl1pPr>
            <a:lvl2pPr marL="866775" indent="58547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80000"/>
              <a:buChar char=""/>
              <a:defRPr sz="2400" b="0" i="0">
                <a:solidFill>
                  <a:schemeClr val="dk1"/>
                </a:solidFill>
                <a:latin typeface="Book Antiqua"/>
              </a:defRPr>
            </a:lvl2pPr>
            <a:lvl3pPr marL="1131570" indent="904875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95000"/>
              <a:buChar char=""/>
              <a:defRPr sz="2200" b="0" i="0">
                <a:solidFill>
                  <a:schemeClr val="dk1"/>
                </a:solidFill>
                <a:latin typeface="Book Antiqua"/>
              </a:defRPr>
            </a:lvl3pPr>
            <a:lvl4pPr marL="1350645" indent="116967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00000"/>
              <a:buChar char=""/>
              <a:defRPr sz="2000" b="0" i="0">
                <a:solidFill>
                  <a:schemeClr val="dk1"/>
                </a:solidFill>
                <a:latin typeface="Book Antiqua"/>
              </a:defRPr>
            </a:lvl4pPr>
            <a:lvl5pPr marL="1543050" indent="1362075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00000"/>
              <a:buChar char=""/>
              <a:defRPr sz="2000" b="0" i="0">
                <a:solidFill>
                  <a:schemeClr val="dk1"/>
                </a:solidFill>
                <a:latin typeface="Book Antiqua"/>
              </a:defRPr>
            </a:lvl5pPr>
          </a:lstStyle>
          <a:p>
            <a:pPr marL="546100" lvl="0" indent="-409575">
              <a:spcBef>
                <a:spcPts val="0"/>
              </a:spcBef>
              <a:buClr>
                <a:srgbClr val="F9F9F9"/>
              </a:buClr>
              <a:buSzPct val="65000"/>
              <a:buFont typeface="Wingdings 2"/>
              <a:buChar char=""/>
              <a:defRPr/>
            </a:pPr>
            <a:r>
              <a:t>Click to edit Master text styles</a:t>
            </a:r>
          </a:p>
          <a:p>
            <a:pPr marL="866775" lvl="1" indent="-281305">
              <a:spcBef>
                <a:spcPts val="0"/>
              </a:spcBef>
              <a:buClr>
                <a:srgbClr val="FFFFFF"/>
              </a:buClr>
              <a:buSzPct val="80000"/>
              <a:buChar char=""/>
              <a:defRPr/>
            </a:pPr>
            <a:r>
              <a:t>Second level</a:t>
            </a:r>
          </a:p>
          <a:p>
            <a:pPr marL="1131570" lvl="2" indent="-226695">
              <a:spcBef>
                <a:spcPts val="0"/>
              </a:spcBef>
              <a:buClr>
                <a:srgbClr val="FFFFFF"/>
              </a:buClr>
              <a:buSzPct val="95000"/>
              <a:buFont typeface="Wingdings"/>
              <a:buChar char=""/>
              <a:defRPr/>
            </a:pPr>
            <a:r>
              <a:t>Third level</a:t>
            </a:r>
          </a:p>
          <a:p>
            <a:pPr marL="1350645" lvl="3" indent="-180975">
              <a:spcBef>
                <a:spcPts val="0"/>
              </a:spcBef>
              <a:buClr>
                <a:srgbClr val="FFFFFF"/>
              </a:buClr>
              <a:buSzPct val="100000"/>
              <a:buFont typeface="Wingdings 3"/>
              <a:buChar char=""/>
              <a:defRPr/>
            </a:pPr>
            <a:r>
              <a:t>Fourth level</a:t>
            </a:r>
          </a:p>
          <a:p>
            <a:pPr marL="1543050" lvl="4" indent="-180975">
              <a:spcBef>
                <a:spcPts val="0"/>
              </a:spcBef>
              <a:buClr>
                <a:srgbClr val="FFFFFF"/>
              </a:buClr>
              <a:buSzPct val="100000"/>
              <a:buFont typeface="Wingdings 2"/>
              <a:buChar char=""/>
              <a:defRPr/>
            </a:pPr>
            <a:r>
              <a:t>Fifth level</a:t>
            </a:r>
          </a:p>
        </p:txBody>
      </p:sp>
      <p:sp>
        <p:nvSpPr>
          <p:cNvPr id="672514890" name="Date Placeholder 13"/>
          <p:cNvSpPr>
            <a:spLocks noGrp="1" noChangeShapeType="1"/>
          </p:cNvSpPr>
          <p:nvPr>
            <p:ph type="dt" idx="2"/>
          </p:nvPr>
        </p:nvSpPr>
        <p:spPr bwMode="auto">
          <a:xfrm>
            <a:off x="457200" y="6416675"/>
            <a:ext cx="2133600" cy="365125"/>
          </a:xfrm>
          <a:prstGeom prst="rect">
            <a:avLst/>
          </a:prstGeom>
          <a:noFill/>
        </p:spPr>
        <p:txBody>
          <a:bodyPr lIns="91423" tIns="45711" rIns="91423" bIns="45711" anchor="b"/>
          <a:lstStyle/>
          <a:p>
            <a:pPr>
              <a:defRPr/>
            </a:pPr>
            <a:endParaRPr sz="1400"/>
          </a:p>
        </p:txBody>
      </p:sp>
      <p:sp>
        <p:nvSpPr>
          <p:cNvPr id="337441813" name="Footer Placeholder 2"/>
          <p:cNvSpPr>
            <a:spLocks noGrp="1" noChangeShapeType="1"/>
          </p:cNvSpPr>
          <p:nvPr>
            <p:ph type="ftr" idx="3"/>
          </p:nvPr>
        </p:nvSpPr>
        <p:spPr bwMode="auto">
          <a:xfrm>
            <a:off x="3124200" y="6416675"/>
            <a:ext cx="2895600" cy="365125"/>
          </a:xfrm>
          <a:prstGeom prst="rect">
            <a:avLst/>
          </a:prstGeom>
          <a:noFill/>
        </p:spPr>
        <p:txBody>
          <a:bodyPr lIns="91423" tIns="45711" rIns="91423" bIns="45711" anchor="b"/>
          <a:lstStyle/>
          <a:p>
            <a:pPr>
              <a:defRPr/>
            </a:pPr>
            <a:endParaRPr sz="1400"/>
          </a:p>
        </p:txBody>
      </p:sp>
      <p:sp>
        <p:nvSpPr>
          <p:cNvPr id="477219475" name="Slide Number Placeholder 22"/>
          <p:cNvSpPr>
            <a:spLocks noGrp="1" noChangeShapeType="1"/>
          </p:cNvSpPr>
          <p:nvPr>
            <p:ph type="sldNum" idx="4"/>
          </p:nvPr>
        </p:nvSpPr>
        <p:spPr bwMode="auto">
          <a:xfrm>
            <a:off x="7924800" y="6416675"/>
            <a:ext cx="762000" cy="365125"/>
          </a:xfrm>
          <a:prstGeom prst="rect">
            <a:avLst/>
          </a:prstGeom>
          <a:noFill/>
        </p:spPr>
        <p:txBody>
          <a:bodyPr lIns="0" tIns="45711" rIns="0" bIns="45711" anchor="b"/>
          <a:lstStyle>
            <a:lvl1pPr mar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Book Antiqua"/>
              </a:defRPr>
            </a:lvl1pPr>
            <a:lvl2pPr marL="455295" indent="455295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Book Antiqua"/>
              </a:defRPr>
            </a:lvl2pPr>
            <a:lvl3pPr marL="912495" indent="912495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Book Antiqua"/>
              </a:defRPr>
            </a:lvl3pPr>
            <a:lvl4pPr marL="1369695" indent="1369695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Book Antiqua"/>
              </a:defRPr>
            </a:lvl4pPr>
            <a:lvl5pPr marL="1826895" indent="1826895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Book Antiqua"/>
              </a:defRPr>
            </a:lvl5pPr>
          </a:lstStyle>
          <a:p>
            <a:pPr marL="0" lvl="0" indent="0" algn="r">
              <a:spcBef>
                <a:spcPts val="0"/>
              </a:spcBef>
              <a:buNone/>
              <a:defRPr/>
            </a:pPr>
            <a:fld id="{D038279B-FC19-497E-A7D1-5ADD9CAF016F}" type="slidenum">
              <a:rPr lang="en-GB" sz="1200" b="1" i="0" u="none">
                <a:solidFill>
                  <a:srgbClr val="BCBCBC"/>
                </a:solidFill>
              </a:rPr>
            </a:fld>
            <a:endParaRPr lang="en-GB" sz="1200" b="1" i="0" u="none">
              <a:solidFill>
                <a:srgbClr val="BCBCBC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1" r:id="rId2"/>
  </p:sldLayoutIdLst>
  <p:txStyles>
    <p:titleStyle>
      <a:lvl1pPr marL="0" indent="0" algn="ctr" defTabSz="914400" rtl="0">
        <a:lnSpc>
          <a:spcPct val="100000"/>
        </a:lnSpc>
        <a:spcBef>
          <a:spcPts val="0"/>
        </a:spcBef>
        <a:spcAft>
          <a:spcPts val="0"/>
        </a:spcAft>
        <a:buNone/>
        <a:defRPr lang="en-US" sz="4100" b="1" i="0">
          <a:solidFill>
            <a:schemeClr val="dk1"/>
          </a:solidFill>
          <a:latin typeface="Lucida Sans"/>
        </a:defRPr>
      </a:lvl1pPr>
      <a:lvl2pPr marL="0" indent="0" algn="ctr" defTabSz="914400" rtl="0">
        <a:lnSpc>
          <a:spcPct val="100000"/>
        </a:lnSpc>
        <a:spcBef>
          <a:spcPts val="0"/>
        </a:spcBef>
        <a:spcAft>
          <a:spcPts val="0"/>
        </a:spcAft>
        <a:buNone/>
        <a:defRPr lang="en-US" sz="4100" b="1" i="0">
          <a:solidFill>
            <a:schemeClr val="dk1"/>
          </a:solidFill>
          <a:latin typeface="Lucida Sans"/>
        </a:defRPr>
      </a:lvl2pPr>
      <a:lvl3pPr marL="0" indent="0" algn="ctr" defTabSz="914400" rtl="0">
        <a:lnSpc>
          <a:spcPct val="100000"/>
        </a:lnSpc>
        <a:spcBef>
          <a:spcPts val="0"/>
        </a:spcBef>
        <a:spcAft>
          <a:spcPts val="0"/>
        </a:spcAft>
        <a:buNone/>
        <a:defRPr lang="en-US" sz="4100" b="1" i="0">
          <a:solidFill>
            <a:schemeClr val="dk1"/>
          </a:solidFill>
          <a:latin typeface="Lucida Sans"/>
        </a:defRPr>
      </a:lvl3pPr>
      <a:lvl4pPr marL="0" indent="0" algn="ctr" defTabSz="914400" rtl="0">
        <a:lnSpc>
          <a:spcPct val="100000"/>
        </a:lnSpc>
        <a:spcBef>
          <a:spcPts val="0"/>
        </a:spcBef>
        <a:spcAft>
          <a:spcPts val="0"/>
        </a:spcAft>
        <a:buNone/>
        <a:defRPr lang="en-US" sz="4100" b="1" i="0">
          <a:solidFill>
            <a:schemeClr val="dk1"/>
          </a:solidFill>
          <a:latin typeface="Lucida Sans"/>
        </a:defRPr>
      </a:lvl4pPr>
      <a:lvl5pPr marL="0" indent="0" algn="ctr" defTabSz="914400" rtl="0">
        <a:lnSpc>
          <a:spcPct val="100000"/>
        </a:lnSpc>
        <a:spcBef>
          <a:spcPts val="0"/>
        </a:spcBef>
        <a:spcAft>
          <a:spcPts val="0"/>
        </a:spcAft>
        <a:buNone/>
        <a:defRPr lang="en-US" sz="4100" b="1" i="0">
          <a:solidFill>
            <a:schemeClr val="dk1"/>
          </a:solidFill>
          <a:latin typeface="Lucida Sans"/>
        </a:defRPr>
      </a:lvl5pPr>
      <a:lvl6pPr>
        <a:defRPr lang="en-US" sz="1800"/>
      </a:lvl6pPr>
      <a:lvl7pPr>
        <a:defRPr lang="en-US" sz="1800"/>
      </a:lvl7pPr>
      <a:lvl8pPr>
        <a:defRPr lang="en-US" sz="1800"/>
      </a:lvl8pPr>
      <a:lvl9pPr>
        <a:defRPr lang="en-US" sz="1800"/>
      </a:lvl9pPr>
    </p:titleStyle>
    <p:bodyStyle>
      <a:lvl1pPr marL="546100" indent="136525" algn="l" defTabSz="914400" rtl="0">
        <a:lnSpc>
          <a:spcPct val="100000"/>
        </a:lnSpc>
        <a:spcBef>
          <a:spcPts val="0"/>
        </a:spcBef>
        <a:spcAft>
          <a:spcPts val="0"/>
        </a:spcAft>
        <a:buClr>
          <a:srgbClr val="F9F9F9"/>
        </a:buClr>
        <a:buSzPct val="65000"/>
        <a:buFont typeface="Wingdings 2"/>
        <a:buChar char=""/>
        <a:defRPr lang="en-US" sz="2800" b="0" i="0">
          <a:solidFill>
            <a:schemeClr val="dk1"/>
          </a:solidFill>
          <a:latin typeface="Book Antiqua"/>
        </a:defRPr>
      </a:lvl1pPr>
      <a:lvl2pPr marL="866775" indent="585470" algn="l" defTabSz="914400" rtl="0">
        <a:lnSpc>
          <a:spcPct val="100000"/>
        </a:lnSpc>
        <a:spcBef>
          <a:spcPts val="0"/>
        </a:spcBef>
        <a:spcAft>
          <a:spcPts val="0"/>
        </a:spcAft>
        <a:buClr>
          <a:srgbClr val="FFFFFF"/>
        </a:buClr>
        <a:buSzPct val="80000"/>
        <a:buChar char=""/>
        <a:defRPr lang="en-US" sz="2400" b="0" i="0">
          <a:solidFill>
            <a:schemeClr val="dk1"/>
          </a:solidFill>
          <a:latin typeface="Book Antiqua"/>
        </a:defRPr>
      </a:lvl2pPr>
      <a:lvl3pPr marL="1131570" indent="904875" algn="l" defTabSz="914400" rtl="0">
        <a:lnSpc>
          <a:spcPct val="100000"/>
        </a:lnSpc>
        <a:spcBef>
          <a:spcPts val="0"/>
        </a:spcBef>
        <a:spcAft>
          <a:spcPts val="0"/>
        </a:spcAft>
        <a:buClr>
          <a:srgbClr val="FFFFFF"/>
        </a:buClr>
        <a:buSzPct val="95000"/>
        <a:buFont typeface="Wingdings"/>
        <a:buChar char=""/>
        <a:defRPr lang="en-US" sz="2200" b="0" i="0">
          <a:solidFill>
            <a:schemeClr val="dk1"/>
          </a:solidFill>
          <a:latin typeface="Book Antiqua"/>
        </a:defRPr>
      </a:lvl3pPr>
      <a:lvl4pPr marL="1350645" indent="1169670" algn="l" defTabSz="914400" rtl="0">
        <a:lnSpc>
          <a:spcPct val="100000"/>
        </a:lnSpc>
        <a:spcBef>
          <a:spcPts val="0"/>
        </a:spcBef>
        <a:spcAft>
          <a:spcPts val="0"/>
        </a:spcAft>
        <a:buClr>
          <a:srgbClr val="FFFFFF"/>
        </a:buClr>
        <a:buSzPct val="100000"/>
        <a:buFont typeface="Wingdings 3"/>
        <a:buChar char=""/>
        <a:defRPr lang="en-US" sz="2000" b="0" i="0">
          <a:solidFill>
            <a:schemeClr val="dk1"/>
          </a:solidFill>
          <a:latin typeface="Book Antiqua"/>
        </a:defRPr>
      </a:lvl4pPr>
      <a:lvl5pPr marL="1543050" indent="1362075" algn="l" defTabSz="914400" rtl="0">
        <a:lnSpc>
          <a:spcPct val="100000"/>
        </a:lnSpc>
        <a:spcBef>
          <a:spcPts val="0"/>
        </a:spcBef>
        <a:spcAft>
          <a:spcPts val="0"/>
        </a:spcAft>
        <a:buClr>
          <a:srgbClr val="FFFFFF"/>
        </a:buClr>
        <a:buSzPct val="100000"/>
        <a:buFont typeface="Wingdings 2"/>
        <a:buChar char=""/>
        <a:defRPr lang="en-US" sz="2000" b="0" i="0">
          <a:solidFill>
            <a:schemeClr val="dk1"/>
          </a:solidFill>
          <a:latin typeface="Book Antiqua"/>
        </a:defRPr>
      </a:lvl5pPr>
      <a:lvl6pPr>
        <a:defRPr lang="en-US" sz="1800"/>
      </a:lvl6pPr>
      <a:lvl7pPr>
        <a:defRPr lang="en-US" sz="1800"/>
      </a:lvl7pPr>
      <a:lvl8pPr>
        <a:defRPr lang="en-US" sz="1800"/>
      </a:lvl8pPr>
      <a:lvl9pPr>
        <a:defRPr lang="en-US" sz="1800"/>
      </a:lvl9pPr>
    </p:bodyStyle>
    <p:otherStyle>
      <a:lvl1pPr marL="0" indent="0" algn="l" defTabSz="914400" rtl="0">
        <a:lnSpc>
          <a:spcPct val="100000"/>
        </a:lnSpc>
        <a:spcBef>
          <a:spcPts val="0"/>
        </a:spcBef>
        <a:spcAft>
          <a:spcPts val="0"/>
        </a:spcAft>
        <a:buNone/>
        <a:defRPr lang="en-US" sz="1800" b="0" i="0">
          <a:solidFill>
            <a:schemeClr val="dk1"/>
          </a:solidFill>
          <a:latin typeface="Arial"/>
          <a:ea typeface="Arial"/>
        </a:defRPr>
      </a:lvl1pPr>
      <a:lvl2pPr marL="455295" indent="457200" algn="l" defTabSz="914400" rtl="0">
        <a:lnSpc>
          <a:spcPct val="100000"/>
        </a:lnSpc>
        <a:spcBef>
          <a:spcPts val="0"/>
        </a:spcBef>
        <a:spcAft>
          <a:spcPts val="0"/>
        </a:spcAft>
        <a:buNone/>
        <a:defRPr lang="en-US" sz="1800" b="0" i="0">
          <a:solidFill>
            <a:schemeClr val="dk1"/>
          </a:solidFill>
          <a:latin typeface="Arial"/>
          <a:ea typeface="Arial"/>
        </a:defRPr>
      </a:lvl2pPr>
      <a:lvl3pPr marL="912495" indent="914400" algn="l" defTabSz="914400" rtl="0">
        <a:lnSpc>
          <a:spcPct val="100000"/>
        </a:lnSpc>
        <a:spcBef>
          <a:spcPts val="0"/>
        </a:spcBef>
        <a:spcAft>
          <a:spcPts val="0"/>
        </a:spcAft>
        <a:buNone/>
        <a:defRPr lang="en-US" sz="1800" b="0" i="0">
          <a:solidFill>
            <a:schemeClr val="dk1"/>
          </a:solidFill>
          <a:latin typeface="Arial"/>
          <a:ea typeface="Arial"/>
        </a:defRPr>
      </a:lvl3pPr>
      <a:lvl4pPr marL="1369695" indent="1371600" algn="l" defTabSz="914400" rtl="0">
        <a:lnSpc>
          <a:spcPct val="100000"/>
        </a:lnSpc>
        <a:spcBef>
          <a:spcPts val="0"/>
        </a:spcBef>
        <a:spcAft>
          <a:spcPts val="0"/>
        </a:spcAft>
        <a:buNone/>
        <a:defRPr lang="en-US" sz="1800" b="0" i="0">
          <a:solidFill>
            <a:schemeClr val="dk1"/>
          </a:solidFill>
          <a:latin typeface="Arial"/>
          <a:ea typeface="Arial"/>
        </a:defRPr>
      </a:lvl4pPr>
      <a:lvl5pPr marL="1826895" indent="1828800" algn="l" defTabSz="914400" rtl="0">
        <a:lnSpc>
          <a:spcPct val="100000"/>
        </a:lnSpc>
        <a:spcBef>
          <a:spcPts val="0"/>
        </a:spcBef>
        <a:spcAft>
          <a:spcPts val="0"/>
        </a:spcAft>
        <a:buNone/>
        <a:defRPr lang="en-US" sz="1800" b="0" i="0">
          <a:solidFill>
            <a:schemeClr val="dk1"/>
          </a:solidFill>
          <a:latin typeface="Arial"/>
          <a:ea typeface="Arial"/>
        </a:defRPr>
      </a:lvl5pPr>
      <a:lvl6pPr>
        <a:defRPr lang="en-US" sz="1800"/>
      </a:lvl6pPr>
      <a:lvl7pPr>
        <a:defRPr lang="en-US" sz="1800"/>
      </a:lvl7pPr>
      <a:lvl8pPr>
        <a:defRPr lang="en-US" sz="1800"/>
      </a:lvl8pPr>
      <a:lvl9pPr>
        <a:defRPr lang="en-US" sz="1800"/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63354626" name="Title Placeholder 21"/>
          <p:cNvSpPr>
            <a:spLocks noGrp="1" noChangeShapeType="1"/>
          </p:cNvSpPr>
          <p:nvPr>
            <p:ph type="title"/>
          </p:nvPr>
        </p:nvSpPr>
        <p:spPr bwMode="auto">
          <a:xfrm>
            <a:off x="457200" y="274637"/>
            <a:ext cx="8229600" cy="1143000"/>
          </a:xfrm>
          <a:prstGeom prst="rect">
            <a:avLst/>
          </a:prstGeom>
          <a:noFill/>
        </p:spPr>
        <p:txBody>
          <a:bodyPr lIns="91423" tIns="45711" rIns="91423" bIns="45711" anchor="ctr" anchorCtr="0"/>
          <a:lstStyle/>
          <a:p>
            <a:pPr marL="0" lvl="0" indent="0">
              <a:spcBef>
                <a:spcPts val="0"/>
              </a:spcBef>
              <a:buNone/>
              <a:defRPr/>
            </a:pPr>
            <a:r>
              <a:t>Click to edit Master title style</a:t>
            </a:r>
          </a:p>
        </p:txBody>
      </p:sp>
      <p:sp>
        <p:nvSpPr>
          <p:cNvPr id="824524403" name="Text Placeholder 12"/>
          <p:cNvSpPr>
            <a:spLocks noGrp="1" noChangeShapeType="1"/>
          </p:cNvSpPr>
          <p:nvPr>
            <p:ph type="body" idx="1"/>
          </p:nvPr>
        </p:nvSpPr>
        <p:spPr bwMode="auto">
          <a:xfrm>
            <a:off x="457200" y="1600200"/>
            <a:ext cx="8229600" cy="4708525"/>
          </a:xfrm>
          <a:prstGeom prst="rect">
            <a:avLst/>
          </a:prstGeom>
          <a:noFill/>
        </p:spPr>
        <p:txBody>
          <a:bodyPr lIns="91423" tIns="45711" rIns="91423" bIns="45711"/>
          <a:lstStyle>
            <a:lvl1pPr marL="546100" indent="136525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9F9F9"/>
              </a:buClr>
              <a:buSzPct val="65000"/>
              <a:buChar char=""/>
              <a:defRPr sz="2800" b="0" i="0">
                <a:solidFill>
                  <a:schemeClr val="dk1"/>
                </a:solidFill>
                <a:latin typeface="Book Antiqua"/>
              </a:defRPr>
            </a:lvl1pPr>
            <a:lvl2pPr marL="866775" indent="58547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80000"/>
              <a:buChar char=""/>
              <a:defRPr sz="2400" b="0" i="0">
                <a:solidFill>
                  <a:schemeClr val="dk1"/>
                </a:solidFill>
                <a:latin typeface="Book Antiqua"/>
              </a:defRPr>
            </a:lvl2pPr>
            <a:lvl3pPr marL="1131570" indent="904875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95000"/>
              <a:buChar char=""/>
              <a:defRPr sz="2200" b="0" i="0">
                <a:solidFill>
                  <a:schemeClr val="dk1"/>
                </a:solidFill>
                <a:latin typeface="Book Antiqua"/>
              </a:defRPr>
            </a:lvl3pPr>
            <a:lvl4pPr marL="1350645" indent="116967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00000"/>
              <a:buChar char=""/>
              <a:defRPr sz="2000" b="0" i="0">
                <a:solidFill>
                  <a:schemeClr val="dk1"/>
                </a:solidFill>
                <a:latin typeface="Book Antiqua"/>
              </a:defRPr>
            </a:lvl4pPr>
            <a:lvl5pPr marL="1543050" indent="1362075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00000"/>
              <a:buChar char=""/>
              <a:defRPr sz="2000" b="0" i="0">
                <a:solidFill>
                  <a:schemeClr val="dk1"/>
                </a:solidFill>
                <a:latin typeface="Book Antiqua"/>
              </a:defRPr>
            </a:lvl5pPr>
          </a:lstStyle>
          <a:p>
            <a:pPr marL="546100" lvl="0" indent="-409575">
              <a:spcBef>
                <a:spcPts val="0"/>
              </a:spcBef>
              <a:buClr>
                <a:srgbClr val="F9F9F9"/>
              </a:buClr>
              <a:buSzPct val="65000"/>
              <a:buFont typeface="Wingdings 2"/>
              <a:buChar char=""/>
              <a:defRPr/>
            </a:pPr>
            <a:r>
              <a:t>Click to edit Master text styles</a:t>
            </a:r>
          </a:p>
          <a:p>
            <a:pPr marL="866775" lvl="1" indent="-281305">
              <a:spcBef>
                <a:spcPts val="0"/>
              </a:spcBef>
              <a:buClr>
                <a:srgbClr val="FFFFFF"/>
              </a:buClr>
              <a:buSzPct val="80000"/>
              <a:buChar char=""/>
              <a:defRPr/>
            </a:pPr>
            <a:r>
              <a:t>Second level</a:t>
            </a:r>
          </a:p>
          <a:p>
            <a:pPr marL="1131570" lvl="2" indent="-226695">
              <a:spcBef>
                <a:spcPts val="0"/>
              </a:spcBef>
              <a:buClr>
                <a:srgbClr val="FFFFFF"/>
              </a:buClr>
              <a:buSzPct val="95000"/>
              <a:buFont typeface="Wingdings"/>
              <a:buChar char=""/>
              <a:defRPr/>
            </a:pPr>
            <a:r>
              <a:t>Third level</a:t>
            </a:r>
          </a:p>
          <a:p>
            <a:pPr marL="1350645" lvl="3" indent="-180975">
              <a:spcBef>
                <a:spcPts val="0"/>
              </a:spcBef>
              <a:buClr>
                <a:srgbClr val="FFFFFF"/>
              </a:buClr>
              <a:buSzPct val="100000"/>
              <a:buFont typeface="Wingdings 3"/>
              <a:buChar char=""/>
              <a:defRPr/>
            </a:pPr>
            <a:r>
              <a:t>Fourth level</a:t>
            </a:r>
          </a:p>
          <a:p>
            <a:pPr marL="1543050" lvl="4" indent="-180975">
              <a:spcBef>
                <a:spcPts val="0"/>
              </a:spcBef>
              <a:buClr>
                <a:srgbClr val="FFFFFF"/>
              </a:buClr>
              <a:buSzPct val="100000"/>
              <a:buFont typeface="Wingdings 2"/>
              <a:buChar char=""/>
              <a:defRPr/>
            </a:pPr>
            <a:r>
              <a:t>Fifth level</a:t>
            </a:r>
          </a:p>
        </p:txBody>
      </p:sp>
      <p:sp>
        <p:nvSpPr>
          <p:cNvPr id="769193518" name="Date Placeholder 13"/>
          <p:cNvSpPr>
            <a:spLocks noGrp="1" noChangeShapeType="1"/>
          </p:cNvSpPr>
          <p:nvPr>
            <p:ph type="dt" idx="2"/>
          </p:nvPr>
        </p:nvSpPr>
        <p:spPr bwMode="auto">
          <a:xfrm>
            <a:off x="457200" y="6416675"/>
            <a:ext cx="2133600" cy="365125"/>
          </a:xfrm>
          <a:prstGeom prst="rect">
            <a:avLst/>
          </a:prstGeom>
          <a:noFill/>
        </p:spPr>
        <p:txBody>
          <a:bodyPr lIns="91423" tIns="45711" rIns="91423" bIns="45711" anchor="b"/>
          <a:lstStyle/>
          <a:p>
            <a:pPr>
              <a:defRPr/>
            </a:pPr>
            <a:endParaRPr sz="1400"/>
          </a:p>
        </p:txBody>
      </p:sp>
      <p:sp>
        <p:nvSpPr>
          <p:cNvPr id="1539610276" name="Footer Placeholder 2"/>
          <p:cNvSpPr>
            <a:spLocks noGrp="1" noChangeShapeType="1"/>
          </p:cNvSpPr>
          <p:nvPr>
            <p:ph type="ftr" idx="3"/>
          </p:nvPr>
        </p:nvSpPr>
        <p:spPr bwMode="auto">
          <a:xfrm>
            <a:off x="3124200" y="6416675"/>
            <a:ext cx="2895600" cy="365125"/>
          </a:xfrm>
          <a:prstGeom prst="rect">
            <a:avLst/>
          </a:prstGeom>
          <a:noFill/>
        </p:spPr>
        <p:txBody>
          <a:bodyPr lIns="91423" tIns="45711" rIns="91423" bIns="45711" anchor="b"/>
          <a:lstStyle/>
          <a:p>
            <a:pPr>
              <a:defRPr/>
            </a:pPr>
            <a:endParaRPr sz="1400"/>
          </a:p>
        </p:txBody>
      </p:sp>
      <p:sp>
        <p:nvSpPr>
          <p:cNvPr id="1590306583" name="Slide Number Placeholder 22"/>
          <p:cNvSpPr>
            <a:spLocks noGrp="1" noChangeShapeType="1"/>
          </p:cNvSpPr>
          <p:nvPr>
            <p:ph type="sldNum" idx="4"/>
          </p:nvPr>
        </p:nvSpPr>
        <p:spPr bwMode="auto">
          <a:xfrm>
            <a:off x="7924800" y="6416675"/>
            <a:ext cx="762000" cy="365125"/>
          </a:xfrm>
          <a:prstGeom prst="rect">
            <a:avLst/>
          </a:prstGeom>
          <a:noFill/>
        </p:spPr>
        <p:txBody>
          <a:bodyPr lIns="0" tIns="45711" rIns="0" bIns="45711" anchor="b"/>
          <a:lstStyle>
            <a:lvl1pPr mar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Book Antiqua"/>
              </a:defRPr>
            </a:lvl1pPr>
            <a:lvl2pPr marL="455295" indent="455295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Book Antiqua"/>
              </a:defRPr>
            </a:lvl2pPr>
            <a:lvl3pPr marL="912495" indent="912495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Book Antiqua"/>
              </a:defRPr>
            </a:lvl3pPr>
            <a:lvl4pPr marL="1369695" indent="1369695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Book Antiqua"/>
              </a:defRPr>
            </a:lvl4pPr>
            <a:lvl5pPr marL="1826895" indent="1826895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Book Antiqua"/>
              </a:defRPr>
            </a:lvl5pPr>
          </a:lstStyle>
          <a:p>
            <a:pPr marL="0" lvl="0" indent="0" algn="r">
              <a:spcBef>
                <a:spcPts val="0"/>
              </a:spcBef>
              <a:buNone/>
              <a:defRPr/>
            </a:pPr>
            <a:fld id="{D038279B-FC19-497E-A7D1-5ADD9CAF016F}" type="slidenum">
              <a:rPr lang="en-GB" sz="1200" b="1" i="0" u="none">
                <a:solidFill>
                  <a:srgbClr val="BCBCBC"/>
                </a:solidFill>
              </a:rPr>
            </a:fld>
            <a:endParaRPr lang="en-GB" sz="1200" b="1" i="0" u="none">
              <a:solidFill>
                <a:srgbClr val="BCBCBC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</p:sldLayoutIdLst>
  <p:txStyles>
    <p:titleStyle>
      <a:lvl1pPr marL="0" indent="0" algn="ctr" defTabSz="914400" rtl="0">
        <a:lnSpc>
          <a:spcPct val="100000"/>
        </a:lnSpc>
        <a:spcBef>
          <a:spcPts val="0"/>
        </a:spcBef>
        <a:spcAft>
          <a:spcPts val="0"/>
        </a:spcAft>
        <a:buNone/>
        <a:defRPr lang="en-US" sz="4100" b="1" i="0">
          <a:solidFill>
            <a:schemeClr val="dk1"/>
          </a:solidFill>
          <a:latin typeface="Lucida Sans"/>
        </a:defRPr>
      </a:lvl1pPr>
      <a:lvl2pPr marL="0" indent="0" algn="ctr" defTabSz="914400" rtl="0">
        <a:lnSpc>
          <a:spcPct val="100000"/>
        </a:lnSpc>
        <a:spcBef>
          <a:spcPts val="0"/>
        </a:spcBef>
        <a:spcAft>
          <a:spcPts val="0"/>
        </a:spcAft>
        <a:buNone/>
        <a:defRPr lang="en-US" sz="4100" b="1" i="0">
          <a:solidFill>
            <a:schemeClr val="dk1"/>
          </a:solidFill>
          <a:latin typeface="Lucida Sans"/>
        </a:defRPr>
      </a:lvl2pPr>
      <a:lvl3pPr marL="0" indent="0" algn="ctr" defTabSz="914400" rtl="0">
        <a:lnSpc>
          <a:spcPct val="100000"/>
        </a:lnSpc>
        <a:spcBef>
          <a:spcPts val="0"/>
        </a:spcBef>
        <a:spcAft>
          <a:spcPts val="0"/>
        </a:spcAft>
        <a:buNone/>
        <a:defRPr lang="en-US" sz="4100" b="1" i="0">
          <a:solidFill>
            <a:schemeClr val="dk1"/>
          </a:solidFill>
          <a:latin typeface="Lucida Sans"/>
        </a:defRPr>
      </a:lvl3pPr>
      <a:lvl4pPr marL="0" indent="0" algn="ctr" defTabSz="914400" rtl="0">
        <a:lnSpc>
          <a:spcPct val="100000"/>
        </a:lnSpc>
        <a:spcBef>
          <a:spcPts val="0"/>
        </a:spcBef>
        <a:spcAft>
          <a:spcPts val="0"/>
        </a:spcAft>
        <a:buNone/>
        <a:defRPr lang="en-US" sz="4100" b="1" i="0">
          <a:solidFill>
            <a:schemeClr val="dk1"/>
          </a:solidFill>
          <a:latin typeface="Lucida Sans"/>
        </a:defRPr>
      </a:lvl4pPr>
      <a:lvl5pPr marL="0" indent="0" algn="ctr" defTabSz="914400" rtl="0">
        <a:lnSpc>
          <a:spcPct val="100000"/>
        </a:lnSpc>
        <a:spcBef>
          <a:spcPts val="0"/>
        </a:spcBef>
        <a:spcAft>
          <a:spcPts val="0"/>
        </a:spcAft>
        <a:buNone/>
        <a:defRPr lang="en-US" sz="4100" b="1" i="0">
          <a:solidFill>
            <a:schemeClr val="dk1"/>
          </a:solidFill>
          <a:latin typeface="Lucida Sans"/>
        </a:defRPr>
      </a:lvl5pPr>
      <a:lvl6pPr>
        <a:defRPr lang="en-US" sz="1800"/>
      </a:lvl6pPr>
      <a:lvl7pPr>
        <a:defRPr lang="en-US" sz="1800"/>
      </a:lvl7pPr>
      <a:lvl8pPr>
        <a:defRPr lang="en-US" sz="1800"/>
      </a:lvl8pPr>
      <a:lvl9pPr>
        <a:defRPr lang="en-US" sz="1800"/>
      </a:lvl9pPr>
    </p:titleStyle>
    <p:bodyStyle>
      <a:lvl1pPr marL="546100" indent="136525" algn="l" defTabSz="914400" rtl="0">
        <a:lnSpc>
          <a:spcPct val="100000"/>
        </a:lnSpc>
        <a:spcBef>
          <a:spcPts val="0"/>
        </a:spcBef>
        <a:spcAft>
          <a:spcPts val="0"/>
        </a:spcAft>
        <a:buClr>
          <a:srgbClr val="F9F9F9"/>
        </a:buClr>
        <a:buSzPct val="65000"/>
        <a:buFont typeface="Wingdings 2"/>
        <a:buChar char=""/>
        <a:defRPr lang="en-US" sz="2800" b="0" i="0">
          <a:solidFill>
            <a:schemeClr val="dk1"/>
          </a:solidFill>
          <a:latin typeface="Book Antiqua"/>
        </a:defRPr>
      </a:lvl1pPr>
      <a:lvl2pPr marL="866775" indent="585470" algn="l" defTabSz="914400" rtl="0">
        <a:lnSpc>
          <a:spcPct val="100000"/>
        </a:lnSpc>
        <a:spcBef>
          <a:spcPts val="0"/>
        </a:spcBef>
        <a:spcAft>
          <a:spcPts val="0"/>
        </a:spcAft>
        <a:buClr>
          <a:srgbClr val="FFFFFF"/>
        </a:buClr>
        <a:buSzPct val="80000"/>
        <a:buChar char=""/>
        <a:defRPr lang="en-US" sz="2400" b="0" i="0">
          <a:solidFill>
            <a:schemeClr val="dk1"/>
          </a:solidFill>
          <a:latin typeface="Book Antiqua"/>
        </a:defRPr>
      </a:lvl2pPr>
      <a:lvl3pPr marL="1131570" indent="904875" algn="l" defTabSz="914400" rtl="0">
        <a:lnSpc>
          <a:spcPct val="100000"/>
        </a:lnSpc>
        <a:spcBef>
          <a:spcPts val="0"/>
        </a:spcBef>
        <a:spcAft>
          <a:spcPts val="0"/>
        </a:spcAft>
        <a:buClr>
          <a:srgbClr val="FFFFFF"/>
        </a:buClr>
        <a:buSzPct val="95000"/>
        <a:buFont typeface="Wingdings"/>
        <a:buChar char=""/>
        <a:defRPr lang="en-US" sz="2200" b="0" i="0">
          <a:solidFill>
            <a:schemeClr val="dk1"/>
          </a:solidFill>
          <a:latin typeface="Book Antiqua"/>
        </a:defRPr>
      </a:lvl3pPr>
      <a:lvl4pPr marL="1350645" indent="1169670" algn="l" defTabSz="914400" rtl="0">
        <a:lnSpc>
          <a:spcPct val="100000"/>
        </a:lnSpc>
        <a:spcBef>
          <a:spcPts val="0"/>
        </a:spcBef>
        <a:spcAft>
          <a:spcPts val="0"/>
        </a:spcAft>
        <a:buClr>
          <a:srgbClr val="FFFFFF"/>
        </a:buClr>
        <a:buSzPct val="100000"/>
        <a:buFont typeface="Wingdings 3"/>
        <a:buChar char=""/>
        <a:defRPr lang="en-US" sz="2000" b="0" i="0">
          <a:solidFill>
            <a:schemeClr val="dk1"/>
          </a:solidFill>
          <a:latin typeface="Book Antiqua"/>
        </a:defRPr>
      </a:lvl4pPr>
      <a:lvl5pPr marL="1543050" indent="1362075" algn="l" defTabSz="914400" rtl="0">
        <a:lnSpc>
          <a:spcPct val="100000"/>
        </a:lnSpc>
        <a:spcBef>
          <a:spcPts val="0"/>
        </a:spcBef>
        <a:spcAft>
          <a:spcPts val="0"/>
        </a:spcAft>
        <a:buClr>
          <a:srgbClr val="FFFFFF"/>
        </a:buClr>
        <a:buSzPct val="100000"/>
        <a:buFont typeface="Wingdings 2"/>
        <a:buChar char=""/>
        <a:defRPr lang="en-US" sz="2000" b="0" i="0">
          <a:solidFill>
            <a:schemeClr val="dk1"/>
          </a:solidFill>
          <a:latin typeface="Book Antiqua"/>
        </a:defRPr>
      </a:lvl5pPr>
      <a:lvl6pPr>
        <a:defRPr lang="en-US" sz="1800"/>
      </a:lvl6pPr>
      <a:lvl7pPr>
        <a:defRPr lang="en-US" sz="1800"/>
      </a:lvl7pPr>
      <a:lvl8pPr>
        <a:defRPr lang="en-US" sz="1800"/>
      </a:lvl8pPr>
      <a:lvl9pPr>
        <a:defRPr lang="en-US" sz="1800"/>
      </a:lvl9pPr>
    </p:bodyStyle>
    <p:otherStyle>
      <a:lvl1pPr marL="0" indent="0" algn="l" defTabSz="914400" rtl="0">
        <a:lnSpc>
          <a:spcPct val="100000"/>
        </a:lnSpc>
        <a:spcBef>
          <a:spcPts val="0"/>
        </a:spcBef>
        <a:spcAft>
          <a:spcPts val="0"/>
        </a:spcAft>
        <a:buNone/>
        <a:defRPr lang="en-US" sz="1800" b="0" i="0">
          <a:solidFill>
            <a:schemeClr val="dk1"/>
          </a:solidFill>
          <a:latin typeface="Arial"/>
          <a:ea typeface="Arial"/>
        </a:defRPr>
      </a:lvl1pPr>
      <a:lvl2pPr marL="455295" indent="457200" algn="l" defTabSz="914400" rtl="0">
        <a:lnSpc>
          <a:spcPct val="100000"/>
        </a:lnSpc>
        <a:spcBef>
          <a:spcPts val="0"/>
        </a:spcBef>
        <a:spcAft>
          <a:spcPts val="0"/>
        </a:spcAft>
        <a:buNone/>
        <a:defRPr lang="en-US" sz="1800" b="0" i="0">
          <a:solidFill>
            <a:schemeClr val="dk1"/>
          </a:solidFill>
          <a:latin typeface="Arial"/>
          <a:ea typeface="Arial"/>
        </a:defRPr>
      </a:lvl2pPr>
      <a:lvl3pPr marL="912495" indent="914400" algn="l" defTabSz="914400" rtl="0">
        <a:lnSpc>
          <a:spcPct val="100000"/>
        </a:lnSpc>
        <a:spcBef>
          <a:spcPts val="0"/>
        </a:spcBef>
        <a:spcAft>
          <a:spcPts val="0"/>
        </a:spcAft>
        <a:buNone/>
        <a:defRPr lang="en-US" sz="1800" b="0" i="0">
          <a:solidFill>
            <a:schemeClr val="dk1"/>
          </a:solidFill>
          <a:latin typeface="Arial"/>
          <a:ea typeface="Arial"/>
        </a:defRPr>
      </a:lvl3pPr>
      <a:lvl4pPr marL="1369695" indent="1371600" algn="l" defTabSz="914400" rtl="0">
        <a:lnSpc>
          <a:spcPct val="100000"/>
        </a:lnSpc>
        <a:spcBef>
          <a:spcPts val="0"/>
        </a:spcBef>
        <a:spcAft>
          <a:spcPts val="0"/>
        </a:spcAft>
        <a:buNone/>
        <a:defRPr lang="en-US" sz="1800" b="0" i="0">
          <a:solidFill>
            <a:schemeClr val="dk1"/>
          </a:solidFill>
          <a:latin typeface="Arial"/>
          <a:ea typeface="Arial"/>
        </a:defRPr>
      </a:lvl4pPr>
      <a:lvl5pPr marL="1826895" indent="1828800" algn="l" defTabSz="914400" rtl="0">
        <a:lnSpc>
          <a:spcPct val="100000"/>
        </a:lnSpc>
        <a:spcBef>
          <a:spcPts val="0"/>
        </a:spcBef>
        <a:spcAft>
          <a:spcPts val="0"/>
        </a:spcAft>
        <a:buNone/>
        <a:defRPr lang="en-US" sz="1800" b="0" i="0">
          <a:solidFill>
            <a:schemeClr val="dk1"/>
          </a:solidFill>
          <a:latin typeface="Arial"/>
          <a:ea typeface="Arial"/>
        </a:defRPr>
      </a:lvl5pPr>
      <a:lvl6pPr>
        <a:defRPr lang="en-US" sz="1800"/>
      </a:lvl6pPr>
      <a:lvl7pPr>
        <a:defRPr lang="en-US" sz="1800"/>
      </a:lvl7pPr>
      <a:lvl8pPr>
        <a:defRPr lang="en-US" sz="1800"/>
      </a:lvl8pPr>
      <a:lvl9pPr>
        <a:defRPr lang="en-US" sz="1800"/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0320309" name="Title Placeholder 21"/>
          <p:cNvSpPr>
            <a:spLocks noGrp="1" noChangeShapeType="1"/>
          </p:cNvSpPr>
          <p:nvPr>
            <p:ph type="title"/>
          </p:nvPr>
        </p:nvSpPr>
        <p:spPr bwMode="auto">
          <a:xfrm>
            <a:off x="457200" y="274637"/>
            <a:ext cx="8229600" cy="1143000"/>
          </a:xfrm>
          <a:prstGeom prst="rect">
            <a:avLst/>
          </a:prstGeom>
          <a:noFill/>
        </p:spPr>
        <p:txBody>
          <a:bodyPr lIns="91423" tIns="45711" rIns="91423" bIns="45711" anchor="ctr" anchorCtr="0"/>
          <a:lstStyle/>
          <a:p>
            <a:pPr marL="0" lvl="0" indent="0">
              <a:spcBef>
                <a:spcPts val="0"/>
              </a:spcBef>
              <a:buNone/>
              <a:defRPr/>
            </a:pPr>
            <a:r>
              <a:t>Click to edit Master title style</a:t>
            </a:r>
          </a:p>
        </p:txBody>
      </p:sp>
      <p:sp>
        <p:nvSpPr>
          <p:cNvPr id="1262637244" name="Text Placeholder 12"/>
          <p:cNvSpPr>
            <a:spLocks noGrp="1" noChangeShapeType="1"/>
          </p:cNvSpPr>
          <p:nvPr>
            <p:ph type="body" idx="1"/>
          </p:nvPr>
        </p:nvSpPr>
        <p:spPr bwMode="auto">
          <a:xfrm>
            <a:off x="457200" y="1600200"/>
            <a:ext cx="8229600" cy="4708525"/>
          </a:xfrm>
          <a:prstGeom prst="rect">
            <a:avLst/>
          </a:prstGeom>
          <a:noFill/>
        </p:spPr>
        <p:txBody>
          <a:bodyPr lIns="91423" tIns="45711" rIns="91423" bIns="45711"/>
          <a:lstStyle>
            <a:lvl1pPr marL="546100" indent="136525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9F9F9"/>
              </a:buClr>
              <a:buSzPct val="65000"/>
              <a:buChar char=""/>
              <a:defRPr sz="2800" b="0" i="0">
                <a:solidFill>
                  <a:schemeClr val="dk1"/>
                </a:solidFill>
                <a:latin typeface="Book Antiqua"/>
              </a:defRPr>
            </a:lvl1pPr>
            <a:lvl2pPr marL="866775" indent="58547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80000"/>
              <a:buChar char=""/>
              <a:defRPr sz="2400" b="0" i="0">
                <a:solidFill>
                  <a:schemeClr val="dk1"/>
                </a:solidFill>
                <a:latin typeface="Book Antiqua"/>
              </a:defRPr>
            </a:lvl2pPr>
            <a:lvl3pPr marL="1131570" indent="904875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95000"/>
              <a:buChar char=""/>
              <a:defRPr sz="2200" b="0" i="0">
                <a:solidFill>
                  <a:schemeClr val="dk1"/>
                </a:solidFill>
                <a:latin typeface="Book Antiqua"/>
              </a:defRPr>
            </a:lvl3pPr>
            <a:lvl4pPr marL="1350645" indent="116967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00000"/>
              <a:buChar char=""/>
              <a:defRPr sz="2000" b="0" i="0">
                <a:solidFill>
                  <a:schemeClr val="dk1"/>
                </a:solidFill>
                <a:latin typeface="Book Antiqua"/>
              </a:defRPr>
            </a:lvl4pPr>
            <a:lvl5pPr marL="1543050" indent="1362075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00000"/>
              <a:buChar char=""/>
              <a:defRPr sz="2000" b="0" i="0">
                <a:solidFill>
                  <a:schemeClr val="dk1"/>
                </a:solidFill>
                <a:latin typeface="Book Antiqua"/>
              </a:defRPr>
            </a:lvl5pPr>
          </a:lstStyle>
          <a:p>
            <a:pPr marL="546100" lvl="0" indent="-409575">
              <a:spcBef>
                <a:spcPts val="0"/>
              </a:spcBef>
              <a:buClr>
                <a:srgbClr val="F9F9F9"/>
              </a:buClr>
              <a:buSzPct val="65000"/>
              <a:buFont typeface="Wingdings 2"/>
              <a:buChar char=""/>
              <a:defRPr/>
            </a:pPr>
            <a:r>
              <a:t>Click to edit Master text styles</a:t>
            </a:r>
          </a:p>
          <a:p>
            <a:pPr marL="866775" lvl="1" indent="-281305">
              <a:spcBef>
                <a:spcPts val="0"/>
              </a:spcBef>
              <a:buClr>
                <a:srgbClr val="FFFFFF"/>
              </a:buClr>
              <a:buSzPct val="80000"/>
              <a:buChar char=""/>
              <a:defRPr/>
            </a:pPr>
            <a:r>
              <a:t>Second level</a:t>
            </a:r>
          </a:p>
          <a:p>
            <a:pPr marL="1131570" lvl="2" indent="-226695">
              <a:spcBef>
                <a:spcPts val="0"/>
              </a:spcBef>
              <a:buClr>
                <a:srgbClr val="FFFFFF"/>
              </a:buClr>
              <a:buSzPct val="95000"/>
              <a:buFont typeface="Wingdings"/>
              <a:buChar char=""/>
              <a:defRPr/>
            </a:pPr>
            <a:r>
              <a:t>Third level</a:t>
            </a:r>
          </a:p>
          <a:p>
            <a:pPr marL="1350645" lvl="3" indent="-180975">
              <a:spcBef>
                <a:spcPts val="0"/>
              </a:spcBef>
              <a:buClr>
                <a:srgbClr val="FFFFFF"/>
              </a:buClr>
              <a:buSzPct val="100000"/>
              <a:buFont typeface="Wingdings 3"/>
              <a:buChar char=""/>
              <a:defRPr/>
            </a:pPr>
            <a:r>
              <a:t>Fourth level</a:t>
            </a:r>
          </a:p>
          <a:p>
            <a:pPr marL="1543050" lvl="4" indent="-180975">
              <a:spcBef>
                <a:spcPts val="0"/>
              </a:spcBef>
              <a:buClr>
                <a:srgbClr val="FFFFFF"/>
              </a:buClr>
              <a:buSzPct val="100000"/>
              <a:buFont typeface="Wingdings 2"/>
              <a:buChar char=""/>
              <a:defRPr/>
            </a:pPr>
            <a:r>
              <a:t>Fifth level</a:t>
            </a:r>
          </a:p>
        </p:txBody>
      </p:sp>
      <p:sp>
        <p:nvSpPr>
          <p:cNvPr id="177651533" name="Date Placeholder 13"/>
          <p:cNvSpPr>
            <a:spLocks noGrp="1" noChangeShapeType="1"/>
          </p:cNvSpPr>
          <p:nvPr>
            <p:ph type="dt" idx="2"/>
          </p:nvPr>
        </p:nvSpPr>
        <p:spPr bwMode="auto">
          <a:xfrm>
            <a:off x="457200" y="6416675"/>
            <a:ext cx="2133600" cy="365125"/>
          </a:xfrm>
          <a:prstGeom prst="rect">
            <a:avLst/>
          </a:prstGeom>
          <a:noFill/>
        </p:spPr>
        <p:txBody>
          <a:bodyPr lIns="91423" tIns="45711" rIns="91423" bIns="45711" anchor="b"/>
          <a:lstStyle/>
          <a:p>
            <a:pPr>
              <a:defRPr/>
            </a:pPr>
            <a:endParaRPr sz="1400"/>
          </a:p>
        </p:txBody>
      </p:sp>
      <p:sp>
        <p:nvSpPr>
          <p:cNvPr id="560164316" name="Footer Placeholder 2"/>
          <p:cNvSpPr>
            <a:spLocks noGrp="1" noChangeShapeType="1"/>
          </p:cNvSpPr>
          <p:nvPr>
            <p:ph type="ftr" idx="3"/>
          </p:nvPr>
        </p:nvSpPr>
        <p:spPr bwMode="auto">
          <a:xfrm>
            <a:off x="3124200" y="6416675"/>
            <a:ext cx="2895600" cy="365125"/>
          </a:xfrm>
          <a:prstGeom prst="rect">
            <a:avLst/>
          </a:prstGeom>
          <a:noFill/>
        </p:spPr>
        <p:txBody>
          <a:bodyPr lIns="91423" tIns="45711" rIns="91423" bIns="45711" anchor="b"/>
          <a:lstStyle/>
          <a:p>
            <a:pPr>
              <a:defRPr/>
            </a:pPr>
            <a:endParaRPr sz="1400"/>
          </a:p>
        </p:txBody>
      </p:sp>
      <p:sp>
        <p:nvSpPr>
          <p:cNvPr id="153436651" name="Slide Number Placeholder 22"/>
          <p:cNvSpPr>
            <a:spLocks noGrp="1" noChangeShapeType="1"/>
          </p:cNvSpPr>
          <p:nvPr>
            <p:ph type="sldNum" idx="4"/>
          </p:nvPr>
        </p:nvSpPr>
        <p:spPr bwMode="auto">
          <a:xfrm>
            <a:off x="7924800" y="6416675"/>
            <a:ext cx="762000" cy="365125"/>
          </a:xfrm>
          <a:prstGeom prst="rect">
            <a:avLst/>
          </a:prstGeom>
          <a:noFill/>
        </p:spPr>
        <p:txBody>
          <a:bodyPr lIns="0" tIns="45711" rIns="0" bIns="45711" anchor="b"/>
          <a:lstStyle>
            <a:lvl1pPr mar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Book Antiqua"/>
              </a:defRPr>
            </a:lvl1pPr>
            <a:lvl2pPr marL="455295" indent="455295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Book Antiqua"/>
              </a:defRPr>
            </a:lvl2pPr>
            <a:lvl3pPr marL="912495" indent="912495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Book Antiqua"/>
              </a:defRPr>
            </a:lvl3pPr>
            <a:lvl4pPr marL="1369695" indent="1369695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Book Antiqua"/>
              </a:defRPr>
            </a:lvl4pPr>
            <a:lvl5pPr marL="1826895" indent="1826895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Book Antiqua"/>
              </a:defRPr>
            </a:lvl5pPr>
          </a:lstStyle>
          <a:p>
            <a:pPr marL="0" lvl="0" indent="0" algn="r">
              <a:spcBef>
                <a:spcPts val="0"/>
              </a:spcBef>
              <a:buNone/>
              <a:defRPr/>
            </a:pPr>
            <a:fld id="{D038279B-FC19-497E-A7D1-5ADD9CAF016F}" type="slidenum">
              <a:rPr lang="en-GB" sz="1200" b="1" i="0" u="none">
                <a:solidFill>
                  <a:srgbClr val="BCBCBC"/>
                </a:solidFill>
              </a:rPr>
            </a:fld>
            <a:endParaRPr lang="en-GB" sz="1200" b="1" i="0" u="none">
              <a:solidFill>
                <a:srgbClr val="BCBCBC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77" r:id="rId2"/>
  </p:sldLayoutIdLst>
  <p:txStyles>
    <p:titleStyle>
      <a:lvl1pPr marL="0" indent="0" algn="ctr" defTabSz="914400" rtl="0">
        <a:lnSpc>
          <a:spcPct val="100000"/>
        </a:lnSpc>
        <a:spcBef>
          <a:spcPts val="0"/>
        </a:spcBef>
        <a:spcAft>
          <a:spcPts val="0"/>
        </a:spcAft>
        <a:buNone/>
        <a:defRPr lang="en-US" sz="4100" b="1" i="0">
          <a:solidFill>
            <a:schemeClr val="dk1"/>
          </a:solidFill>
          <a:latin typeface="Lucida Sans"/>
        </a:defRPr>
      </a:lvl1pPr>
      <a:lvl2pPr marL="0" indent="0" algn="ctr" defTabSz="914400" rtl="0">
        <a:lnSpc>
          <a:spcPct val="100000"/>
        </a:lnSpc>
        <a:spcBef>
          <a:spcPts val="0"/>
        </a:spcBef>
        <a:spcAft>
          <a:spcPts val="0"/>
        </a:spcAft>
        <a:buNone/>
        <a:defRPr lang="en-US" sz="4100" b="1" i="0">
          <a:solidFill>
            <a:schemeClr val="dk1"/>
          </a:solidFill>
          <a:latin typeface="Lucida Sans"/>
        </a:defRPr>
      </a:lvl2pPr>
      <a:lvl3pPr marL="0" indent="0" algn="ctr" defTabSz="914400" rtl="0">
        <a:lnSpc>
          <a:spcPct val="100000"/>
        </a:lnSpc>
        <a:spcBef>
          <a:spcPts val="0"/>
        </a:spcBef>
        <a:spcAft>
          <a:spcPts val="0"/>
        </a:spcAft>
        <a:buNone/>
        <a:defRPr lang="en-US" sz="4100" b="1" i="0">
          <a:solidFill>
            <a:schemeClr val="dk1"/>
          </a:solidFill>
          <a:latin typeface="Lucida Sans"/>
        </a:defRPr>
      </a:lvl3pPr>
      <a:lvl4pPr marL="0" indent="0" algn="ctr" defTabSz="914400" rtl="0">
        <a:lnSpc>
          <a:spcPct val="100000"/>
        </a:lnSpc>
        <a:spcBef>
          <a:spcPts val="0"/>
        </a:spcBef>
        <a:spcAft>
          <a:spcPts val="0"/>
        </a:spcAft>
        <a:buNone/>
        <a:defRPr lang="en-US" sz="4100" b="1" i="0">
          <a:solidFill>
            <a:schemeClr val="dk1"/>
          </a:solidFill>
          <a:latin typeface="Lucida Sans"/>
        </a:defRPr>
      </a:lvl4pPr>
      <a:lvl5pPr marL="0" indent="0" algn="ctr" defTabSz="914400" rtl="0">
        <a:lnSpc>
          <a:spcPct val="100000"/>
        </a:lnSpc>
        <a:spcBef>
          <a:spcPts val="0"/>
        </a:spcBef>
        <a:spcAft>
          <a:spcPts val="0"/>
        </a:spcAft>
        <a:buNone/>
        <a:defRPr lang="en-US" sz="4100" b="1" i="0">
          <a:solidFill>
            <a:schemeClr val="dk1"/>
          </a:solidFill>
          <a:latin typeface="Lucida Sans"/>
        </a:defRPr>
      </a:lvl5pPr>
      <a:lvl6pPr>
        <a:defRPr lang="en-US" sz="1800"/>
      </a:lvl6pPr>
      <a:lvl7pPr>
        <a:defRPr lang="en-US" sz="1800"/>
      </a:lvl7pPr>
      <a:lvl8pPr>
        <a:defRPr lang="en-US" sz="1800"/>
      </a:lvl8pPr>
      <a:lvl9pPr>
        <a:defRPr lang="en-US" sz="1800"/>
      </a:lvl9pPr>
    </p:titleStyle>
    <p:bodyStyle>
      <a:lvl1pPr marL="546100" indent="136525" algn="l" defTabSz="914400" rtl="0">
        <a:lnSpc>
          <a:spcPct val="100000"/>
        </a:lnSpc>
        <a:spcBef>
          <a:spcPts val="0"/>
        </a:spcBef>
        <a:spcAft>
          <a:spcPts val="0"/>
        </a:spcAft>
        <a:buClr>
          <a:srgbClr val="F9F9F9"/>
        </a:buClr>
        <a:buSzPct val="65000"/>
        <a:buFont typeface="Wingdings 2"/>
        <a:buChar char=""/>
        <a:defRPr lang="en-US" sz="2800" b="0" i="0">
          <a:solidFill>
            <a:schemeClr val="dk1"/>
          </a:solidFill>
          <a:latin typeface="Book Antiqua"/>
        </a:defRPr>
      </a:lvl1pPr>
      <a:lvl2pPr marL="866775" indent="585470" algn="l" defTabSz="914400" rtl="0">
        <a:lnSpc>
          <a:spcPct val="100000"/>
        </a:lnSpc>
        <a:spcBef>
          <a:spcPts val="0"/>
        </a:spcBef>
        <a:spcAft>
          <a:spcPts val="0"/>
        </a:spcAft>
        <a:buClr>
          <a:srgbClr val="FFFFFF"/>
        </a:buClr>
        <a:buSzPct val="80000"/>
        <a:buChar char=""/>
        <a:defRPr lang="en-US" sz="2400" b="0" i="0">
          <a:solidFill>
            <a:schemeClr val="dk1"/>
          </a:solidFill>
          <a:latin typeface="Book Antiqua"/>
        </a:defRPr>
      </a:lvl2pPr>
      <a:lvl3pPr marL="1131570" indent="904875" algn="l" defTabSz="914400" rtl="0">
        <a:lnSpc>
          <a:spcPct val="100000"/>
        </a:lnSpc>
        <a:spcBef>
          <a:spcPts val="0"/>
        </a:spcBef>
        <a:spcAft>
          <a:spcPts val="0"/>
        </a:spcAft>
        <a:buClr>
          <a:srgbClr val="FFFFFF"/>
        </a:buClr>
        <a:buSzPct val="95000"/>
        <a:buFont typeface="Wingdings"/>
        <a:buChar char=""/>
        <a:defRPr lang="en-US" sz="2200" b="0" i="0">
          <a:solidFill>
            <a:schemeClr val="dk1"/>
          </a:solidFill>
          <a:latin typeface="Book Antiqua"/>
        </a:defRPr>
      </a:lvl3pPr>
      <a:lvl4pPr marL="1350645" indent="1169670" algn="l" defTabSz="914400" rtl="0">
        <a:lnSpc>
          <a:spcPct val="100000"/>
        </a:lnSpc>
        <a:spcBef>
          <a:spcPts val="0"/>
        </a:spcBef>
        <a:spcAft>
          <a:spcPts val="0"/>
        </a:spcAft>
        <a:buClr>
          <a:srgbClr val="FFFFFF"/>
        </a:buClr>
        <a:buSzPct val="100000"/>
        <a:buFont typeface="Wingdings 3"/>
        <a:buChar char=""/>
        <a:defRPr lang="en-US" sz="2000" b="0" i="0">
          <a:solidFill>
            <a:schemeClr val="dk1"/>
          </a:solidFill>
          <a:latin typeface="Book Antiqua"/>
        </a:defRPr>
      </a:lvl4pPr>
      <a:lvl5pPr marL="1543050" indent="1362075" algn="l" defTabSz="914400" rtl="0">
        <a:lnSpc>
          <a:spcPct val="100000"/>
        </a:lnSpc>
        <a:spcBef>
          <a:spcPts val="0"/>
        </a:spcBef>
        <a:spcAft>
          <a:spcPts val="0"/>
        </a:spcAft>
        <a:buClr>
          <a:srgbClr val="FFFFFF"/>
        </a:buClr>
        <a:buSzPct val="100000"/>
        <a:buFont typeface="Wingdings 2"/>
        <a:buChar char=""/>
        <a:defRPr lang="en-US" sz="2000" b="0" i="0">
          <a:solidFill>
            <a:schemeClr val="dk1"/>
          </a:solidFill>
          <a:latin typeface="Book Antiqua"/>
        </a:defRPr>
      </a:lvl5pPr>
      <a:lvl6pPr>
        <a:defRPr lang="en-US" sz="1800"/>
      </a:lvl6pPr>
      <a:lvl7pPr>
        <a:defRPr lang="en-US" sz="1800"/>
      </a:lvl7pPr>
      <a:lvl8pPr>
        <a:defRPr lang="en-US" sz="1800"/>
      </a:lvl8pPr>
      <a:lvl9pPr>
        <a:defRPr lang="en-US" sz="1800"/>
      </a:lvl9pPr>
    </p:bodyStyle>
    <p:otherStyle>
      <a:lvl1pPr marL="0" indent="0" algn="l" defTabSz="914400" rtl="0">
        <a:lnSpc>
          <a:spcPct val="100000"/>
        </a:lnSpc>
        <a:spcBef>
          <a:spcPts val="0"/>
        </a:spcBef>
        <a:spcAft>
          <a:spcPts val="0"/>
        </a:spcAft>
        <a:buNone/>
        <a:defRPr lang="en-US" sz="1800" b="0" i="0">
          <a:solidFill>
            <a:schemeClr val="dk1"/>
          </a:solidFill>
          <a:latin typeface="Arial"/>
          <a:ea typeface="Arial"/>
        </a:defRPr>
      </a:lvl1pPr>
      <a:lvl2pPr marL="455295" indent="457200" algn="l" defTabSz="914400" rtl="0">
        <a:lnSpc>
          <a:spcPct val="100000"/>
        </a:lnSpc>
        <a:spcBef>
          <a:spcPts val="0"/>
        </a:spcBef>
        <a:spcAft>
          <a:spcPts val="0"/>
        </a:spcAft>
        <a:buNone/>
        <a:defRPr lang="en-US" sz="1800" b="0" i="0">
          <a:solidFill>
            <a:schemeClr val="dk1"/>
          </a:solidFill>
          <a:latin typeface="Arial"/>
          <a:ea typeface="Arial"/>
        </a:defRPr>
      </a:lvl2pPr>
      <a:lvl3pPr marL="912495" indent="914400" algn="l" defTabSz="914400" rtl="0">
        <a:lnSpc>
          <a:spcPct val="100000"/>
        </a:lnSpc>
        <a:spcBef>
          <a:spcPts val="0"/>
        </a:spcBef>
        <a:spcAft>
          <a:spcPts val="0"/>
        </a:spcAft>
        <a:buNone/>
        <a:defRPr lang="en-US" sz="1800" b="0" i="0">
          <a:solidFill>
            <a:schemeClr val="dk1"/>
          </a:solidFill>
          <a:latin typeface="Arial"/>
          <a:ea typeface="Arial"/>
        </a:defRPr>
      </a:lvl3pPr>
      <a:lvl4pPr marL="1369695" indent="1371600" algn="l" defTabSz="914400" rtl="0">
        <a:lnSpc>
          <a:spcPct val="100000"/>
        </a:lnSpc>
        <a:spcBef>
          <a:spcPts val="0"/>
        </a:spcBef>
        <a:spcAft>
          <a:spcPts val="0"/>
        </a:spcAft>
        <a:buNone/>
        <a:defRPr lang="en-US" sz="1800" b="0" i="0">
          <a:solidFill>
            <a:schemeClr val="dk1"/>
          </a:solidFill>
          <a:latin typeface="Arial"/>
          <a:ea typeface="Arial"/>
        </a:defRPr>
      </a:lvl4pPr>
      <a:lvl5pPr marL="1826895" indent="1828800" algn="l" defTabSz="914400" rtl="0">
        <a:lnSpc>
          <a:spcPct val="100000"/>
        </a:lnSpc>
        <a:spcBef>
          <a:spcPts val="0"/>
        </a:spcBef>
        <a:spcAft>
          <a:spcPts val="0"/>
        </a:spcAft>
        <a:buNone/>
        <a:defRPr lang="en-US" sz="1800" b="0" i="0">
          <a:solidFill>
            <a:schemeClr val="dk1"/>
          </a:solidFill>
          <a:latin typeface="Arial"/>
          <a:ea typeface="Arial"/>
        </a:defRPr>
      </a:lvl5pPr>
      <a:lvl6pPr>
        <a:defRPr lang="en-US" sz="1800"/>
      </a:lvl6pPr>
      <a:lvl7pPr>
        <a:defRPr lang="en-US" sz="1800"/>
      </a:lvl7pPr>
      <a:lvl8pPr>
        <a:defRPr lang="en-US" sz="1800"/>
      </a:lvl8pPr>
      <a:lvl9pPr>
        <a:defRPr lang="en-US" sz="1800"/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43720524" name="Title Placeholder 21"/>
          <p:cNvSpPr>
            <a:spLocks noGrp="1" noChangeShapeType="1"/>
          </p:cNvSpPr>
          <p:nvPr>
            <p:ph type="title"/>
          </p:nvPr>
        </p:nvSpPr>
        <p:spPr bwMode="auto">
          <a:xfrm>
            <a:off x="457200" y="274637"/>
            <a:ext cx="8229600" cy="1143000"/>
          </a:xfrm>
          <a:prstGeom prst="rect">
            <a:avLst/>
          </a:prstGeom>
          <a:noFill/>
        </p:spPr>
        <p:txBody>
          <a:bodyPr lIns="91423" tIns="45711" rIns="91423" bIns="45711" anchor="ctr" anchorCtr="0"/>
          <a:lstStyle/>
          <a:p>
            <a:pPr marL="0" lvl="0" indent="0">
              <a:spcBef>
                <a:spcPts val="0"/>
              </a:spcBef>
              <a:buNone/>
              <a:defRPr/>
            </a:pPr>
            <a:r>
              <a:t>Click to edit Master title style</a:t>
            </a:r>
          </a:p>
        </p:txBody>
      </p:sp>
      <p:sp>
        <p:nvSpPr>
          <p:cNvPr id="752353833" name="Text Placeholder 12"/>
          <p:cNvSpPr>
            <a:spLocks noGrp="1" noChangeShapeType="1"/>
          </p:cNvSpPr>
          <p:nvPr>
            <p:ph type="body" idx="1"/>
          </p:nvPr>
        </p:nvSpPr>
        <p:spPr bwMode="auto">
          <a:xfrm>
            <a:off x="457200" y="1600200"/>
            <a:ext cx="8229600" cy="4708525"/>
          </a:xfrm>
          <a:prstGeom prst="rect">
            <a:avLst/>
          </a:prstGeom>
          <a:noFill/>
        </p:spPr>
        <p:txBody>
          <a:bodyPr lIns="91423" tIns="45711" rIns="91423" bIns="45711"/>
          <a:lstStyle>
            <a:lvl1pPr marL="546100" indent="136525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9F9F9"/>
              </a:buClr>
              <a:buSzPct val="65000"/>
              <a:buChar char=""/>
              <a:defRPr sz="2800" b="0" i="0">
                <a:solidFill>
                  <a:schemeClr val="dk1"/>
                </a:solidFill>
                <a:latin typeface="Book Antiqua"/>
              </a:defRPr>
            </a:lvl1pPr>
            <a:lvl2pPr marL="866775" indent="58547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80000"/>
              <a:buChar char=""/>
              <a:defRPr sz="2400" b="0" i="0">
                <a:solidFill>
                  <a:schemeClr val="dk1"/>
                </a:solidFill>
                <a:latin typeface="Book Antiqua"/>
              </a:defRPr>
            </a:lvl2pPr>
            <a:lvl3pPr marL="1131570" indent="904875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95000"/>
              <a:buChar char=""/>
              <a:defRPr sz="2200" b="0" i="0">
                <a:solidFill>
                  <a:schemeClr val="dk1"/>
                </a:solidFill>
                <a:latin typeface="Book Antiqua"/>
              </a:defRPr>
            </a:lvl3pPr>
            <a:lvl4pPr marL="1350645" indent="116967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00000"/>
              <a:buChar char=""/>
              <a:defRPr sz="2000" b="0" i="0">
                <a:solidFill>
                  <a:schemeClr val="dk1"/>
                </a:solidFill>
                <a:latin typeface="Book Antiqua"/>
              </a:defRPr>
            </a:lvl4pPr>
            <a:lvl5pPr marL="1543050" indent="1362075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00000"/>
              <a:buChar char=""/>
              <a:defRPr sz="2000" b="0" i="0">
                <a:solidFill>
                  <a:schemeClr val="dk1"/>
                </a:solidFill>
                <a:latin typeface="Book Antiqua"/>
              </a:defRPr>
            </a:lvl5pPr>
          </a:lstStyle>
          <a:p>
            <a:pPr marL="546100" lvl="0" indent="-409575">
              <a:spcBef>
                <a:spcPts val="0"/>
              </a:spcBef>
              <a:buClr>
                <a:srgbClr val="F9F9F9"/>
              </a:buClr>
              <a:buSzPct val="65000"/>
              <a:buFont typeface="Wingdings 2"/>
              <a:buChar char=""/>
              <a:defRPr/>
            </a:pPr>
            <a:r>
              <a:t>Click to edit Master text styles</a:t>
            </a:r>
          </a:p>
          <a:p>
            <a:pPr marL="866775" lvl="1" indent="-281305">
              <a:spcBef>
                <a:spcPts val="0"/>
              </a:spcBef>
              <a:buClr>
                <a:srgbClr val="FFFFFF"/>
              </a:buClr>
              <a:buSzPct val="80000"/>
              <a:buChar char=""/>
              <a:defRPr/>
            </a:pPr>
            <a:r>
              <a:t>Second level</a:t>
            </a:r>
          </a:p>
          <a:p>
            <a:pPr marL="1131570" lvl="2" indent="-226695">
              <a:spcBef>
                <a:spcPts val="0"/>
              </a:spcBef>
              <a:buClr>
                <a:srgbClr val="FFFFFF"/>
              </a:buClr>
              <a:buSzPct val="95000"/>
              <a:buFont typeface="Wingdings"/>
              <a:buChar char=""/>
              <a:defRPr/>
            </a:pPr>
            <a:r>
              <a:t>Third level</a:t>
            </a:r>
          </a:p>
          <a:p>
            <a:pPr marL="1350645" lvl="3" indent="-180975">
              <a:spcBef>
                <a:spcPts val="0"/>
              </a:spcBef>
              <a:buClr>
                <a:srgbClr val="FFFFFF"/>
              </a:buClr>
              <a:buSzPct val="100000"/>
              <a:buFont typeface="Wingdings 3"/>
              <a:buChar char=""/>
              <a:defRPr/>
            </a:pPr>
            <a:r>
              <a:t>Fourth level</a:t>
            </a:r>
          </a:p>
          <a:p>
            <a:pPr marL="1543050" lvl="4" indent="-180975">
              <a:spcBef>
                <a:spcPts val="0"/>
              </a:spcBef>
              <a:buClr>
                <a:srgbClr val="FFFFFF"/>
              </a:buClr>
              <a:buSzPct val="100000"/>
              <a:buFont typeface="Wingdings 2"/>
              <a:buChar char=""/>
              <a:defRPr/>
            </a:pPr>
            <a:r>
              <a:t>Fifth level</a:t>
            </a:r>
          </a:p>
        </p:txBody>
      </p:sp>
      <p:sp>
        <p:nvSpPr>
          <p:cNvPr id="1718625188" name="Date Placeholder 13"/>
          <p:cNvSpPr>
            <a:spLocks noGrp="1" noChangeShapeType="1"/>
          </p:cNvSpPr>
          <p:nvPr>
            <p:ph type="dt" idx="2"/>
          </p:nvPr>
        </p:nvSpPr>
        <p:spPr bwMode="auto">
          <a:xfrm>
            <a:off x="457200" y="6416675"/>
            <a:ext cx="2133600" cy="365125"/>
          </a:xfrm>
          <a:prstGeom prst="rect">
            <a:avLst/>
          </a:prstGeom>
          <a:noFill/>
        </p:spPr>
        <p:txBody>
          <a:bodyPr lIns="91423" tIns="45711" rIns="91423" bIns="45711" anchor="b"/>
          <a:lstStyle/>
          <a:p>
            <a:pPr>
              <a:defRPr/>
            </a:pPr>
            <a:endParaRPr sz="1400"/>
          </a:p>
        </p:txBody>
      </p:sp>
      <p:sp>
        <p:nvSpPr>
          <p:cNvPr id="749574074" name="Footer Placeholder 2"/>
          <p:cNvSpPr>
            <a:spLocks noGrp="1" noChangeShapeType="1"/>
          </p:cNvSpPr>
          <p:nvPr>
            <p:ph type="ftr" idx="3"/>
          </p:nvPr>
        </p:nvSpPr>
        <p:spPr bwMode="auto">
          <a:xfrm>
            <a:off x="3124200" y="6416675"/>
            <a:ext cx="2895600" cy="365125"/>
          </a:xfrm>
          <a:prstGeom prst="rect">
            <a:avLst/>
          </a:prstGeom>
          <a:noFill/>
        </p:spPr>
        <p:txBody>
          <a:bodyPr lIns="91423" tIns="45711" rIns="91423" bIns="45711" anchor="b"/>
          <a:lstStyle/>
          <a:p>
            <a:pPr>
              <a:defRPr/>
            </a:pPr>
            <a:endParaRPr sz="1400"/>
          </a:p>
        </p:txBody>
      </p:sp>
      <p:sp>
        <p:nvSpPr>
          <p:cNvPr id="1076469554" name="Slide Number Placeholder 22"/>
          <p:cNvSpPr>
            <a:spLocks noGrp="1" noChangeShapeType="1"/>
          </p:cNvSpPr>
          <p:nvPr>
            <p:ph type="sldNum" idx="4"/>
          </p:nvPr>
        </p:nvSpPr>
        <p:spPr bwMode="auto">
          <a:xfrm>
            <a:off x="7924800" y="6416675"/>
            <a:ext cx="762000" cy="365125"/>
          </a:xfrm>
          <a:prstGeom prst="rect">
            <a:avLst/>
          </a:prstGeom>
          <a:noFill/>
        </p:spPr>
        <p:txBody>
          <a:bodyPr lIns="0" tIns="45711" rIns="0" bIns="45711" anchor="b"/>
          <a:lstStyle>
            <a:lvl1pPr mar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Book Antiqua"/>
              </a:defRPr>
            </a:lvl1pPr>
            <a:lvl2pPr marL="455295" indent="455295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Book Antiqua"/>
              </a:defRPr>
            </a:lvl2pPr>
            <a:lvl3pPr marL="912495" indent="912495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Book Antiqua"/>
              </a:defRPr>
            </a:lvl3pPr>
            <a:lvl4pPr marL="1369695" indent="1369695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Book Antiqua"/>
              </a:defRPr>
            </a:lvl4pPr>
            <a:lvl5pPr marL="1826895" indent="1826895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Book Antiqua"/>
              </a:defRPr>
            </a:lvl5pPr>
          </a:lstStyle>
          <a:p>
            <a:pPr marL="0" lvl="0" indent="0" algn="r">
              <a:spcBef>
                <a:spcPts val="0"/>
              </a:spcBef>
              <a:buNone/>
              <a:defRPr/>
            </a:pPr>
            <a:fld id="{D038279B-FC19-497E-A7D1-5ADD9CAF016F}" type="slidenum">
              <a:rPr lang="en-GB" sz="1200" b="1" i="0" u="none">
                <a:solidFill>
                  <a:srgbClr val="BCBCBC"/>
                </a:solidFill>
              </a:rPr>
            </a:fld>
            <a:endParaRPr lang="en-GB" sz="1200" b="1" i="0" u="none">
              <a:solidFill>
                <a:srgbClr val="BCBCBC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</p:sldLayoutIdLst>
  <p:txStyles>
    <p:titleStyle>
      <a:lvl1pPr marL="0" indent="0" algn="ctr" defTabSz="914400" rtl="0">
        <a:lnSpc>
          <a:spcPct val="100000"/>
        </a:lnSpc>
        <a:spcBef>
          <a:spcPts val="0"/>
        </a:spcBef>
        <a:spcAft>
          <a:spcPts val="0"/>
        </a:spcAft>
        <a:buNone/>
        <a:defRPr lang="en-US" sz="4100" b="1" i="0">
          <a:solidFill>
            <a:schemeClr val="dk1"/>
          </a:solidFill>
          <a:latin typeface="Lucida Sans"/>
        </a:defRPr>
      </a:lvl1pPr>
      <a:lvl2pPr marL="0" indent="0" algn="ctr" defTabSz="914400" rtl="0">
        <a:lnSpc>
          <a:spcPct val="100000"/>
        </a:lnSpc>
        <a:spcBef>
          <a:spcPts val="0"/>
        </a:spcBef>
        <a:spcAft>
          <a:spcPts val="0"/>
        </a:spcAft>
        <a:buNone/>
        <a:defRPr lang="en-US" sz="4100" b="1" i="0">
          <a:solidFill>
            <a:schemeClr val="dk1"/>
          </a:solidFill>
          <a:latin typeface="Lucida Sans"/>
        </a:defRPr>
      </a:lvl2pPr>
      <a:lvl3pPr marL="0" indent="0" algn="ctr" defTabSz="914400" rtl="0">
        <a:lnSpc>
          <a:spcPct val="100000"/>
        </a:lnSpc>
        <a:spcBef>
          <a:spcPts val="0"/>
        </a:spcBef>
        <a:spcAft>
          <a:spcPts val="0"/>
        </a:spcAft>
        <a:buNone/>
        <a:defRPr lang="en-US" sz="4100" b="1" i="0">
          <a:solidFill>
            <a:schemeClr val="dk1"/>
          </a:solidFill>
          <a:latin typeface="Lucida Sans"/>
        </a:defRPr>
      </a:lvl3pPr>
      <a:lvl4pPr marL="0" indent="0" algn="ctr" defTabSz="914400" rtl="0">
        <a:lnSpc>
          <a:spcPct val="100000"/>
        </a:lnSpc>
        <a:spcBef>
          <a:spcPts val="0"/>
        </a:spcBef>
        <a:spcAft>
          <a:spcPts val="0"/>
        </a:spcAft>
        <a:buNone/>
        <a:defRPr lang="en-US" sz="4100" b="1" i="0">
          <a:solidFill>
            <a:schemeClr val="dk1"/>
          </a:solidFill>
          <a:latin typeface="Lucida Sans"/>
        </a:defRPr>
      </a:lvl4pPr>
      <a:lvl5pPr marL="0" indent="0" algn="ctr" defTabSz="914400" rtl="0">
        <a:lnSpc>
          <a:spcPct val="100000"/>
        </a:lnSpc>
        <a:spcBef>
          <a:spcPts val="0"/>
        </a:spcBef>
        <a:spcAft>
          <a:spcPts val="0"/>
        </a:spcAft>
        <a:buNone/>
        <a:defRPr lang="en-US" sz="4100" b="1" i="0">
          <a:solidFill>
            <a:schemeClr val="dk1"/>
          </a:solidFill>
          <a:latin typeface="Lucida Sans"/>
        </a:defRPr>
      </a:lvl5pPr>
      <a:lvl6pPr>
        <a:defRPr lang="en-US" sz="1800"/>
      </a:lvl6pPr>
      <a:lvl7pPr>
        <a:defRPr lang="en-US" sz="1800"/>
      </a:lvl7pPr>
      <a:lvl8pPr>
        <a:defRPr lang="en-US" sz="1800"/>
      </a:lvl8pPr>
      <a:lvl9pPr>
        <a:defRPr lang="en-US" sz="1800"/>
      </a:lvl9pPr>
    </p:titleStyle>
    <p:bodyStyle>
      <a:lvl1pPr marL="546100" indent="136525" algn="l" defTabSz="914400" rtl="0">
        <a:lnSpc>
          <a:spcPct val="100000"/>
        </a:lnSpc>
        <a:spcBef>
          <a:spcPts val="0"/>
        </a:spcBef>
        <a:spcAft>
          <a:spcPts val="0"/>
        </a:spcAft>
        <a:buClr>
          <a:srgbClr val="F9F9F9"/>
        </a:buClr>
        <a:buSzPct val="65000"/>
        <a:buFont typeface="Wingdings 2"/>
        <a:buChar char=""/>
        <a:defRPr lang="en-US" sz="2800" b="0" i="0">
          <a:solidFill>
            <a:schemeClr val="dk1"/>
          </a:solidFill>
          <a:latin typeface="Book Antiqua"/>
        </a:defRPr>
      </a:lvl1pPr>
      <a:lvl2pPr marL="866775" indent="585470" algn="l" defTabSz="914400" rtl="0">
        <a:lnSpc>
          <a:spcPct val="100000"/>
        </a:lnSpc>
        <a:spcBef>
          <a:spcPts val="0"/>
        </a:spcBef>
        <a:spcAft>
          <a:spcPts val="0"/>
        </a:spcAft>
        <a:buClr>
          <a:srgbClr val="FFFFFF"/>
        </a:buClr>
        <a:buSzPct val="80000"/>
        <a:buChar char=""/>
        <a:defRPr lang="en-US" sz="2400" b="0" i="0">
          <a:solidFill>
            <a:schemeClr val="dk1"/>
          </a:solidFill>
          <a:latin typeface="Book Antiqua"/>
        </a:defRPr>
      </a:lvl2pPr>
      <a:lvl3pPr marL="1131570" indent="904875" algn="l" defTabSz="914400" rtl="0">
        <a:lnSpc>
          <a:spcPct val="100000"/>
        </a:lnSpc>
        <a:spcBef>
          <a:spcPts val="0"/>
        </a:spcBef>
        <a:spcAft>
          <a:spcPts val="0"/>
        </a:spcAft>
        <a:buClr>
          <a:srgbClr val="FFFFFF"/>
        </a:buClr>
        <a:buSzPct val="95000"/>
        <a:buFont typeface="Wingdings"/>
        <a:buChar char=""/>
        <a:defRPr lang="en-US" sz="2200" b="0" i="0">
          <a:solidFill>
            <a:schemeClr val="dk1"/>
          </a:solidFill>
          <a:latin typeface="Book Antiqua"/>
        </a:defRPr>
      </a:lvl3pPr>
      <a:lvl4pPr marL="1350645" indent="1169670" algn="l" defTabSz="914400" rtl="0">
        <a:lnSpc>
          <a:spcPct val="100000"/>
        </a:lnSpc>
        <a:spcBef>
          <a:spcPts val="0"/>
        </a:spcBef>
        <a:spcAft>
          <a:spcPts val="0"/>
        </a:spcAft>
        <a:buClr>
          <a:srgbClr val="FFFFFF"/>
        </a:buClr>
        <a:buSzPct val="100000"/>
        <a:buFont typeface="Wingdings 3"/>
        <a:buChar char=""/>
        <a:defRPr lang="en-US" sz="2000" b="0" i="0">
          <a:solidFill>
            <a:schemeClr val="dk1"/>
          </a:solidFill>
          <a:latin typeface="Book Antiqua"/>
        </a:defRPr>
      </a:lvl4pPr>
      <a:lvl5pPr marL="1543050" indent="1362075" algn="l" defTabSz="914400" rtl="0">
        <a:lnSpc>
          <a:spcPct val="100000"/>
        </a:lnSpc>
        <a:spcBef>
          <a:spcPts val="0"/>
        </a:spcBef>
        <a:spcAft>
          <a:spcPts val="0"/>
        </a:spcAft>
        <a:buClr>
          <a:srgbClr val="FFFFFF"/>
        </a:buClr>
        <a:buSzPct val="100000"/>
        <a:buFont typeface="Wingdings 2"/>
        <a:buChar char=""/>
        <a:defRPr lang="en-US" sz="2000" b="0" i="0">
          <a:solidFill>
            <a:schemeClr val="dk1"/>
          </a:solidFill>
          <a:latin typeface="Book Antiqua"/>
        </a:defRPr>
      </a:lvl5pPr>
      <a:lvl6pPr>
        <a:defRPr lang="en-US" sz="1800"/>
      </a:lvl6pPr>
      <a:lvl7pPr>
        <a:defRPr lang="en-US" sz="1800"/>
      </a:lvl7pPr>
      <a:lvl8pPr>
        <a:defRPr lang="en-US" sz="1800"/>
      </a:lvl8pPr>
      <a:lvl9pPr>
        <a:defRPr lang="en-US" sz="1800"/>
      </a:lvl9pPr>
    </p:bodyStyle>
    <p:otherStyle>
      <a:lvl1pPr marL="0" indent="0" algn="l" defTabSz="914400" rtl="0">
        <a:lnSpc>
          <a:spcPct val="100000"/>
        </a:lnSpc>
        <a:spcBef>
          <a:spcPts val="0"/>
        </a:spcBef>
        <a:spcAft>
          <a:spcPts val="0"/>
        </a:spcAft>
        <a:buNone/>
        <a:defRPr lang="en-US" sz="1800" b="0" i="0">
          <a:solidFill>
            <a:schemeClr val="dk1"/>
          </a:solidFill>
          <a:latin typeface="Arial"/>
          <a:ea typeface="Arial"/>
        </a:defRPr>
      </a:lvl1pPr>
      <a:lvl2pPr marL="455295" indent="457200" algn="l" defTabSz="914400" rtl="0">
        <a:lnSpc>
          <a:spcPct val="100000"/>
        </a:lnSpc>
        <a:spcBef>
          <a:spcPts val="0"/>
        </a:spcBef>
        <a:spcAft>
          <a:spcPts val="0"/>
        </a:spcAft>
        <a:buNone/>
        <a:defRPr lang="en-US" sz="1800" b="0" i="0">
          <a:solidFill>
            <a:schemeClr val="dk1"/>
          </a:solidFill>
          <a:latin typeface="Arial"/>
          <a:ea typeface="Arial"/>
        </a:defRPr>
      </a:lvl2pPr>
      <a:lvl3pPr marL="912495" indent="914400" algn="l" defTabSz="914400" rtl="0">
        <a:lnSpc>
          <a:spcPct val="100000"/>
        </a:lnSpc>
        <a:spcBef>
          <a:spcPts val="0"/>
        </a:spcBef>
        <a:spcAft>
          <a:spcPts val="0"/>
        </a:spcAft>
        <a:buNone/>
        <a:defRPr lang="en-US" sz="1800" b="0" i="0">
          <a:solidFill>
            <a:schemeClr val="dk1"/>
          </a:solidFill>
          <a:latin typeface="Arial"/>
          <a:ea typeface="Arial"/>
        </a:defRPr>
      </a:lvl3pPr>
      <a:lvl4pPr marL="1369695" indent="1371600" algn="l" defTabSz="914400" rtl="0">
        <a:lnSpc>
          <a:spcPct val="100000"/>
        </a:lnSpc>
        <a:spcBef>
          <a:spcPts val="0"/>
        </a:spcBef>
        <a:spcAft>
          <a:spcPts val="0"/>
        </a:spcAft>
        <a:buNone/>
        <a:defRPr lang="en-US" sz="1800" b="0" i="0">
          <a:solidFill>
            <a:schemeClr val="dk1"/>
          </a:solidFill>
          <a:latin typeface="Arial"/>
          <a:ea typeface="Arial"/>
        </a:defRPr>
      </a:lvl4pPr>
      <a:lvl5pPr marL="1826895" indent="1828800" algn="l" defTabSz="914400" rtl="0">
        <a:lnSpc>
          <a:spcPct val="100000"/>
        </a:lnSpc>
        <a:spcBef>
          <a:spcPts val="0"/>
        </a:spcBef>
        <a:spcAft>
          <a:spcPts val="0"/>
        </a:spcAft>
        <a:buNone/>
        <a:defRPr lang="en-US" sz="1800" b="0" i="0">
          <a:solidFill>
            <a:schemeClr val="dk1"/>
          </a:solidFill>
          <a:latin typeface="Arial"/>
          <a:ea typeface="Arial"/>
        </a:defRPr>
      </a:lvl5pPr>
      <a:lvl6pPr>
        <a:defRPr lang="en-US" sz="1800"/>
      </a:lvl6pPr>
      <a:lvl7pPr>
        <a:defRPr lang="en-US" sz="1800"/>
      </a:lvl7pPr>
      <a:lvl8pPr>
        <a:defRPr lang="en-US" sz="1800"/>
      </a:lvl8pPr>
      <a:lvl9pPr>
        <a:defRPr lang="en-US" sz="1800"/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27300753" name="Title Placeholder 21"/>
          <p:cNvSpPr>
            <a:spLocks noGrp="1" noChangeShapeType="1"/>
          </p:cNvSpPr>
          <p:nvPr>
            <p:ph type="title"/>
          </p:nvPr>
        </p:nvSpPr>
        <p:spPr bwMode="auto">
          <a:xfrm>
            <a:off x="457200" y="274637"/>
            <a:ext cx="8229600" cy="1143000"/>
          </a:xfrm>
          <a:prstGeom prst="rect">
            <a:avLst/>
          </a:prstGeom>
          <a:noFill/>
        </p:spPr>
        <p:txBody>
          <a:bodyPr lIns="91423" tIns="45711" rIns="91423" bIns="45711" anchor="ctr" anchorCtr="0"/>
          <a:lstStyle/>
          <a:p>
            <a:pPr marL="0" lvl="0" indent="0">
              <a:spcBef>
                <a:spcPts val="0"/>
              </a:spcBef>
              <a:buNone/>
              <a:defRPr/>
            </a:pPr>
            <a:r>
              <a:t>Click to edit Master title style</a:t>
            </a:r>
          </a:p>
        </p:txBody>
      </p:sp>
      <p:sp>
        <p:nvSpPr>
          <p:cNvPr id="1832482961" name="Text Placeholder 12"/>
          <p:cNvSpPr>
            <a:spLocks noGrp="1" noChangeShapeType="1"/>
          </p:cNvSpPr>
          <p:nvPr>
            <p:ph type="body" idx="1"/>
          </p:nvPr>
        </p:nvSpPr>
        <p:spPr bwMode="auto">
          <a:xfrm>
            <a:off x="457200" y="1600200"/>
            <a:ext cx="8229600" cy="4708525"/>
          </a:xfrm>
          <a:prstGeom prst="rect">
            <a:avLst/>
          </a:prstGeom>
          <a:noFill/>
        </p:spPr>
        <p:txBody>
          <a:bodyPr lIns="91423" tIns="45711" rIns="91423" bIns="45711"/>
          <a:lstStyle>
            <a:lvl1pPr marL="546100" indent="136525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9F9F9"/>
              </a:buClr>
              <a:buSzPct val="65000"/>
              <a:buChar char=""/>
              <a:defRPr sz="2800" b="0" i="0">
                <a:solidFill>
                  <a:schemeClr val="dk1"/>
                </a:solidFill>
                <a:latin typeface="Book Antiqua"/>
              </a:defRPr>
            </a:lvl1pPr>
            <a:lvl2pPr marL="866775" indent="58547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80000"/>
              <a:buChar char=""/>
              <a:defRPr sz="2400" b="0" i="0">
                <a:solidFill>
                  <a:schemeClr val="dk1"/>
                </a:solidFill>
                <a:latin typeface="Book Antiqua"/>
              </a:defRPr>
            </a:lvl2pPr>
            <a:lvl3pPr marL="1131570" indent="904875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95000"/>
              <a:buChar char=""/>
              <a:defRPr sz="2200" b="0" i="0">
                <a:solidFill>
                  <a:schemeClr val="dk1"/>
                </a:solidFill>
                <a:latin typeface="Book Antiqua"/>
              </a:defRPr>
            </a:lvl3pPr>
            <a:lvl4pPr marL="1350645" indent="116967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00000"/>
              <a:buChar char=""/>
              <a:defRPr sz="2000" b="0" i="0">
                <a:solidFill>
                  <a:schemeClr val="dk1"/>
                </a:solidFill>
                <a:latin typeface="Book Antiqua"/>
              </a:defRPr>
            </a:lvl4pPr>
            <a:lvl5pPr marL="1543050" indent="1362075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00000"/>
              <a:buChar char=""/>
              <a:defRPr sz="2000" b="0" i="0">
                <a:solidFill>
                  <a:schemeClr val="dk1"/>
                </a:solidFill>
                <a:latin typeface="Book Antiqua"/>
              </a:defRPr>
            </a:lvl5pPr>
          </a:lstStyle>
          <a:p>
            <a:pPr marL="546100" lvl="0" indent="-409575">
              <a:spcBef>
                <a:spcPts val="0"/>
              </a:spcBef>
              <a:buClr>
                <a:srgbClr val="F9F9F9"/>
              </a:buClr>
              <a:buSzPct val="65000"/>
              <a:buFont typeface="Wingdings 2"/>
              <a:buChar char=""/>
              <a:defRPr/>
            </a:pPr>
            <a:r>
              <a:t>Click to edit Master text styles</a:t>
            </a:r>
          </a:p>
          <a:p>
            <a:pPr marL="866775" lvl="1" indent="-281305">
              <a:spcBef>
                <a:spcPts val="0"/>
              </a:spcBef>
              <a:buClr>
                <a:srgbClr val="FFFFFF"/>
              </a:buClr>
              <a:buSzPct val="80000"/>
              <a:buChar char=""/>
              <a:defRPr/>
            </a:pPr>
            <a:r>
              <a:t>Second level</a:t>
            </a:r>
          </a:p>
          <a:p>
            <a:pPr marL="1131570" lvl="2" indent="-226695">
              <a:spcBef>
                <a:spcPts val="0"/>
              </a:spcBef>
              <a:buClr>
                <a:srgbClr val="FFFFFF"/>
              </a:buClr>
              <a:buSzPct val="95000"/>
              <a:buFont typeface="Wingdings"/>
              <a:buChar char=""/>
              <a:defRPr/>
            </a:pPr>
            <a:r>
              <a:t>Third level</a:t>
            </a:r>
          </a:p>
          <a:p>
            <a:pPr marL="1350645" lvl="3" indent="-180975">
              <a:spcBef>
                <a:spcPts val="0"/>
              </a:spcBef>
              <a:buClr>
                <a:srgbClr val="FFFFFF"/>
              </a:buClr>
              <a:buSzPct val="100000"/>
              <a:buFont typeface="Wingdings 3"/>
              <a:buChar char=""/>
              <a:defRPr/>
            </a:pPr>
            <a:r>
              <a:t>Fourth level</a:t>
            </a:r>
          </a:p>
          <a:p>
            <a:pPr marL="1543050" lvl="4" indent="-180975">
              <a:spcBef>
                <a:spcPts val="0"/>
              </a:spcBef>
              <a:buClr>
                <a:srgbClr val="FFFFFF"/>
              </a:buClr>
              <a:buSzPct val="100000"/>
              <a:buFont typeface="Wingdings 2"/>
              <a:buChar char=""/>
              <a:defRPr/>
            </a:pPr>
            <a:r>
              <a:t>Fifth level</a:t>
            </a:r>
          </a:p>
        </p:txBody>
      </p:sp>
      <p:sp>
        <p:nvSpPr>
          <p:cNvPr id="1494841658" name="Date Placeholder 13"/>
          <p:cNvSpPr>
            <a:spLocks noGrp="1" noChangeShapeType="1"/>
          </p:cNvSpPr>
          <p:nvPr>
            <p:ph type="dt" idx="2"/>
          </p:nvPr>
        </p:nvSpPr>
        <p:spPr bwMode="auto">
          <a:xfrm>
            <a:off x="457200" y="6416675"/>
            <a:ext cx="2133600" cy="365125"/>
          </a:xfrm>
          <a:prstGeom prst="rect">
            <a:avLst/>
          </a:prstGeom>
          <a:noFill/>
        </p:spPr>
        <p:txBody>
          <a:bodyPr lIns="91423" tIns="45711" rIns="91423" bIns="45711" anchor="b"/>
          <a:lstStyle/>
          <a:p>
            <a:pPr>
              <a:defRPr/>
            </a:pPr>
            <a:endParaRPr sz="1400"/>
          </a:p>
        </p:txBody>
      </p:sp>
      <p:sp>
        <p:nvSpPr>
          <p:cNvPr id="659687994" name="Footer Placeholder 2"/>
          <p:cNvSpPr>
            <a:spLocks noGrp="1" noChangeShapeType="1"/>
          </p:cNvSpPr>
          <p:nvPr>
            <p:ph type="ftr" idx="3"/>
          </p:nvPr>
        </p:nvSpPr>
        <p:spPr bwMode="auto">
          <a:xfrm>
            <a:off x="3124200" y="6416675"/>
            <a:ext cx="2895600" cy="365125"/>
          </a:xfrm>
          <a:prstGeom prst="rect">
            <a:avLst/>
          </a:prstGeom>
          <a:noFill/>
        </p:spPr>
        <p:txBody>
          <a:bodyPr lIns="91423" tIns="45711" rIns="91423" bIns="45711" anchor="b"/>
          <a:lstStyle/>
          <a:p>
            <a:pPr>
              <a:defRPr/>
            </a:pPr>
            <a:endParaRPr sz="1400"/>
          </a:p>
        </p:txBody>
      </p:sp>
      <p:sp>
        <p:nvSpPr>
          <p:cNvPr id="732836426" name="Slide Number Placeholder 22"/>
          <p:cNvSpPr>
            <a:spLocks noGrp="1" noChangeShapeType="1"/>
          </p:cNvSpPr>
          <p:nvPr>
            <p:ph type="sldNum" idx="4"/>
          </p:nvPr>
        </p:nvSpPr>
        <p:spPr bwMode="auto">
          <a:xfrm>
            <a:off x="7924800" y="6416675"/>
            <a:ext cx="762000" cy="365125"/>
          </a:xfrm>
          <a:prstGeom prst="rect">
            <a:avLst/>
          </a:prstGeom>
          <a:noFill/>
        </p:spPr>
        <p:txBody>
          <a:bodyPr lIns="0" tIns="45711" rIns="0" bIns="45711" anchor="b"/>
          <a:lstStyle>
            <a:lvl1pPr mar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Book Antiqua"/>
              </a:defRPr>
            </a:lvl1pPr>
            <a:lvl2pPr marL="455295" indent="455295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Book Antiqua"/>
              </a:defRPr>
            </a:lvl2pPr>
            <a:lvl3pPr marL="912495" indent="912495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Book Antiqua"/>
              </a:defRPr>
            </a:lvl3pPr>
            <a:lvl4pPr marL="1369695" indent="1369695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Book Antiqua"/>
              </a:defRPr>
            </a:lvl4pPr>
            <a:lvl5pPr marL="1826895" indent="1826895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Book Antiqua"/>
              </a:defRPr>
            </a:lvl5pPr>
          </a:lstStyle>
          <a:p>
            <a:pPr marL="0" lvl="0" indent="0" algn="r">
              <a:spcBef>
                <a:spcPts val="0"/>
              </a:spcBef>
              <a:buNone/>
              <a:defRPr/>
            </a:pPr>
            <a:fld id="{D038279B-FC19-497E-A7D1-5ADD9CAF016F}" type="slidenum">
              <a:rPr lang="en-GB" sz="1200" b="1" i="0" u="none">
                <a:solidFill>
                  <a:srgbClr val="BCBCBC"/>
                </a:solidFill>
              </a:rPr>
            </a:fld>
            <a:endParaRPr lang="en-GB" sz="1200" b="1" i="0" u="none">
              <a:solidFill>
                <a:srgbClr val="BCBCBC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2" r:id="rId1"/>
    <p:sldLayoutId id="2147483683" r:id="rId2"/>
  </p:sldLayoutIdLst>
  <p:txStyles>
    <p:titleStyle>
      <a:lvl1pPr marL="0" indent="0" algn="ctr" defTabSz="914400" rtl="0">
        <a:lnSpc>
          <a:spcPct val="100000"/>
        </a:lnSpc>
        <a:spcBef>
          <a:spcPts val="0"/>
        </a:spcBef>
        <a:spcAft>
          <a:spcPts val="0"/>
        </a:spcAft>
        <a:buNone/>
        <a:defRPr lang="en-US" sz="4100" b="1" i="0">
          <a:solidFill>
            <a:schemeClr val="dk1"/>
          </a:solidFill>
          <a:latin typeface="Lucida Sans"/>
        </a:defRPr>
      </a:lvl1pPr>
      <a:lvl2pPr marL="0" indent="0" algn="ctr" defTabSz="914400" rtl="0">
        <a:lnSpc>
          <a:spcPct val="100000"/>
        </a:lnSpc>
        <a:spcBef>
          <a:spcPts val="0"/>
        </a:spcBef>
        <a:spcAft>
          <a:spcPts val="0"/>
        </a:spcAft>
        <a:buNone/>
        <a:defRPr lang="en-US" sz="4100" b="1" i="0">
          <a:solidFill>
            <a:schemeClr val="dk1"/>
          </a:solidFill>
          <a:latin typeface="Lucida Sans"/>
        </a:defRPr>
      </a:lvl2pPr>
      <a:lvl3pPr marL="0" indent="0" algn="ctr" defTabSz="914400" rtl="0">
        <a:lnSpc>
          <a:spcPct val="100000"/>
        </a:lnSpc>
        <a:spcBef>
          <a:spcPts val="0"/>
        </a:spcBef>
        <a:spcAft>
          <a:spcPts val="0"/>
        </a:spcAft>
        <a:buNone/>
        <a:defRPr lang="en-US" sz="4100" b="1" i="0">
          <a:solidFill>
            <a:schemeClr val="dk1"/>
          </a:solidFill>
          <a:latin typeface="Lucida Sans"/>
        </a:defRPr>
      </a:lvl3pPr>
      <a:lvl4pPr marL="0" indent="0" algn="ctr" defTabSz="914400" rtl="0">
        <a:lnSpc>
          <a:spcPct val="100000"/>
        </a:lnSpc>
        <a:spcBef>
          <a:spcPts val="0"/>
        </a:spcBef>
        <a:spcAft>
          <a:spcPts val="0"/>
        </a:spcAft>
        <a:buNone/>
        <a:defRPr lang="en-US" sz="4100" b="1" i="0">
          <a:solidFill>
            <a:schemeClr val="dk1"/>
          </a:solidFill>
          <a:latin typeface="Lucida Sans"/>
        </a:defRPr>
      </a:lvl4pPr>
      <a:lvl5pPr marL="0" indent="0" algn="ctr" defTabSz="914400" rtl="0">
        <a:lnSpc>
          <a:spcPct val="100000"/>
        </a:lnSpc>
        <a:spcBef>
          <a:spcPts val="0"/>
        </a:spcBef>
        <a:spcAft>
          <a:spcPts val="0"/>
        </a:spcAft>
        <a:buNone/>
        <a:defRPr lang="en-US" sz="4100" b="1" i="0">
          <a:solidFill>
            <a:schemeClr val="dk1"/>
          </a:solidFill>
          <a:latin typeface="Lucida Sans"/>
        </a:defRPr>
      </a:lvl5pPr>
      <a:lvl6pPr>
        <a:defRPr lang="en-US" sz="1800"/>
      </a:lvl6pPr>
      <a:lvl7pPr>
        <a:defRPr lang="en-US" sz="1800"/>
      </a:lvl7pPr>
      <a:lvl8pPr>
        <a:defRPr lang="en-US" sz="1800"/>
      </a:lvl8pPr>
      <a:lvl9pPr>
        <a:defRPr lang="en-US" sz="1800"/>
      </a:lvl9pPr>
    </p:titleStyle>
    <p:bodyStyle>
      <a:lvl1pPr marL="546100" indent="136525" algn="l" defTabSz="914400" rtl="0">
        <a:lnSpc>
          <a:spcPct val="100000"/>
        </a:lnSpc>
        <a:spcBef>
          <a:spcPts val="0"/>
        </a:spcBef>
        <a:spcAft>
          <a:spcPts val="0"/>
        </a:spcAft>
        <a:buClr>
          <a:srgbClr val="F9F9F9"/>
        </a:buClr>
        <a:buSzPct val="65000"/>
        <a:buFont typeface="Wingdings 2"/>
        <a:buChar char=""/>
        <a:defRPr lang="en-US" sz="2800" b="0" i="0">
          <a:solidFill>
            <a:schemeClr val="dk1"/>
          </a:solidFill>
          <a:latin typeface="Book Antiqua"/>
        </a:defRPr>
      </a:lvl1pPr>
      <a:lvl2pPr marL="866775" indent="585470" algn="l" defTabSz="914400" rtl="0">
        <a:lnSpc>
          <a:spcPct val="100000"/>
        </a:lnSpc>
        <a:spcBef>
          <a:spcPts val="0"/>
        </a:spcBef>
        <a:spcAft>
          <a:spcPts val="0"/>
        </a:spcAft>
        <a:buClr>
          <a:srgbClr val="FFFFFF"/>
        </a:buClr>
        <a:buSzPct val="80000"/>
        <a:buChar char=""/>
        <a:defRPr lang="en-US" sz="2400" b="0" i="0">
          <a:solidFill>
            <a:schemeClr val="dk1"/>
          </a:solidFill>
          <a:latin typeface="Book Antiqua"/>
        </a:defRPr>
      </a:lvl2pPr>
      <a:lvl3pPr marL="1131570" indent="904875" algn="l" defTabSz="914400" rtl="0">
        <a:lnSpc>
          <a:spcPct val="100000"/>
        </a:lnSpc>
        <a:spcBef>
          <a:spcPts val="0"/>
        </a:spcBef>
        <a:spcAft>
          <a:spcPts val="0"/>
        </a:spcAft>
        <a:buClr>
          <a:srgbClr val="FFFFFF"/>
        </a:buClr>
        <a:buSzPct val="95000"/>
        <a:buFont typeface="Wingdings"/>
        <a:buChar char=""/>
        <a:defRPr lang="en-US" sz="2200" b="0" i="0">
          <a:solidFill>
            <a:schemeClr val="dk1"/>
          </a:solidFill>
          <a:latin typeface="Book Antiqua"/>
        </a:defRPr>
      </a:lvl3pPr>
      <a:lvl4pPr marL="1350645" indent="1169670" algn="l" defTabSz="914400" rtl="0">
        <a:lnSpc>
          <a:spcPct val="100000"/>
        </a:lnSpc>
        <a:spcBef>
          <a:spcPts val="0"/>
        </a:spcBef>
        <a:spcAft>
          <a:spcPts val="0"/>
        </a:spcAft>
        <a:buClr>
          <a:srgbClr val="FFFFFF"/>
        </a:buClr>
        <a:buSzPct val="100000"/>
        <a:buFont typeface="Wingdings 3"/>
        <a:buChar char=""/>
        <a:defRPr lang="en-US" sz="2000" b="0" i="0">
          <a:solidFill>
            <a:schemeClr val="dk1"/>
          </a:solidFill>
          <a:latin typeface="Book Antiqua"/>
        </a:defRPr>
      </a:lvl4pPr>
      <a:lvl5pPr marL="1543050" indent="1362075" algn="l" defTabSz="914400" rtl="0">
        <a:lnSpc>
          <a:spcPct val="100000"/>
        </a:lnSpc>
        <a:spcBef>
          <a:spcPts val="0"/>
        </a:spcBef>
        <a:spcAft>
          <a:spcPts val="0"/>
        </a:spcAft>
        <a:buClr>
          <a:srgbClr val="FFFFFF"/>
        </a:buClr>
        <a:buSzPct val="100000"/>
        <a:buFont typeface="Wingdings 2"/>
        <a:buChar char=""/>
        <a:defRPr lang="en-US" sz="2000" b="0" i="0">
          <a:solidFill>
            <a:schemeClr val="dk1"/>
          </a:solidFill>
          <a:latin typeface="Book Antiqua"/>
        </a:defRPr>
      </a:lvl5pPr>
      <a:lvl6pPr>
        <a:defRPr lang="en-US" sz="1800"/>
      </a:lvl6pPr>
      <a:lvl7pPr>
        <a:defRPr lang="en-US" sz="1800"/>
      </a:lvl7pPr>
      <a:lvl8pPr>
        <a:defRPr lang="en-US" sz="1800"/>
      </a:lvl8pPr>
      <a:lvl9pPr>
        <a:defRPr lang="en-US" sz="1800"/>
      </a:lvl9pPr>
    </p:bodyStyle>
    <p:otherStyle>
      <a:lvl1pPr marL="0" indent="0" algn="l" defTabSz="914400" rtl="0">
        <a:lnSpc>
          <a:spcPct val="100000"/>
        </a:lnSpc>
        <a:spcBef>
          <a:spcPts val="0"/>
        </a:spcBef>
        <a:spcAft>
          <a:spcPts val="0"/>
        </a:spcAft>
        <a:buNone/>
        <a:defRPr lang="en-US" sz="1800" b="0" i="0">
          <a:solidFill>
            <a:schemeClr val="dk1"/>
          </a:solidFill>
          <a:latin typeface="Arial"/>
          <a:ea typeface="Arial"/>
        </a:defRPr>
      </a:lvl1pPr>
      <a:lvl2pPr marL="455295" indent="457200" algn="l" defTabSz="914400" rtl="0">
        <a:lnSpc>
          <a:spcPct val="100000"/>
        </a:lnSpc>
        <a:spcBef>
          <a:spcPts val="0"/>
        </a:spcBef>
        <a:spcAft>
          <a:spcPts val="0"/>
        </a:spcAft>
        <a:buNone/>
        <a:defRPr lang="en-US" sz="1800" b="0" i="0">
          <a:solidFill>
            <a:schemeClr val="dk1"/>
          </a:solidFill>
          <a:latin typeface="Arial"/>
          <a:ea typeface="Arial"/>
        </a:defRPr>
      </a:lvl2pPr>
      <a:lvl3pPr marL="912495" indent="914400" algn="l" defTabSz="914400" rtl="0">
        <a:lnSpc>
          <a:spcPct val="100000"/>
        </a:lnSpc>
        <a:spcBef>
          <a:spcPts val="0"/>
        </a:spcBef>
        <a:spcAft>
          <a:spcPts val="0"/>
        </a:spcAft>
        <a:buNone/>
        <a:defRPr lang="en-US" sz="1800" b="0" i="0">
          <a:solidFill>
            <a:schemeClr val="dk1"/>
          </a:solidFill>
          <a:latin typeface="Arial"/>
          <a:ea typeface="Arial"/>
        </a:defRPr>
      </a:lvl3pPr>
      <a:lvl4pPr marL="1369695" indent="1371600" algn="l" defTabSz="914400" rtl="0">
        <a:lnSpc>
          <a:spcPct val="100000"/>
        </a:lnSpc>
        <a:spcBef>
          <a:spcPts val="0"/>
        </a:spcBef>
        <a:spcAft>
          <a:spcPts val="0"/>
        </a:spcAft>
        <a:buNone/>
        <a:defRPr lang="en-US" sz="1800" b="0" i="0">
          <a:solidFill>
            <a:schemeClr val="dk1"/>
          </a:solidFill>
          <a:latin typeface="Arial"/>
          <a:ea typeface="Arial"/>
        </a:defRPr>
      </a:lvl4pPr>
      <a:lvl5pPr marL="1826895" indent="1828800" algn="l" defTabSz="914400" rtl="0">
        <a:lnSpc>
          <a:spcPct val="100000"/>
        </a:lnSpc>
        <a:spcBef>
          <a:spcPts val="0"/>
        </a:spcBef>
        <a:spcAft>
          <a:spcPts val="0"/>
        </a:spcAft>
        <a:buNone/>
        <a:defRPr lang="en-US" sz="1800" b="0" i="0">
          <a:solidFill>
            <a:schemeClr val="dk1"/>
          </a:solidFill>
          <a:latin typeface="Arial"/>
          <a:ea typeface="Arial"/>
        </a:defRPr>
      </a:lvl5pPr>
      <a:lvl6pPr>
        <a:defRPr lang="en-US" sz="1800"/>
      </a:lvl6pPr>
      <a:lvl7pPr>
        <a:defRPr lang="en-US" sz="1800"/>
      </a:lvl7pPr>
      <a:lvl8pPr>
        <a:defRPr lang="en-US" sz="1800"/>
      </a:lvl8pPr>
      <a:lvl9pPr>
        <a:defRPr lang="en-US" sz="1800"/>
      </a:lvl9pPr>
    </p:otherStyle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60949085" name="Title Placeholder 21"/>
          <p:cNvSpPr>
            <a:spLocks noGrp="1" noChangeShapeType="1"/>
          </p:cNvSpPr>
          <p:nvPr>
            <p:ph type="title"/>
          </p:nvPr>
        </p:nvSpPr>
        <p:spPr bwMode="auto">
          <a:xfrm>
            <a:off x="457200" y="274637"/>
            <a:ext cx="8229600" cy="1143000"/>
          </a:xfrm>
          <a:prstGeom prst="rect">
            <a:avLst/>
          </a:prstGeom>
          <a:noFill/>
        </p:spPr>
        <p:txBody>
          <a:bodyPr lIns="91423" tIns="45711" rIns="91423" bIns="45711" anchor="ctr" anchorCtr="0"/>
          <a:lstStyle/>
          <a:p>
            <a:pPr marL="0" lvl="0" indent="0">
              <a:spcBef>
                <a:spcPts val="0"/>
              </a:spcBef>
              <a:buNone/>
              <a:defRPr/>
            </a:pPr>
            <a:r>
              <a:t>Click to edit Master title style</a:t>
            </a:r>
          </a:p>
        </p:txBody>
      </p:sp>
      <p:sp>
        <p:nvSpPr>
          <p:cNvPr id="826513890" name="Text Placeholder 12"/>
          <p:cNvSpPr>
            <a:spLocks noGrp="1" noChangeShapeType="1"/>
          </p:cNvSpPr>
          <p:nvPr>
            <p:ph type="body" idx="1"/>
          </p:nvPr>
        </p:nvSpPr>
        <p:spPr bwMode="auto">
          <a:xfrm>
            <a:off x="457200" y="1600200"/>
            <a:ext cx="8229600" cy="4708525"/>
          </a:xfrm>
          <a:prstGeom prst="rect">
            <a:avLst/>
          </a:prstGeom>
          <a:noFill/>
        </p:spPr>
        <p:txBody>
          <a:bodyPr lIns="91423" tIns="45711" rIns="91423" bIns="45711"/>
          <a:lstStyle>
            <a:lvl1pPr marL="546100" indent="136525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9F9F9"/>
              </a:buClr>
              <a:buSzPct val="65000"/>
              <a:buChar char=""/>
              <a:defRPr sz="2800" b="0" i="0">
                <a:solidFill>
                  <a:schemeClr val="dk1"/>
                </a:solidFill>
                <a:latin typeface="Book Antiqua"/>
              </a:defRPr>
            </a:lvl1pPr>
            <a:lvl2pPr marL="866775" indent="58547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80000"/>
              <a:buChar char=""/>
              <a:defRPr sz="2400" b="0" i="0">
                <a:solidFill>
                  <a:schemeClr val="dk1"/>
                </a:solidFill>
                <a:latin typeface="Book Antiqua"/>
              </a:defRPr>
            </a:lvl2pPr>
            <a:lvl3pPr marL="1131570" indent="904875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95000"/>
              <a:buChar char=""/>
              <a:defRPr sz="2200" b="0" i="0">
                <a:solidFill>
                  <a:schemeClr val="dk1"/>
                </a:solidFill>
                <a:latin typeface="Book Antiqua"/>
              </a:defRPr>
            </a:lvl3pPr>
            <a:lvl4pPr marL="1350645" indent="116967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00000"/>
              <a:buChar char=""/>
              <a:defRPr sz="2000" b="0" i="0">
                <a:solidFill>
                  <a:schemeClr val="dk1"/>
                </a:solidFill>
                <a:latin typeface="Book Antiqua"/>
              </a:defRPr>
            </a:lvl4pPr>
            <a:lvl5pPr marL="1543050" indent="1362075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00000"/>
              <a:buChar char=""/>
              <a:defRPr sz="2000" b="0" i="0">
                <a:solidFill>
                  <a:schemeClr val="dk1"/>
                </a:solidFill>
                <a:latin typeface="Book Antiqua"/>
              </a:defRPr>
            </a:lvl5pPr>
          </a:lstStyle>
          <a:p>
            <a:pPr marL="546100" lvl="0" indent="-409575">
              <a:spcBef>
                <a:spcPts val="0"/>
              </a:spcBef>
              <a:buClr>
                <a:srgbClr val="F9F9F9"/>
              </a:buClr>
              <a:buSzPct val="65000"/>
              <a:buFont typeface="Wingdings 2"/>
              <a:buChar char=""/>
              <a:defRPr/>
            </a:pPr>
            <a:r>
              <a:t>Click to edit Master text styles</a:t>
            </a:r>
          </a:p>
          <a:p>
            <a:pPr marL="866775" lvl="1" indent="-281305">
              <a:spcBef>
                <a:spcPts val="0"/>
              </a:spcBef>
              <a:buClr>
                <a:srgbClr val="FFFFFF"/>
              </a:buClr>
              <a:buSzPct val="80000"/>
              <a:buChar char=""/>
              <a:defRPr/>
            </a:pPr>
            <a:r>
              <a:t>Second level</a:t>
            </a:r>
          </a:p>
          <a:p>
            <a:pPr marL="1131570" lvl="2" indent="-226695">
              <a:spcBef>
                <a:spcPts val="0"/>
              </a:spcBef>
              <a:buClr>
                <a:srgbClr val="FFFFFF"/>
              </a:buClr>
              <a:buSzPct val="95000"/>
              <a:buFont typeface="Wingdings"/>
              <a:buChar char=""/>
              <a:defRPr/>
            </a:pPr>
            <a:r>
              <a:t>Third level</a:t>
            </a:r>
          </a:p>
          <a:p>
            <a:pPr marL="1350645" lvl="3" indent="-180975">
              <a:spcBef>
                <a:spcPts val="0"/>
              </a:spcBef>
              <a:buClr>
                <a:srgbClr val="FFFFFF"/>
              </a:buClr>
              <a:buSzPct val="100000"/>
              <a:buFont typeface="Wingdings 3"/>
              <a:buChar char=""/>
              <a:defRPr/>
            </a:pPr>
            <a:r>
              <a:t>Fourth level</a:t>
            </a:r>
          </a:p>
          <a:p>
            <a:pPr marL="1543050" lvl="4" indent="-180975">
              <a:spcBef>
                <a:spcPts val="0"/>
              </a:spcBef>
              <a:buClr>
                <a:srgbClr val="FFFFFF"/>
              </a:buClr>
              <a:buSzPct val="100000"/>
              <a:buFont typeface="Wingdings 2"/>
              <a:buChar char=""/>
              <a:defRPr/>
            </a:pPr>
            <a:r>
              <a:t>Fifth level</a:t>
            </a:r>
          </a:p>
        </p:txBody>
      </p:sp>
      <p:sp>
        <p:nvSpPr>
          <p:cNvPr id="1415079134" name="Date Placeholder 13"/>
          <p:cNvSpPr>
            <a:spLocks noGrp="1" noChangeShapeType="1"/>
          </p:cNvSpPr>
          <p:nvPr>
            <p:ph type="dt" idx="2"/>
          </p:nvPr>
        </p:nvSpPr>
        <p:spPr bwMode="auto">
          <a:xfrm>
            <a:off x="457200" y="6416675"/>
            <a:ext cx="2133600" cy="365125"/>
          </a:xfrm>
          <a:prstGeom prst="rect">
            <a:avLst/>
          </a:prstGeom>
          <a:noFill/>
        </p:spPr>
        <p:txBody>
          <a:bodyPr lIns="91423" tIns="45711" rIns="91423" bIns="45711" anchor="b"/>
          <a:lstStyle/>
          <a:p>
            <a:pPr>
              <a:defRPr/>
            </a:pPr>
            <a:endParaRPr sz="1400"/>
          </a:p>
        </p:txBody>
      </p:sp>
      <p:sp>
        <p:nvSpPr>
          <p:cNvPr id="740301902" name="Footer Placeholder 2"/>
          <p:cNvSpPr>
            <a:spLocks noGrp="1" noChangeShapeType="1"/>
          </p:cNvSpPr>
          <p:nvPr>
            <p:ph type="ftr" idx="3"/>
          </p:nvPr>
        </p:nvSpPr>
        <p:spPr bwMode="auto">
          <a:xfrm>
            <a:off x="3124200" y="6416675"/>
            <a:ext cx="2895600" cy="365125"/>
          </a:xfrm>
          <a:prstGeom prst="rect">
            <a:avLst/>
          </a:prstGeom>
          <a:noFill/>
        </p:spPr>
        <p:txBody>
          <a:bodyPr lIns="91423" tIns="45711" rIns="91423" bIns="45711" anchor="b"/>
          <a:lstStyle/>
          <a:p>
            <a:pPr>
              <a:defRPr/>
            </a:pPr>
            <a:endParaRPr sz="1400"/>
          </a:p>
        </p:txBody>
      </p:sp>
      <p:sp>
        <p:nvSpPr>
          <p:cNvPr id="1510994327" name="Slide Number Placeholder 22"/>
          <p:cNvSpPr>
            <a:spLocks noGrp="1" noChangeShapeType="1"/>
          </p:cNvSpPr>
          <p:nvPr>
            <p:ph type="sldNum" idx="4"/>
          </p:nvPr>
        </p:nvSpPr>
        <p:spPr bwMode="auto">
          <a:xfrm>
            <a:off x="7924800" y="6416675"/>
            <a:ext cx="762000" cy="365125"/>
          </a:xfrm>
          <a:prstGeom prst="rect">
            <a:avLst/>
          </a:prstGeom>
          <a:noFill/>
        </p:spPr>
        <p:txBody>
          <a:bodyPr lIns="0" tIns="45711" rIns="0" bIns="45711" anchor="b"/>
          <a:lstStyle>
            <a:lvl1pPr mar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Book Antiqua"/>
              </a:defRPr>
            </a:lvl1pPr>
            <a:lvl2pPr marL="455295" indent="455295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Book Antiqua"/>
              </a:defRPr>
            </a:lvl2pPr>
            <a:lvl3pPr marL="912495" indent="912495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Book Antiqua"/>
              </a:defRPr>
            </a:lvl3pPr>
            <a:lvl4pPr marL="1369695" indent="1369695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Book Antiqua"/>
              </a:defRPr>
            </a:lvl4pPr>
            <a:lvl5pPr marL="1826895" indent="1826895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Book Antiqua"/>
              </a:defRPr>
            </a:lvl5pPr>
          </a:lstStyle>
          <a:p>
            <a:pPr marL="0" lvl="0" indent="0" algn="r">
              <a:spcBef>
                <a:spcPts val="0"/>
              </a:spcBef>
              <a:buNone/>
              <a:defRPr/>
            </a:pPr>
            <a:fld id="{D038279B-FC19-497E-A7D1-5ADD9CAF016F}" type="slidenum">
              <a:rPr lang="en-GB" sz="1200" b="1" i="0" u="none">
                <a:solidFill>
                  <a:srgbClr val="BCBCBC"/>
                </a:solidFill>
              </a:rPr>
            </a:fld>
            <a:endParaRPr lang="en-GB" sz="1200" b="1" i="0" u="none">
              <a:solidFill>
                <a:srgbClr val="BCBCBC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</p:sldLayoutIdLst>
  <p:txStyles>
    <p:titleStyle>
      <a:lvl1pPr marL="0" indent="0" algn="ctr" defTabSz="914400" rtl="0">
        <a:lnSpc>
          <a:spcPct val="100000"/>
        </a:lnSpc>
        <a:spcBef>
          <a:spcPts val="0"/>
        </a:spcBef>
        <a:spcAft>
          <a:spcPts val="0"/>
        </a:spcAft>
        <a:buNone/>
        <a:defRPr lang="en-US" sz="4100" b="1" i="0">
          <a:solidFill>
            <a:schemeClr val="dk1"/>
          </a:solidFill>
          <a:latin typeface="Lucida Sans"/>
        </a:defRPr>
      </a:lvl1pPr>
      <a:lvl2pPr marL="0" indent="0" algn="ctr" defTabSz="914400" rtl="0">
        <a:lnSpc>
          <a:spcPct val="100000"/>
        </a:lnSpc>
        <a:spcBef>
          <a:spcPts val="0"/>
        </a:spcBef>
        <a:spcAft>
          <a:spcPts val="0"/>
        </a:spcAft>
        <a:buNone/>
        <a:defRPr lang="en-US" sz="4100" b="1" i="0">
          <a:solidFill>
            <a:schemeClr val="dk1"/>
          </a:solidFill>
          <a:latin typeface="Lucida Sans"/>
        </a:defRPr>
      </a:lvl2pPr>
      <a:lvl3pPr marL="0" indent="0" algn="ctr" defTabSz="914400" rtl="0">
        <a:lnSpc>
          <a:spcPct val="100000"/>
        </a:lnSpc>
        <a:spcBef>
          <a:spcPts val="0"/>
        </a:spcBef>
        <a:spcAft>
          <a:spcPts val="0"/>
        </a:spcAft>
        <a:buNone/>
        <a:defRPr lang="en-US" sz="4100" b="1" i="0">
          <a:solidFill>
            <a:schemeClr val="dk1"/>
          </a:solidFill>
          <a:latin typeface="Lucida Sans"/>
        </a:defRPr>
      </a:lvl3pPr>
      <a:lvl4pPr marL="0" indent="0" algn="ctr" defTabSz="914400" rtl="0">
        <a:lnSpc>
          <a:spcPct val="100000"/>
        </a:lnSpc>
        <a:spcBef>
          <a:spcPts val="0"/>
        </a:spcBef>
        <a:spcAft>
          <a:spcPts val="0"/>
        </a:spcAft>
        <a:buNone/>
        <a:defRPr lang="en-US" sz="4100" b="1" i="0">
          <a:solidFill>
            <a:schemeClr val="dk1"/>
          </a:solidFill>
          <a:latin typeface="Lucida Sans"/>
        </a:defRPr>
      </a:lvl4pPr>
      <a:lvl5pPr marL="0" indent="0" algn="ctr" defTabSz="914400" rtl="0">
        <a:lnSpc>
          <a:spcPct val="100000"/>
        </a:lnSpc>
        <a:spcBef>
          <a:spcPts val="0"/>
        </a:spcBef>
        <a:spcAft>
          <a:spcPts val="0"/>
        </a:spcAft>
        <a:buNone/>
        <a:defRPr lang="en-US" sz="4100" b="1" i="0">
          <a:solidFill>
            <a:schemeClr val="dk1"/>
          </a:solidFill>
          <a:latin typeface="Lucida Sans"/>
        </a:defRPr>
      </a:lvl5pPr>
      <a:lvl6pPr>
        <a:defRPr lang="en-US" sz="1800"/>
      </a:lvl6pPr>
      <a:lvl7pPr>
        <a:defRPr lang="en-US" sz="1800"/>
      </a:lvl7pPr>
      <a:lvl8pPr>
        <a:defRPr lang="en-US" sz="1800"/>
      </a:lvl8pPr>
      <a:lvl9pPr>
        <a:defRPr lang="en-US" sz="1800"/>
      </a:lvl9pPr>
    </p:titleStyle>
    <p:bodyStyle>
      <a:lvl1pPr marL="546100" indent="136525" algn="l" defTabSz="914400" rtl="0">
        <a:lnSpc>
          <a:spcPct val="100000"/>
        </a:lnSpc>
        <a:spcBef>
          <a:spcPts val="0"/>
        </a:spcBef>
        <a:spcAft>
          <a:spcPts val="0"/>
        </a:spcAft>
        <a:buClr>
          <a:srgbClr val="F9F9F9"/>
        </a:buClr>
        <a:buSzPct val="65000"/>
        <a:buFont typeface="Wingdings 2"/>
        <a:buChar char=""/>
        <a:defRPr lang="en-US" sz="2800" b="0" i="0">
          <a:solidFill>
            <a:schemeClr val="dk1"/>
          </a:solidFill>
          <a:latin typeface="Book Antiqua"/>
        </a:defRPr>
      </a:lvl1pPr>
      <a:lvl2pPr marL="866775" indent="585470" algn="l" defTabSz="914400" rtl="0">
        <a:lnSpc>
          <a:spcPct val="100000"/>
        </a:lnSpc>
        <a:spcBef>
          <a:spcPts val="0"/>
        </a:spcBef>
        <a:spcAft>
          <a:spcPts val="0"/>
        </a:spcAft>
        <a:buClr>
          <a:srgbClr val="FFFFFF"/>
        </a:buClr>
        <a:buSzPct val="80000"/>
        <a:buChar char=""/>
        <a:defRPr lang="en-US" sz="2400" b="0" i="0">
          <a:solidFill>
            <a:schemeClr val="dk1"/>
          </a:solidFill>
          <a:latin typeface="Book Antiqua"/>
        </a:defRPr>
      </a:lvl2pPr>
      <a:lvl3pPr marL="1131570" indent="904875" algn="l" defTabSz="914400" rtl="0">
        <a:lnSpc>
          <a:spcPct val="100000"/>
        </a:lnSpc>
        <a:spcBef>
          <a:spcPts val="0"/>
        </a:spcBef>
        <a:spcAft>
          <a:spcPts val="0"/>
        </a:spcAft>
        <a:buClr>
          <a:srgbClr val="FFFFFF"/>
        </a:buClr>
        <a:buSzPct val="95000"/>
        <a:buFont typeface="Wingdings"/>
        <a:buChar char=""/>
        <a:defRPr lang="en-US" sz="2200" b="0" i="0">
          <a:solidFill>
            <a:schemeClr val="dk1"/>
          </a:solidFill>
          <a:latin typeface="Book Antiqua"/>
        </a:defRPr>
      </a:lvl3pPr>
      <a:lvl4pPr marL="1350645" indent="1169670" algn="l" defTabSz="914400" rtl="0">
        <a:lnSpc>
          <a:spcPct val="100000"/>
        </a:lnSpc>
        <a:spcBef>
          <a:spcPts val="0"/>
        </a:spcBef>
        <a:spcAft>
          <a:spcPts val="0"/>
        </a:spcAft>
        <a:buClr>
          <a:srgbClr val="FFFFFF"/>
        </a:buClr>
        <a:buSzPct val="100000"/>
        <a:buFont typeface="Wingdings 3"/>
        <a:buChar char=""/>
        <a:defRPr lang="en-US" sz="2000" b="0" i="0">
          <a:solidFill>
            <a:schemeClr val="dk1"/>
          </a:solidFill>
          <a:latin typeface="Book Antiqua"/>
        </a:defRPr>
      </a:lvl4pPr>
      <a:lvl5pPr marL="1543050" indent="1362075" algn="l" defTabSz="914400" rtl="0">
        <a:lnSpc>
          <a:spcPct val="100000"/>
        </a:lnSpc>
        <a:spcBef>
          <a:spcPts val="0"/>
        </a:spcBef>
        <a:spcAft>
          <a:spcPts val="0"/>
        </a:spcAft>
        <a:buClr>
          <a:srgbClr val="FFFFFF"/>
        </a:buClr>
        <a:buSzPct val="100000"/>
        <a:buFont typeface="Wingdings 2"/>
        <a:buChar char=""/>
        <a:defRPr lang="en-US" sz="2000" b="0" i="0">
          <a:solidFill>
            <a:schemeClr val="dk1"/>
          </a:solidFill>
          <a:latin typeface="Book Antiqua"/>
        </a:defRPr>
      </a:lvl5pPr>
      <a:lvl6pPr>
        <a:defRPr lang="en-US" sz="1800"/>
      </a:lvl6pPr>
      <a:lvl7pPr>
        <a:defRPr lang="en-US" sz="1800"/>
      </a:lvl7pPr>
      <a:lvl8pPr>
        <a:defRPr lang="en-US" sz="1800"/>
      </a:lvl8pPr>
      <a:lvl9pPr>
        <a:defRPr lang="en-US" sz="1800"/>
      </a:lvl9pPr>
    </p:bodyStyle>
    <p:otherStyle>
      <a:lvl1pPr marL="0" indent="0" algn="l" defTabSz="914400" rtl="0">
        <a:lnSpc>
          <a:spcPct val="100000"/>
        </a:lnSpc>
        <a:spcBef>
          <a:spcPts val="0"/>
        </a:spcBef>
        <a:spcAft>
          <a:spcPts val="0"/>
        </a:spcAft>
        <a:buNone/>
        <a:defRPr lang="en-US" sz="1800" b="0" i="0">
          <a:solidFill>
            <a:schemeClr val="dk1"/>
          </a:solidFill>
          <a:latin typeface="Arial"/>
          <a:ea typeface="Arial"/>
        </a:defRPr>
      </a:lvl1pPr>
      <a:lvl2pPr marL="455295" indent="457200" algn="l" defTabSz="914400" rtl="0">
        <a:lnSpc>
          <a:spcPct val="100000"/>
        </a:lnSpc>
        <a:spcBef>
          <a:spcPts val="0"/>
        </a:spcBef>
        <a:spcAft>
          <a:spcPts val="0"/>
        </a:spcAft>
        <a:buNone/>
        <a:defRPr lang="en-US" sz="1800" b="0" i="0">
          <a:solidFill>
            <a:schemeClr val="dk1"/>
          </a:solidFill>
          <a:latin typeface="Arial"/>
          <a:ea typeface="Arial"/>
        </a:defRPr>
      </a:lvl2pPr>
      <a:lvl3pPr marL="912495" indent="914400" algn="l" defTabSz="914400" rtl="0">
        <a:lnSpc>
          <a:spcPct val="100000"/>
        </a:lnSpc>
        <a:spcBef>
          <a:spcPts val="0"/>
        </a:spcBef>
        <a:spcAft>
          <a:spcPts val="0"/>
        </a:spcAft>
        <a:buNone/>
        <a:defRPr lang="en-US" sz="1800" b="0" i="0">
          <a:solidFill>
            <a:schemeClr val="dk1"/>
          </a:solidFill>
          <a:latin typeface="Arial"/>
          <a:ea typeface="Arial"/>
        </a:defRPr>
      </a:lvl3pPr>
      <a:lvl4pPr marL="1369695" indent="1371600" algn="l" defTabSz="914400" rtl="0">
        <a:lnSpc>
          <a:spcPct val="100000"/>
        </a:lnSpc>
        <a:spcBef>
          <a:spcPts val="0"/>
        </a:spcBef>
        <a:spcAft>
          <a:spcPts val="0"/>
        </a:spcAft>
        <a:buNone/>
        <a:defRPr lang="en-US" sz="1800" b="0" i="0">
          <a:solidFill>
            <a:schemeClr val="dk1"/>
          </a:solidFill>
          <a:latin typeface="Arial"/>
          <a:ea typeface="Arial"/>
        </a:defRPr>
      </a:lvl4pPr>
      <a:lvl5pPr marL="1826895" indent="1828800" algn="l" defTabSz="914400" rtl="0">
        <a:lnSpc>
          <a:spcPct val="100000"/>
        </a:lnSpc>
        <a:spcBef>
          <a:spcPts val="0"/>
        </a:spcBef>
        <a:spcAft>
          <a:spcPts val="0"/>
        </a:spcAft>
        <a:buNone/>
        <a:defRPr lang="en-US" sz="1800" b="0" i="0">
          <a:solidFill>
            <a:schemeClr val="dk1"/>
          </a:solidFill>
          <a:latin typeface="Arial"/>
          <a:ea typeface="Arial"/>
        </a:defRPr>
      </a:lvl5pPr>
      <a:lvl6pPr>
        <a:defRPr lang="en-US" sz="1800"/>
      </a:lvl6pPr>
      <a:lvl7pPr>
        <a:defRPr lang="en-US" sz="1800"/>
      </a:lvl7pPr>
      <a:lvl8pPr>
        <a:defRPr lang="en-US" sz="1800"/>
      </a:lvl8pPr>
      <a:lvl9pPr>
        <a:defRPr lang="en-US" sz="1800"/>
      </a:lvl9pPr>
    </p:otherStyle>
  </p:txStyles>
</p:sldMaster>
</file>

<file path=ppt/slideMasters/slideMaster1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62460339" name="Title Placeholder 21"/>
          <p:cNvSpPr>
            <a:spLocks noGrp="1" noChangeShapeType="1"/>
          </p:cNvSpPr>
          <p:nvPr>
            <p:ph type="title"/>
          </p:nvPr>
        </p:nvSpPr>
        <p:spPr bwMode="auto">
          <a:xfrm>
            <a:off x="457200" y="274637"/>
            <a:ext cx="8229600" cy="1143000"/>
          </a:xfrm>
          <a:prstGeom prst="rect">
            <a:avLst/>
          </a:prstGeom>
          <a:noFill/>
        </p:spPr>
        <p:txBody>
          <a:bodyPr lIns="91440" tIns="45720" rIns="91440" bIns="45720" anchor="ctr" anchorCtr="0"/>
          <a:lstStyle/>
          <a:p>
            <a:pPr marL="0" lvl="0" indent="0">
              <a:spcBef>
                <a:spcPts val="0"/>
              </a:spcBef>
              <a:buNone/>
              <a:defRPr/>
            </a:pPr>
            <a:r>
              <a:t>Click to edit Master title style</a:t>
            </a:r>
          </a:p>
        </p:txBody>
      </p:sp>
      <p:sp>
        <p:nvSpPr>
          <p:cNvPr id="1237428890" name="Text Placeholder 12"/>
          <p:cNvSpPr>
            <a:spLocks noGrp="1" noChangeShapeType="1"/>
          </p:cNvSpPr>
          <p:nvPr>
            <p:ph type="body" idx="1"/>
          </p:nvPr>
        </p:nvSpPr>
        <p:spPr bwMode="auto">
          <a:xfrm>
            <a:off x="457200" y="1600200"/>
            <a:ext cx="8229600" cy="4708525"/>
          </a:xfrm>
          <a:prstGeom prst="rect">
            <a:avLst/>
          </a:prstGeom>
          <a:noFill/>
        </p:spPr>
        <p:txBody>
          <a:bodyPr lIns="91440" tIns="45720" rIns="91440" bIns="45720"/>
          <a:lstStyle>
            <a:lvl1pPr marL="547370" indent="136525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9F9F9"/>
              </a:buClr>
              <a:buSzPct val="65000"/>
              <a:buChar char=""/>
              <a:defRPr sz="2800" b="0" i="0">
                <a:solidFill>
                  <a:schemeClr val="dk1"/>
                </a:solidFill>
                <a:latin typeface="Book Antiqua"/>
              </a:defRPr>
            </a:lvl1pPr>
            <a:lvl2pPr marL="868045" indent="58547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80000"/>
              <a:buChar char=""/>
              <a:defRPr sz="2400" b="0" i="0">
                <a:solidFill>
                  <a:schemeClr val="dk1"/>
                </a:solidFill>
                <a:latin typeface="Book Antiqua"/>
              </a:defRPr>
            </a:lvl2pPr>
            <a:lvl3pPr marL="1133475" indent="904875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95000"/>
              <a:buChar char=""/>
              <a:defRPr sz="2200" b="0" i="0">
                <a:solidFill>
                  <a:schemeClr val="dk1"/>
                </a:solidFill>
                <a:latin typeface="Book Antiqua"/>
              </a:defRPr>
            </a:lvl3pPr>
            <a:lvl4pPr marL="1352550" indent="116967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00000"/>
              <a:buChar char=""/>
              <a:defRPr sz="2000" b="0" i="0">
                <a:solidFill>
                  <a:schemeClr val="dk1"/>
                </a:solidFill>
                <a:latin typeface="Book Antiqua"/>
              </a:defRPr>
            </a:lvl4pPr>
            <a:lvl5pPr marL="1544320" indent="1362075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00000"/>
              <a:buChar char=""/>
              <a:defRPr sz="2000" b="0" i="0">
                <a:solidFill>
                  <a:schemeClr val="dk1"/>
                </a:solidFill>
                <a:latin typeface="Book Antiqua"/>
              </a:defRPr>
            </a:lvl5pPr>
          </a:lstStyle>
          <a:p>
            <a:pPr marL="547370" lvl="0" indent="-410845">
              <a:spcBef>
                <a:spcPts val="0"/>
              </a:spcBef>
              <a:buClr>
                <a:srgbClr val="F9F9F9"/>
              </a:buClr>
              <a:buSzPct val="65000"/>
              <a:buFont typeface="Wingdings 2"/>
              <a:buChar char=""/>
              <a:defRPr/>
            </a:pPr>
            <a:r>
              <a:t>Click to edit Master text styles</a:t>
            </a:r>
          </a:p>
          <a:p>
            <a:pPr marL="868045" lvl="1" indent="-282575">
              <a:spcBef>
                <a:spcPts val="0"/>
              </a:spcBef>
              <a:buClr>
                <a:srgbClr val="FFFFFF"/>
              </a:buClr>
              <a:buSzPct val="80000"/>
              <a:buChar char=""/>
              <a:defRPr/>
            </a:pPr>
            <a:r>
              <a:t>Second level</a:t>
            </a:r>
          </a:p>
          <a:p>
            <a:pPr marL="1133475" lvl="2" indent="-228600">
              <a:spcBef>
                <a:spcPts val="0"/>
              </a:spcBef>
              <a:buClr>
                <a:srgbClr val="FFFFFF"/>
              </a:buClr>
              <a:buSzPct val="95000"/>
              <a:buFont typeface="Wingdings"/>
              <a:buChar char=""/>
              <a:defRPr/>
            </a:pPr>
            <a:r>
              <a:t>Third level</a:t>
            </a:r>
          </a:p>
          <a:p>
            <a:pPr marL="1352550" lvl="3" indent="-182880">
              <a:spcBef>
                <a:spcPts val="0"/>
              </a:spcBef>
              <a:buClr>
                <a:srgbClr val="FFFFFF"/>
              </a:buClr>
              <a:buSzPct val="100000"/>
              <a:buFont typeface="Wingdings 3"/>
              <a:buChar char=""/>
              <a:defRPr/>
            </a:pPr>
            <a:r>
              <a:t>Fourth level</a:t>
            </a:r>
          </a:p>
          <a:p>
            <a:pPr marL="1544320" lvl="4" indent="-182245">
              <a:spcBef>
                <a:spcPts val="0"/>
              </a:spcBef>
              <a:buClr>
                <a:srgbClr val="FFFFFF"/>
              </a:buClr>
              <a:buSzPct val="100000"/>
              <a:buFont typeface="Wingdings 2"/>
              <a:buChar char=""/>
              <a:defRPr/>
            </a:pPr>
            <a:r>
              <a:t>Fifth level</a:t>
            </a:r>
          </a:p>
        </p:txBody>
      </p:sp>
      <p:sp>
        <p:nvSpPr>
          <p:cNvPr id="1256531715" name="Date Placeholder 13"/>
          <p:cNvSpPr>
            <a:spLocks noGrp="1" noChangeShapeType="1"/>
          </p:cNvSpPr>
          <p:nvPr>
            <p:ph type="dt" idx="2"/>
          </p:nvPr>
        </p:nvSpPr>
        <p:spPr bwMode="auto">
          <a:xfrm>
            <a:off x="457200" y="6416675"/>
            <a:ext cx="2133600" cy="365125"/>
          </a:xfrm>
          <a:prstGeom prst="rect">
            <a:avLst/>
          </a:prstGeom>
          <a:noFill/>
        </p:spPr>
        <p:txBody>
          <a:bodyPr lIns="91440" tIns="45720" rIns="91440" bIns="45720" anchor="b"/>
          <a:lstStyle/>
          <a:p>
            <a:pPr>
              <a:defRPr/>
            </a:pPr>
            <a:endParaRPr sz="1400"/>
          </a:p>
        </p:txBody>
      </p:sp>
      <p:sp>
        <p:nvSpPr>
          <p:cNvPr id="1328115459" name="Footer Placeholder 2"/>
          <p:cNvSpPr>
            <a:spLocks noGrp="1" noChangeShapeType="1"/>
          </p:cNvSpPr>
          <p:nvPr>
            <p:ph type="ftr" idx="3"/>
          </p:nvPr>
        </p:nvSpPr>
        <p:spPr bwMode="auto">
          <a:xfrm>
            <a:off x="3124200" y="6416675"/>
            <a:ext cx="2895600" cy="365125"/>
          </a:xfrm>
          <a:prstGeom prst="rect">
            <a:avLst/>
          </a:prstGeom>
          <a:noFill/>
        </p:spPr>
        <p:txBody>
          <a:bodyPr lIns="91440" tIns="45720" rIns="91440" bIns="45720" anchor="b"/>
          <a:lstStyle/>
          <a:p>
            <a:pPr>
              <a:defRPr/>
            </a:pPr>
            <a:endParaRPr sz="1400"/>
          </a:p>
        </p:txBody>
      </p:sp>
      <p:sp>
        <p:nvSpPr>
          <p:cNvPr id="1920844344" name="Slide Number Placeholder 22"/>
          <p:cNvSpPr>
            <a:spLocks noGrp="1" noChangeShapeType="1"/>
          </p:cNvSpPr>
          <p:nvPr>
            <p:ph type="sldNum" idx="4"/>
          </p:nvPr>
        </p:nvSpPr>
        <p:spPr bwMode="auto">
          <a:xfrm>
            <a:off x="7924800" y="6416675"/>
            <a:ext cx="762000" cy="365125"/>
          </a:xfrm>
          <a:prstGeom prst="rect">
            <a:avLst/>
          </a:prstGeom>
          <a:noFill/>
        </p:spPr>
        <p:txBody>
          <a:bodyPr lIns="0" tIns="45720" rIns="0" bIns="45720" anchor="b"/>
          <a:lstStyle>
            <a:lvl1pPr mar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Book Antiqua"/>
              </a:defRPr>
            </a:lvl1pPr>
            <a:lvl2pPr marL="457200" indent="4572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Book Antiqua"/>
              </a:defRPr>
            </a:lvl2pPr>
            <a:lvl3pPr marL="914400" indent="9144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Book Antiqua"/>
              </a:defRPr>
            </a:lvl3pPr>
            <a:lvl4pPr marL="1371600" indent="13716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Book Antiqua"/>
              </a:defRPr>
            </a:lvl4pPr>
            <a:lvl5pPr marL="1828800" indent="18288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Book Antiqua"/>
              </a:defRPr>
            </a:lvl5pPr>
          </a:lstStyle>
          <a:p>
            <a:pPr marL="0" lvl="0" indent="0" algn="r">
              <a:spcBef>
                <a:spcPts val="0"/>
              </a:spcBef>
              <a:buNone/>
              <a:defRPr/>
            </a:pPr>
            <a:fld id="{D038279B-FC19-497E-A7D1-5ADD9CAF016F}" type="slidenum">
              <a:rPr lang="en-GB" sz="1200" b="1" i="0" u="none">
                <a:solidFill>
                  <a:srgbClr val="BCBCBC"/>
                </a:solidFill>
                <a:ea typeface="Microsoft YaHei"/>
              </a:rPr>
            </a:fld>
            <a:endParaRPr lang="en-GB" sz="1200" b="1" i="0" u="none">
              <a:solidFill>
                <a:srgbClr val="BCBCBC"/>
              </a:solidFill>
              <a:ea typeface="Microsoft YaHe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89" r:id="rId2"/>
  </p:sldLayoutIdLst>
  <p:txStyles>
    <p:titleStyle>
      <a:lvl1pPr marL="0" indent="0" algn="ctr" defTabSz="914400" rtl="0">
        <a:lnSpc>
          <a:spcPct val="100000"/>
        </a:lnSpc>
        <a:spcBef>
          <a:spcPts val="0"/>
        </a:spcBef>
        <a:spcAft>
          <a:spcPts val="0"/>
        </a:spcAft>
        <a:buNone/>
        <a:defRPr lang="en-US" sz="4100" b="1" i="0">
          <a:solidFill>
            <a:schemeClr val="dk1"/>
          </a:solidFill>
          <a:latin typeface="Lucida Sans"/>
        </a:defRPr>
      </a:lvl1pPr>
      <a:lvl2pPr marL="0" indent="0" algn="ctr" defTabSz="914400" rtl="0">
        <a:lnSpc>
          <a:spcPct val="100000"/>
        </a:lnSpc>
        <a:spcBef>
          <a:spcPts val="0"/>
        </a:spcBef>
        <a:spcAft>
          <a:spcPts val="0"/>
        </a:spcAft>
        <a:buNone/>
        <a:defRPr lang="en-US" sz="4100" b="1" i="0">
          <a:solidFill>
            <a:schemeClr val="dk1"/>
          </a:solidFill>
          <a:latin typeface="Lucida Sans"/>
        </a:defRPr>
      </a:lvl2pPr>
      <a:lvl3pPr marL="0" indent="0" algn="ctr" defTabSz="914400" rtl="0">
        <a:lnSpc>
          <a:spcPct val="100000"/>
        </a:lnSpc>
        <a:spcBef>
          <a:spcPts val="0"/>
        </a:spcBef>
        <a:spcAft>
          <a:spcPts val="0"/>
        </a:spcAft>
        <a:buNone/>
        <a:defRPr lang="en-US" sz="4100" b="1" i="0">
          <a:solidFill>
            <a:schemeClr val="dk1"/>
          </a:solidFill>
          <a:latin typeface="Lucida Sans"/>
        </a:defRPr>
      </a:lvl3pPr>
      <a:lvl4pPr marL="0" indent="0" algn="ctr" defTabSz="914400" rtl="0">
        <a:lnSpc>
          <a:spcPct val="100000"/>
        </a:lnSpc>
        <a:spcBef>
          <a:spcPts val="0"/>
        </a:spcBef>
        <a:spcAft>
          <a:spcPts val="0"/>
        </a:spcAft>
        <a:buNone/>
        <a:defRPr lang="en-US" sz="4100" b="1" i="0">
          <a:solidFill>
            <a:schemeClr val="dk1"/>
          </a:solidFill>
          <a:latin typeface="Lucida Sans"/>
        </a:defRPr>
      </a:lvl4pPr>
      <a:lvl5pPr marL="0" indent="0" algn="ctr" defTabSz="914400" rtl="0">
        <a:lnSpc>
          <a:spcPct val="100000"/>
        </a:lnSpc>
        <a:spcBef>
          <a:spcPts val="0"/>
        </a:spcBef>
        <a:spcAft>
          <a:spcPts val="0"/>
        </a:spcAft>
        <a:buNone/>
        <a:defRPr lang="en-US" sz="4100" b="1" i="0">
          <a:solidFill>
            <a:schemeClr val="dk1"/>
          </a:solidFill>
          <a:latin typeface="Lucida Sans"/>
        </a:defRPr>
      </a:lvl5pPr>
      <a:lvl6pPr>
        <a:defRPr lang="en-US" sz="1800"/>
      </a:lvl6pPr>
      <a:lvl7pPr>
        <a:defRPr lang="en-US" sz="1800"/>
      </a:lvl7pPr>
      <a:lvl8pPr>
        <a:defRPr lang="en-US" sz="1800"/>
      </a:lvl8pPr>
      <a:lvl9pPr>
        <a:defRPr lang="en-US" sz="1800"/>
      </a:lvl9pPr>
    </p:titleStyle>
    <p:bodyStyle>
      <a:lvl1pPr marL="547370" indent="136525" algn="l" defTabSz="914400" rtl="0">
        <a:lnSpc>
          <a:spcPct val="100000"/>
        </a:lnSpc>
        <a:spcBef>
          <a:spcPts val="0"/>
        </a:spcBef>
        <a:spcAft>
          <a:spcPts val="0"/>
        </a:spcAft>
        <a:buClr>
          <a:srgbClr val="F9F9F9"/>
        </a:buClr>
        <a:buSzPct val="65000"/>
        <a:buFont typeface="Wingdings 2"/>
        <a:buChar char=""/>
        <a:defRPr lang="en-US" sz="2800" b="0" i="0">
          <a:solidFill>
            <a:schemeClr val="dk1"/>
          </a:solidFill>
          <a:latin typeface="Book Antiqua"/>
        </a:defRPr>
      </a:lvl1pPr>
      <a:lvl2pPr marL="868045" indent="585470" algn="l" defTabSz="914400" rtl="0">
        <a:lnSpc>
          <a:spcPct val="100000"/>
        </a:lnSpc>
        <a:spcBef>
          <a:spcPts val="0"/>
        </a:spcBef>
        <a:spcAft>
          <a:spcPts val="0"/>
        </a:spcAft>
        <a:buClr>
          <a:srgbClr val="FFFFFF"/>
        </a:buClr>
        <a:buSzPct val="80000"/>
        <a:buChar char=""/>
        <a:defRPr lang="en-US" sz="2400" b="0" i="0">
          <a:solidFill>
            <a:schemeClr val="dk1"/>
          </a:solidFill>
          <a:latin typeface="Book Antiqua"/>
        </a:defRPr>
      </a:lvl2pPr>
      <a:lvl3pPr marL="1133475" indent="904875" algn="l" defTabSz="914400" rtl="0">
        <a:lnSpc>
          <a:spcPct val="100000"/>
        </a:lnSpc>
        <a:spcBef>
          <a:spcPts val="0"/>
        </a:spcBef>
        <a:spcAft>
          <a:spcPts val="0"/>
        </a:spcAft>
        <a:buClr>
          <a:srgbClr val="FFFFFF"/>
        </a:buClr>
        <a:buSzPct val="95000"/>
        <a:buFont typeface="Wingdings"/>
        <a:buChar char=""/>
        <a:defRPr lang="en-US" sz="2200" b="0" i="0">
          <a:solidFill>
            <a:schemeClr val="dk1"/>
          </a:solidFill>
          <a:latin typeface="Book Antiqua"/>
        </a:defRPr>
      </a:lvl3pPr>
      <a:lvl4pPr marL="1352550" indent="1169670" algn="l" defTabSz="914400" rtl="0">
        <a:lnSpc>
          <a:spcPct val="100000"/>
        </a:lnSpc>
        <a:spcBef>
          <a:spcPts val="0"/>
        </a:spcBef>
        <a:spcAft>
          <a:spcPts val="0"/>
        </a:spcAft>
        <a:buClr>
          <a:srgbClr val="FFFFFF"/>
        </a:buClr>
        <a:buSzPct val="100000"/>
        <a:buFont typeface="Wingdings 3"/>
        <a:buChar char=""/>
        <a:defRPr lang="en-US" sz="2000" b="0" i="0">
          <a:solidFill>
            <a:schemeClr val="dk1"/>
          </a:solidFill>
          <a:latin typeface="Book Antiqua"/>
        </a:defRPr>
      </a:lvl4pPr>
      <a:lvl5pPr marL="1544320" indent="1362075" algn="l" defTabSz="914400" rtl="0">
        <a:lnSpc>
          <a:spcPct val="100000"/>
        </a:lnSpc>
        <a:spcBef>
          <a:spcPts val="0"/>
        </a:spcBef>
        <a:spcAft>
          <a:spcPts val="0"/>
        </a:spcAft>
        <a:buClr>
          <a:srgbClr val="FFFFFF"/>
        </a:buClr>
        <a:buSzPct val="100000"/>
        <a:buFont typeface="Wingdings 2"/>
        <a:buChar char=""/>
        <a:defRPr lang="en-US" sz="2000" b="0" i="0">
          <a:solidFill>
            <a:schemeClr val="dk1"/>
          </a:solidFill>
          <a:latin typeface="Book Antiqua"/>
        </a:defRPr>
      </a:lvl5pPr>
      <a:lvl6pPr>
        <a:defRPr lang="en-US" sz="1800"/>
      </a:lvl6pPr>
      <a:lvl7pPr>
        <a:defRPr lang="en-US" sz="1800"/>
      </a:lvl7pPr>
      <a:lvl8pPr>
        <a:defRPr lang="en-US" sz="1800"/>
      </a:lvl8pPr>
      <a:lvl9pPr>
        <a:defRPr lang="en-US" sz="1800"/>
      </a:lvl9pPr>
    </p:bodyStyle>
    <p:otherStyle>
      <a:lvl1pPr marL="0" indent="0" algn="l" defTabSz="914400" rtl="0">
        <a:lnSpc>
          <a:spcPct val="100000"/>
        </a:lnSpc>
        <a:spcBef>
          <a:spcPts val="0"/>
        </a:spcBef>
        <a:spcAft>
          <a:spcPts val="0"/>
        </a:spcAft>
        <a:buNone/>
        <a:defRPr lang="en-US" sz="1800" b="0" i="0">
          <a:solidFill>
            <a:schemeClr val="dk1"/>
          </a:solidFill>
          <a:latin typeface="Arial"/>
          <a:ea typeface="Arial"/>
        </a:defRPr>
      </a:lvl1pPr>
      <a:lvl2pPr marL="455295" indent="457200" algn="l" defTabSz="914400" rtl="0">
        <a:lnSpc>
          <a:spcPct val="100000"/>
        </a:lnSpc>
        <a:spcBef>
          <a:spcPts val="0"/>
        </a:spcBef>
        <a:spcAft>
          <a:spcPts val="0"/>
        </a:spcAft>
        <a:buNone/>
        <a:defRPr lang="en-US" sz="1800" b="0" i="0">
          <a:solidFill>
            <a:schemeClr val="dk1"/>
          </a:solidFill>
          <a:latin typeface="Arial"/>
          <a:ea typeface="Arial"/>
        </a:defRPr>
      </a:lvl2pPr>
      <a:lvl3pPr marL="912495" indent="914400" algn="l" defTabSz="914400" rtl="0">
        <a:lnSpc>
          <a:spcPct val="100000"/>
        </a:lnSpc>
        <a:spcBef>
          <a:spcPts val="0"/>
        </a:spcBef>
        <a:spcAft>
          <a:spcPts val="0"/>
        </a:spcAft>
        <a:buNone/>
        <a:defRPr lang="en-US" sz="1800" b="0" i="0">
          <a:solidFill>
            <a:schemeClr val="dk1"/>
          </a:solidFill>
          <a:latin typeface="Arial"/>
          <a:ea typeface="Arial"/>
        </a:defRPr>
      </a:lvl3pPr>
      <a:lvl4pPr marL="1369695" indent="1371600" algn="l" defTabSz="914400" rtl="0">
        <a:lnSpc>
          <a:spcPct val="100000"/>
        </a:lnSpc>
        <a:spcBef>
          <a:spcPts val="0"/>
        </a:spcBef>
        <a:spcAft>
          <a:spcPts val="0"/>
        </a:spcAft>
        <a:buNone/>
        <a:defRPr lang="en-US" sz="1800" b="0" i="0">
          <a:solidFill>
            <a:schemeClr val="dk1"/>
          </a:solidFill>
          <a:latin typeface="Arial"/>
          <a:ea typeface="Arial"/>
        </a:defRPr>
      </a:lvl4pPr>
      <a:lvl5pPr marL="1826895" indent="1828800" algn="l" defTabSz="914400" rtl="0">
        <a:lnSpc>
          <a:spcPct val="100000"/>
        </a:lnSpc>
        <a:spcBef>
          <a:spcPts val="0"/>
        </a:spcBef>
        <a:spcAft>
          <a:spcPts val="0"/>
        </a:spcAft>
        <a:buNone/>
        <a:defRPr lang="en-US" sz="1800" b="0" i="0">
          <a:solidFill>
            <a:schemeClr val="dk1"/>
          </a:solidFill>
          <a:latin typeface="Arial"/>
          <a:ea typeface="Arial"/>
        </a:defRPr>
      </a:lvl5pPr>
      <a:lvl6pPr>
        <a:defRPr lang="en-US" sz="1800"/>
      </a:lvl6pPr>
      <a:lvl7pPr>
        <a:defRPr lang="en-US" sz="1800"/>
      </a:lvl7pPr>
      <a:lvl8pPr>
        <a:defRPr lang="en-US" sz="1800"/>
      </a:lvl8pPr>
      <a:lvl9pPr>
        <a:defRPr lang="en-US" sz="1800"/>
      </a:lvl9pPr>
    </p:otherStyle>
  </p:txStyles>
</p:sldMaster>
</file>

<file path=ppt/slideMasters/slideMaster1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3973939" name="Title Placeholder 21"/>
          <p:cNvSpPr>
            <a:spLocks noGrp="1" noChangeShapeType="1"/>
          </p:cNvSpPr>
          <p:nvPr>
            <p:ph type="title"/>
          </p:nvPr>
        </p:nvSpPr>
        <p:spPr bwMode="auto">
          <a:xfrm>
            <a:off x="457200" y="274637"/>
            <a:ext cx="8229600" cy="1143000"/>
          </a:xfrm>
          <a:prstGeom prst="rect">
            <a:avLst/>
          </a:prstGeom>
          <a:noFill/>
        </p:spPr>
        <p:txBody>
          <a:bodyPr lIns="91440" tIns="45720" rIns="91440" bIns="45720" anchor="ctr" anchorCtr="0"/>
          <a:lstStyle/>
          <a:p>
            <a:pPr marL="0" lvl="0" indent="0">
              <a:spcBef>
                <a:spcPts val="0"/>
              </a:spcBef>
              <a:buNone/>
              <a:defRPr/>
            </a:pPr>
            <a:r>
              <a:t>Click to edit Master title style</a:t>
            </a:r>
          </a:p>
        </p:txBody>
      </p:sp>
      <p:sp>
        <p:nvSpPr>
          <p:cNvPr id="1333751470" name="Text Placeholder 12"/>
          <p:cNvSpPr>
            <a:spLocks noGrp="1" noChangeShapeType="1"/>
          </p:cNvSpPr>
          <p:nvPr>
            <p:ph type="body" idx="1"/>
          </p:nvPr>
        </p:nvSpPr>
        <p:spPr bwMode="auto">
          <a:xfrm>
            <a:off x="457200" y="1600200"/>
            <a:ext cx="8229600" cy="4708525"/>
          </a:xfrm>
          <a:prstGeom prst="rect">
            <a:avLst/>
          </a:prstGeom>
          <a:noFill/>
        </p:spPr>
        <p:txBody>
          <a:bodyPr lIns="91440" tIns="45720" rIns="91440" bIns="45720"/>
          <a:lstStyle>
            <a:lvl1pPr marL="547370" indent="136525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9F9F9"/>
              </a:buClr>
              <a:buSzPct val="65000"/>
              <a:buChar char=""/>
              <a:defRPr sz="2800" b="0" i="0">
                <a:solidFill>
                  <a:schemeClr val="dk1"/>
                </a:solidFill>
                <a:latin typeface="Book Antiqua"/>
              </a:defRPr>
            </a:lvl1pPr>
            <a:lvl2pPr marL="868045" indent="58547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80000"/>
              <a:buChar char=""/>
              <a:defRPr sz="2400" b="0" i="0">
                <a:solidFill>
                  <a:schemeClr val="dk1"/>
                </a:solidFill>
                <a:latin typeface="Book Antiqua"/>
              </a:defRPr>
            </a:lvl2pPr>
            <a:lvl3pPr marL="1133475" indent="904875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95000"/>
              <a:buChar char=""/>
              <a:defRPr sz="2200" b="0" i="0">
                <a:solidFill>
                  <a:schemeClr val="dk1"/>
                </a:solidFill>
                <a:latin typeface="Book Antiqua"/>
              </a:defRPr>
            </a:lvl3pPr>
            <a:lvl4pPr marL="1352550" indent="116967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00000"/>
              <a:buChar char=""/>
              <a:defRPr sz="2000" b="0" i="0">
                <a:solidFill>
                  <a:schemeClr val="dk1"/>
                </a:solidFill>
                <a:latin typeface="Book Antiqua"/>
              </a:defRPr>
            </a:lvl4pPr>
            <a:lvl5pPr marL="1544320" indent="1362075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00000"/>
              <a:buChar char=""/>
              <a:defRPr sz="2000" b="0" i="0">
                <a:solidFill>
                  <a:schemeClr val="dk1"/>
                </a:solidFill>
                <a:latin typeface="Book Antiqua"/>
              </a:defRPr>
            </a:lvl5pPr>
          </a:lstStyle>
          <a:p>
            <a:pPr marL="547370" lvl="0" indent="-410845">
              <a:spcBef>
                <a:spcPts val="0"/>
              </a:spcBef>
              <a:buClr>
                <a:srgbClr val="F9F9F9"/>
              </a:buClr>
              <a:buSzPct val="65000"/>
              <a:buFont typeface="Wingdings 2"/>
              <a:buChar char=""/>
              <a:defRPr/>
            </a:pPr>
            <a:r>
              <a:t>Click to edit Master text styles</a:t>
            </a:r>
          </a:p>
          <a:p>
            <a:pPr marL="868045" lvl="1" indent="-282575">
              <a:spcBef>
                <a:spcPts val="0"/>
              </a:spcBef>
              <a:buClr>
                <a:srgbClr val="FFFFFF"/>
              </a:buClr>
              <a:buSzPct val="80000"/>
              <a:buChar char=""/>
              <a:defRPr/>
            </a:pPr>
            <a:r>
              <a:t>Second level</a:t>
            </a:r>
          </a:p>
          <a:p>
            <a:pPr marL="1133475" lvl="2" indent="-228600">
              <a:spcBef>
                <a:spcPts val="0"/>
              </a:spcBef>
              <a:buClr>
                <a:srgbClr val="FFFFFF"/>
              </a:buClr>
              <a:buSzPct val="95000"/>
              <a:buFont typeface="Wingdings"/>
              <a:buChar char=""/>
              <a:defRPr/>
            </a:pPr>
            <a:r>
              <a:t>Third level</a:t>
            </a:r>
          </a:p>
          <a:p>
            <a:pPr marL="1352550" lvl="3" indent="-182880">
              <a:spcBef>
                <a:spcPts val="0"/>
              </a:spcBef>
              <a:buClr>
                <a:srgbClr val="FFFFFF"/>
              </a:buClr>
              <a:buSzPct val="100000"/>
              <a:buFont typeface="Wingdings 3"/>
              <a:buChar char=""/>
              <a:defRPr/>
            </a:pPr>
            <a:r>
              <a:t>Fourth level</a:t>
            </a:r>
          </a:p>
          <a:p>
            <a:pPr marL="1544320" lvl="4" indent="-182245">
              <a:spcBef>
                <a:spcPts val="0"/>
              </a:spcBef>
              <a:buClr>
                <a:srgbClr val="FFFFFF"/>
              </a:buClr>
              <a:buSzPct val="100000"/>
              <a:buFont typeface="Wingdings 2"/>
              <a:buChar char=""/>
              <a:defRPr/>
            </a:pPr>
            <a:r>
              <a:t>Fifth level</a:t>
            </a:r>
          </a:p>
        </p:txBody>
      </p:sp>
      <p:sp>
        <p:nvSpPr>
          <p:cNvPr id="52304625" name="Date Placeholder 13"/>
          <p:cNvSpPr>
            <a:spLocks noGrp="1" noChangeShapeType="1"/>
          </p:cNvSpPr>
          <p:nvPr>
            <p:ph type="dt" idx="2"/>
          </p:nvPr>
        </p:nvSpPr>
        <p:spPr bwMode="auto">
          <a:xfrm>
            <a:off x="457200" y="6416675"/>
            <a:ext cx="2133600" cy="365125"/>
          </a:xfrm>
          <a:prstGeom prst="rect">
            <a:avLst/>
          </a:prstGeom>
          <a:noFill/>
        </p:spPr>
        <p:txBody>
          <a:bodyPr lIns="91440" tIns="45720" rIns="91440" bIns="45720" anchor="b"/>
          <a:lstStyle/>
          <a:p>
            <a:pPr>
              <a:defRPr/>
            </a:pPr>
            <a:endParaRPr sz="1400"/>
          </a:p>
        </p:txBody>
      </p:sp>
      <p:sp>
        <p:nvSpPr>
          <p:cNvPr id="617316730" name="Footer Placeholder 2"/>
          <p:cNvSpPr>
            <a:spLocks noGrp="1" noChangeShapeType="1"/>
          </p:cNvSpPr>
          <p:nvPr>
            <p:ph type="ftr" idx="3"/>
          </p:nvPr>
        </p:nvSpPr>
        <p:spPr bwMode="auto">
          <a:xfrm>
            <a:off x="3124200" y="6416675"/>
            <a:ext cx="2895600" cy="365125"/>
          </a:xfrm>
          <a:prstGeom prst="rect">
            <a:avLst/>
          </a:prstGeom>
          <a:noFill/>
        </p:spPr>
        <p:txBody>
          <a:bodyPr lIns="91440" tIns="45720" rIns="91440" bIns="45720" anchor="b"/>
          <a:lstStyle/>
          <a:p>
            <a:pPr>
              <a:defRPr/>
            </a:pPr>
            <a:endParaRPr sz="1400"/>
          </a:p>
        </p:txBody>
      </p:sp>
      <p:sp>
        <p:nvSpPr>
          <p:cNvPr id="167874861" name="Slide Number Placeholder 22"/>
          <p:cNvSpPr>
            <a:spLocks noGrp="1" noChangeShapeType="1"/>
          </p:cNvSpPr>
          <p:nvPr>
            <p:ph type="sldNum" idx="4"/>
          </p:nvPr>
        </p:nvSpPr>
        <p:spPr bwMode="auto">
          <a:xfrm>
            <a:off x="7924800" y="6416675"/>
            <a:ext cx="762000" cy="365125"/>
          </a:xfrm>
          <a:prstGeom prst="rect">
            <a:avLst/>
          </a:prstGeom>
          <a:noFill/>
        </p:spPr>
        <p:txBody>
          <a:bodyPr lIns="0" tIns="45720" rIns="0" bIns="45720" anchor="b"/>
          <a:lstStyle>
            <a:lvl1pPr mar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Book Antiqua"/>
              </a:defRPr>
            </a:lvl1pPr>
            <a:lvl2pPr marL="457200" indent="4572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Book Antiqua"/>
              </a:defRPr>
            </a:lvl2pPr>
            <a:lvl3pPr marL="914400" indent="9144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Book Antiqua"/>
              </a:defRPr>
            </a:lvl3pPr>
            <a:lvl4pPr marL="1371600" indent="13716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Book Antiqua"/>
              </a:defRPr>
            </a:lvl4pPr>
            <a:lvl5pPr marL="1828800" indent="18288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Book Antiqua"/>
              </a:defRPr>
            </a:lvl5pPr>
          </a:lstStyle>
          <a:p>
            <a:pPr marL="0" lvl="0" indent="0" algn="r">
              <a:spcBef>
                <a:spcPts val="0"/>
              </a:spcBef>
              <a:buNone/>
              <a:defRPr/>
            </a:pPr>
            <a:fld id="{D038279B-FC19-497E-A7D1-5ADD9CAF016F}" type="slidenum">
              <a:rPr lang="en-GB" sz="1200" b="1" i="0" u="none">
                <a:solidFill>
                  <a:srgbClr val="BCBCBC"/>
                </a:solidFill>
                <a:ea typeface="Microsoft YaHei"/>
              </a:rPr>
            </a:fld>
            <a:endParaRPr lang="en-GB" sz="1200" b="1" i="0" u="none">
              <a:solidFill>
                <a:srgbClr val="BCBCBC"/>
              </a:solidFill>
              <a:ea typeface="Microsoft YaHe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</p:sldLayoutIdLst>
  <p:txStyles>
    <p:titleStyle>
      <a:lvl1pPr marL="0" indent="0" algn="ctr" defTabSz="914400" rtl="0">
        <a:lnSpc>
          <a:spcPct val="100000"/>
        </a:lnSpc>
        <a:spcBef>
          <a:spcPts val="0"/>
        </a:spcBef>
        <a:spcAft>
          <a:spcPts val="0"/>
        </a:spcAft>
        <a:buNone/>
        <a:defRPr lang="en-US" sz="4100" b="1" i="0">
          <a:solidFill>
            <a:schemeClr val="dk1"/>
          </a:solidFill>
          <a:latin typeface="Lucida Sans"/>
        </a:defRPr>
      </a:lvl1pPr>
      <a:lvl2pPr marL="0" indent="0" algn="ctr" defTabSz="914400" rtl="0">
        <a:lnSpc>
          <a:spcPct val="100000"/>
        </a:lnSpc>
        <a:spcBef>
          <a:spcPts val="0"/>
        </a:spcBef>
        <a:spcAft>
          <a:spcPts val="0"/>
        </a:spcAft>
        <a:buNone/>
        <a:defRPr lang="en-US" sz="4100" b="1" i="0">
          <a:solidFill>
            <a:schemeClr val="dk1"/>
          </a:solidFill>
          <a:latin typeface="Lucida Sans"/>
        </a:defRPr>
      </a:lvl2pPr>
      <a:lvl3pPr marL="0" indent="0" algn="ctr" defTabSz="914400" rtl="0">
        <a:lnSpc>
          <a:spcPct val="100000"/>
        </a:lnSpc>
        <a:spcBef>
          <a:spcPts val="0"/>
        </a:spcBef>
        <a:spcAft>
          <a:spcPts val="0"/>
        </a:spcAft>
        <a:buNone/>
        <a:defRPr lang="en-US" sz="4100" b="1" i="0">
          <a:solidFill>
            <a:schemeClr val="dk1"/>
          </a:solidFill>
          <a:latin typeface="Lucida Sans"/>
        </a:defRPr>
      </a:lvl3pPr>
      <a:lvl4pPr marL="0" indent="0" algn="ctr" defTabSz="914400" rtl="0">
        <a:lnSpc>
          <a:spcPct val="100000"/>
        </a:lnSpc>
        <a:spcBef>
          <a:spcPts val="0"/>
        </a:spcBef>
        <a:spcAft>
          <a:spcPts val="0"/>
        </a:spcAft>
        <a:buNone/>
        <a:defRPr lang="en-US" sz="4100" b="1" i="0">
          <a:solidFill>
            <a:schemeClr val="dk1"/>
          </a:solidFill>
          <a:latin typeface="Lucida Sans"/>
        </a:defRPr>
      </a:lvl4pPr>
      <a:lvl5pPr marL="0" indent="0" algn="ctr" defTabSz="914400" rtl="0">
        <a:lnSpc>
          <a:spcPct val="100000"/>
        </a:lnSpc>
        <a:spcBef>
          <a:spcPts val="0"/>
        </a:spcBef>
        <a:spcAft>
          <a:spcPts val="0"/>
        </a:spcAft>
        <a:buNone/>
        <a:defRPr lang="en-US" sz="4100" b="1" i="0">
          <a:solidFill>
            <a:schemeClr val="dk1"/>
          </a:solidFill>
          <a:latin typeface="Lucida Sans"/>
        </a:defRPr>
      </a:lvl5pPr>
      <a:lvl6pPr>
        <a:defRPr lang="en-US" sz="1800"/>
      </a:lvl6pPr>
      <a:lvl7pPr>
        <a:defRPr lang="en-US" sz="1800"/>
      </a:lvl7pPr>
      <a:lvl8pPr>
        <a:defRPr lang="en-US" sz="1800"/>
      </a:lvl8pPr>
      <a:lvl9pPr>
        <a:defRPr lang="en-US" sz="1800"/>
      </a:lvl9pPr>
    </p:titleStyle>
    <p:bodyStyle>
      <a:lvl1pPr marL="547370" indent="136525" algn="l" defTabSz="914400" rtl="0">
        <a:lnSpc>
          <a:spcPct val="100000"/>
        </a:lnSpc>
        <a:spcBef>
          <a:spcPts val="0"/>
        </a:spcBef>
        <a:spcAft>
          <a:spcPts val="0"/>
        </a:spcAft>
        <a:buClr>
          <a:srgbClr val="F9F9F9"/>
        </a:buClr>
        <a:buSzPct val="65000"/>
        <a:buFont typeface="Wingdings 2"/>
        <a:buChar char=""/>
        <a:defRPr lang="en-US" sz="2800" b="0" i="0">
          <a:solidFill>
            <a:schemeClr val="dk1"/>
          </a:solidFill>
          <a:latin typeface="Book Antiqua"/>
        </a:defRPr>
      </a:lvl1pPr>
      <a:lvl2pPr marL="868045" indent="585470" algn="l" defTabSz="914400" rtl="0">
        <a:lnSpc>
          <a:spcPct val="100000"/>
        </a:lnSpc>
        <a:spcBef>
          <a:spcPts val="0"/>
        </a:spcBef>
        <a:spcAft>
          <a:spcPts val="0"/>
        </a:spcAft>
        <a:buClr>
          <a:srgbClr val="FFFFFF"/>
        </a:buClr>
        <a:buSzPct val="80000"/>
        <a:buChar char=""/>
        <a:defRPr lang="en-US" sz="2400" b="0" i="0">
          <a:solidFill>
            <a:schemeClr val="dk1"/>
          </a:solidFill>
          <a:latin typeface="Book Antiqua"/>
        </a:defRPr>
      </a:lvl2pPr>
      <a:lvl3pPr marL="1133475" indent="904875" algn="l" defTabSz="914400" rtl="0">
        <a:lnSpc>
          <a:spcPct val="100000"/>
        </a:lnSpc>
        <a:spcBef>
          <a:spcPts val="0"/>
        </a:spcBef>
        <a:spcAft>
          <a:spcPts val="0"/>
        </a:spcAft>
        <a:buClr>
          <a:srgbClr val="FFFFFF"/>
        </a:buClr>
        <a:buSzPct val="95000"/>
        <a:buFont typeface="Wingdings"/>
        <a:buChar char=""/>
        <a:defRPr lang="en-US" sz="2200" b="0" i="0">
          <a:solidFill>
            <a:schemeClr val="dk1"/>
          </a:solidFill>
          <a:latin typeface="Book Antiqua"/>
        </a:defRPr>
      </a:lvl3pPr>
      <a:lvl4pPr marL="1352550" indent="1169670" algn="l" defTabSz="914400" rtl="0">
        <a:lnSpc>
          <a:spcPct val="100000"/>
        </a:lnSpc>
        <a:spcBef>
          <a:spcPts val="0"/>
        </a:spcBef>
        <a:spcAft>
          <a:spcPts val="0"/>
        </a:spcAft>
        <a:buClr>
          <a:srgbClr val="FFFFFF"/>
        </a:buClr>
        <a:buSzPct val="100000"/>
        <a:buFont typeface="Wingdings 3"/>
        <a:buChar char=""/>
        <a:defRPr lang="en-US" sz="2000" b="0" i="0">
          <a:solidFill>
            <a:schemeClr val="dk1"/>
          </a:solidFill>
          <a:latin typeface="Book Antiqua"/>
        </a:defRPr>
      </a:lvl4pPr>
      <a:lvl5pPr marL="1544320" indent="1362075" algn="l" defTabSz="914400" rtl="0">
        <a:lnSpc>
          <a:spcPct val="100000"/>
        </a:lnSpc>
        <a:spcBef>
          <a:spcPts val="0"/>
        </a:spcBef>
        <a:spcAft>
          <a:spcPts val="0"/>
        </a:spcAft>
        <a:buClr>
          <a:srgbClr val="FFFFFF"/>
        </a:buClr>
        <a:buSzPct val="100000"/>
        <a:buFont typeface="Wingdings 2"/>
        <a:buChar char=""/>
        <a:defRPr lang="en-US" sz="2000" b="0" i="0">
          <a:solidFill>
            <a:schemeClr val="dk1"/>
          </a:solidFill>
          <a:latin typeface="Book Antiqua"/>
        </a:defRPr>
      </a:lvl5pPr>
      <a:lvl6pPr>
        <a:defRPr lang="en-US" sz="1800"/>
      </a:lvl6pPr>
      <a:lvl7pPr>
        <a:defRPr lang="en-US" sz="1800"/>
      </a:lvl7pPr>
      <a:lvl8pPr>
        <a:defRPr lang="en-US" sz="1800"/>
      </a:lvl8pPr>
      <a:lvl9pPr>
        <a:defRPr lang="en-US" sz="1800"/>
      </a:lvl9pPr>
    </p:bodyStyle>
    <p:otherStyle>
      <a:lvl1pPr marL="0" indent="0" algn="l" defTabSz="914400" rtl="0">
        <a:lnSpc>
          <a:spcPct val="100000"/>
        </a:lnSpc>
        <a:spcBef>
          <a:spcPts val="0"/>
        </a:spcBef>
        <a:spcAft>
          <a:spcPts val="0"/>
        </a:spcAft>
        <a:buNone/>
        <a:defRPr lang="en-US" sz="1800" b="0" i="0">
          <a:solidFill>
            <a:schemeClr val="dk1"/>
          </a:solidFill>
          <a:latin typeface="Arial"/>
          <a:ea typeface="Arial"/>
        </a:defRPr>
      </a:lvl1pPr>
      <a:lvl2pPr marL="455295" indent="457200" algn="l" defTabSz="914400" rtl="0">
        <a:lnSpc>
          <a:spcPct val="100000"/>
        </a:lnSpc>
        <a:spcBef>
          <a:spcPts val="0"/>
        </a:spcBef>
        <a:spcAft>
          <a:spcPts val="0"/>
        </a:spcAft>
        <a:buNone/>
        <a:defRPr lang="en-US" sz="1800" b="0" i="0">
          <a:solidFill>
            <a:schemeClr val="dk1"/>
          </a:solidFill>
          <a:latin typeface="Arial"/>
          <a:ea typeface="Arial"/>
        </a:defRPr>
      </a:lvl2pPr>
      <a:lvl3pPr marL="912495" indent="914400" algn="l" defTabSz="914400" rtl="0">
        <a:lnSpc>
          <a:spcPct val="100000"/>
        </a:lnSpc>
        <a:spcBef>
          <a:spcPts val="0"/>
        </a:spcBef>
        <a:spcAft>
          <a:spcPts val="0"/>
        </a:spcAft>
        <a:buNone/>
        <a:defRPr lang="en-US" sz="1800" b="0" i="0">
          <a:solidFill>
            <a:schemeClr val="dk1"/>
          </a:solidFill>
          <a:latin typeface="Arial"/>
          <a:ea typeface="Arial"/>
        </a:defRPr>
      </a:lvl3pPr>
      <a:lvl4pPr marL="1369695" indent="1371600" algn="l" defTabSz="914400" rtl="0">
        <a:lnSpc>
          <a:spcPct val="100000"/>
        </a:lnSpc>
        <a:spcBef>
          <a:spcPts val="0"/>
        </a:spcBef>
        <a:spcAft>
          <a:spcPts val="0"/>
        </a:spcAft>
        <a:buNone/>
        <a:defRPr lang="en-US" sz="1800" b="0" i="0">
          <a:solidFill>
            <a:schemeClr val="dk1"/>
          </a:solidFill>
          <a:latin typeface="Arial"/>
          <a:ea typeface="Arial"/>
        </a:defRPr>
      </a:lvl4pPr>
      <a:lvl5pPr marL="1826895" indent="1828800" algn="l" defTabSz="914400" rtl="0">
        <a:lnSpc>
          <a:spcPct val="100000"/>
        </a:lnSpc>
        <a:spcBef>
          <a:spcPts val="0"/>
        </a:spcBef>
        <a:spcAft>
          <a:spcPts val="0"/>
        </a:spcAft>
        <a:buNone/>
        <a:defRPr lang="en-US" sz="1800" b="0" i="0">
          <a:solidFill>
            <a:schemeClr val="dk1"/>
          </a:solidFill>
          <a:latin typeface="Arial"/>
          <a:ea typeface="Arial"/>
        </a:defRPr>
      </a:lvl5pPr>
      <a:lvl6pPr>
        <a:defRPr lang="en-US" sz="1800"/>
      </a:lvl6pPr>
      <a:lvl7pPr>
        <a:defRPr lang="en-US" sz="1800"/>
      </a:lvl7pPr>
      <a:lvl8pPr>
        <a:defRPr lang="en-US" sz="1800"/>
      </a:lvl8pPr>
      <a:lvl9pPr>
        <a:defRPr lang="en-US" sz="1800"/>
      </a:lvl9pPr>
    </p:otherStyle>
  </p:txStyles>
</p:sldMaster>
</file>

<file path=ppt/slideMasters/slideMaster1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95274276" name="Title Placeholder 21"/>
          <p:cNvSpPr>
            <a:spLocks noGrp="1" noChangeShapeType="1"/>
          </p:cNvSpPr>
          <p:nvPr>
            <p:ph type="title"/>
          </p:nvPr>
        </p:nvSpPr>
        <p:spPr bwMode="auto">
          <a:xfrm>
            <a:off x="457200" y="274637"/>
            <a:ext cx="8229600" cy="1143000"/>
          </a:xfrm>
          <a:prstGeom prst="rect">
            <a:avLst/>
          </a:prstGeom>
          <a:noFill/>
        </p:spPr>
        <p:txBody>
          <a:bodyPr lIns="91440" tIns="45720" rIns="91440" bIns="45720" anchor="ctr" anchorCtr="0"/>
          <a:lstStyle/>
          <a:p>
            <a:pPr marL="0" lvl="0" indent="0">
              <a:spcBef>
                <a:spcPts val="0"/>
              </a:spcBef>
              <a:buNone/>
              <a:defRPr/>
            </a:pPr>
            <a:r>
              <a:t>Click to edit Master title style</a:t>
            </a:r>
          </a:p>
        </p:txBody>
      </p:sp>
      <p:sp>
        <p:nvSpPr>
          <p:cNvPr id="970901915" name="Text Placeholder 12"/>
          <p:cNvSpPr>
            <a:spLocks noGrp="1" noChangeShapeType="1"/>
          </p:cNvSpPr>
          <p:nvPr>
            <p:ph type="body" idx="1"/>
          </p:nvPr>
        </p:nvSpPr>
        <p:spPr bwMode="auto">
          <a:xfrm>
            <a:off x="457200" y="1600200"/>
            <a:ext cx="8229600" cy="4708525"/>
          </a:xfrm>
          <a:prstGeom prst="rect">
            <a:avLst/>
          </a:prstGeom>
          <a:noFill/>
        </p:spPr>
        <p:txBody>
          <a:bodyPr lIns="91440" tIns="45720" rIns="91440" bIns="45720"/>
          <a:lstStyle>
            <a:lvl1pPr marL="547370" indent="136525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9F9F9"/>
              </a:buClr>
              <a:buSzPct val="65000"/>
              <a:buChar char=""/>
              <a:defRPr sz="2800" b="0" i="0">
                <a:solidFill>
                  <a:schemeClr val="dk1"/>
                </a:solidFill>
                <a:latin typeface="Book Antiqua"/>
              </a:defRPr>
            </a:lvl1pPr>
            <a:lvl2pPr marL="868045" indent="58547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80000"/>
              <a:buChar char=""/>
              <a:defRPr sz="2400" b="0" i="0">
                <a:solidFill>
                  <a:schemeClr val="dk1"/>
                </a:solidFill>
                <a:latin typeface="Book Antiqua"/>
              </a:defRPr>
            </a:lvl2pPr>
            <a:lvl3pPr marL="1133475" indent="904875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95000"/>
              <a:buChar char=""/>
              <a:defRPr sz="2200" b="0" i="0">
                <a:solidFill>
                  <a:schemeClr val="dk1"/>
                </a:solidFill>
                <a:latin typeface="Book Antiqua"/>
              </a:defRPr>
            </a:lvl3pPr>
            <a:lvl4pPr marL="1352550" indent="116967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00000"/>
              <a:buChar char=""/>
              <a:defRPr sz="2000" b="0" i="0">
                <a:solidFill>
                  <a:schemeClr val="dk1"/>
                </a:solidFill>
                <a:latin typeface="Book Antiqua"/>
              </a:defRPr>
            </a:lvl4pPr>
            <a:lvl5pPr marL="1544320" indent="1362075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00000"/>
              <a:buChar char=""/>
              <a:defRPr sz="2000" b="0" i="0">
                <a:solidFill>
                  <a:schemeClr val="dk1"/>
                </a:solidFill>
                <a:latin typeface="Book Antiqua"/>
              </a:defRPr>
            </a:lvl5pPr>
          </a:lstStyle>
          <a:p>
            <a:pPr marL="547370" lvl="0" indent="-410845">
              <a:spcBef>
                <a:spcPts val="0"/>
              </a:spcBef>
              <a:buClr>
                <a:srgbClr val="F9F9F9"/>
              </a:buClr>
              <a:buSzPct val="65000"/>
              <a:buFont typeface="Wingdings 2"/>
              <a:buChar char=""/>
              <a:defRPr/>
            </a:pPr>
            <a:r>
              <a:t>Click to edit Master text styles</a:t>
            </a:r>
          </a:p>
          <a:p>
            <a:pPr marL="868045" lvl="1" indent="-282575">
              <a:spcBef>
                <a:spcPts val="0"/>
              </a:spcBef>
              <a:buClr>
                <a:srgbClr val="FFFFFF"/>
              </a:buClr>
              <a:buSzPct val="80000"/>
              <a:buChar char=""/>
              <a:defRPr/>
            </a:pPr>
            <a:r>
              <a:t>Second level</a:t>
            </a:r>
          </a:p>
          <a:p>
            <a:pPr marL="1133475" lvl="2" indent="-228600">
              <a:spcBef>
                <a:spcPts val="0"/>
              </a:spcBef>
              <a:buClr>
                <a:srgbClr val="FFFFFF"/>
              </a:buClr>
              <a:buSzPct val="95000"/>
              <a:buFont typeface="Wingdings"/>
              <a:buChar char=""/>
              <a:defRPr/>
            </a:pPr>
            <a:r>
              <a:t>Third level</a:t>
            </a:r>
          </a:p>
          <a:p>
            <a:pPr marL="1352550" lvl="3" indent="-182880">
              <a:spcBef>
                <a:spcPts val="0"/>
              </a:spcBef>
              <a:buClr>
                <a:srgbClr val="FFFFFF"/>
              </a:buClr>
              <a:buSzPct val="100000"/>
              <a:buFont typeface="Wingdings 3"/>
              <a:buChar char=""/>
              <a:defRPr/>
            </a:pPr>
            <a:r>
              <a:t>Fourth level</a:t>
            </a:r>
          </a:p>
          <a:p>
            <a:pPr marL="1544320" lvl="4" indent="-182245">
              <a:spcBef>
                <a:spcPts val="0"/>
              </a:spcBef>
              <a:buClr>
                <a:srgbClr val="FFFFFF"/>
              </a:buClr>
              <a:buSzPct val="100000"/>
              <a:buFont typeface="Wingdings 2"/>
              <a:buChar char=""/>
              <a:defRPr/>
            </a:pPr>
            <a:r>
              <a:t>Fifth level</a:t>
            </a:r>
          </a:p>
        </p:txBody>
      </p:sp>
      <p:sp>
        <p:nvSpPr>
          <p:cNvPr id="1466707446" name="Date Placeholder 13"/>
          <p:cNvSpPr>
            <a:spLocks noGrp="1" noChangeShapeType="1"/>
          </p:cNvSpPr>
          <p:nvPr>
            <p:ph type="dt" idx="2"/>
          </p:nvPr>
        </p:nvSpPr>
        <p:spPr bwMode="auto">
          <a:xfrm>
            <a:off x="457200" y="6416675"/>
            <a:ext cx="2133600" cy="365125"/>
          </a:xfrm>
          <a:prstGeom prst="rect">
            <a:avLst/>
          </a:prstGeom>
          <a:noFill/>
        </p:spPr>
        <p:txBody>
          <a:bodyPr lIns="91440" tIns="45720" rIns="91440" bIns="45720" anchor="b"/>
          <a:lstStyle/>
          <a:p>
            <a:pPr>
              <a:defRPr/>
            </a:pPr>
            <a:endParaRPr sz="1400"/>
          </a:p>
        </p:txBody>
      </p:sp>
      <p:sp>
        <p:nvSpPr>
          <p:cNvPr id="88591062" name="Footer Placeholder 2"/>
          <p:cNvSpPr>
            <a:spLocks noGrp="1" noChangeShapeType="1"/>
          </p:cNvSpPr>
          <p:nvPr>
            <p:ph type="ftr" idx="3"/>
          </p:nvPr>
        </p:nvSpPr>
        <p:spPr bwMode="auto">
          <a:xfrm>
            <a:off x="3124200" y="6416675"/>
            <a:ext cx="2895600" cy="365125"/>
          </a:xfrm>
          <a:prstGeom prst="rect">
            <a:avLst/>
          </a:prstGeom>
          <a:noFill/>
        </p:spPr>
        <p:txBody>
          <a:bodyPr lIns="91440" tIns="45720" rIns="91440" bIns="45720" anchor="b"/>
          <a:lstStyle/>
          <a:p>
            <a:pPr>
              <a:defRPr/>
            </a:pPr>
            <a:endParaRPr sz="1400"/>
          </a:p>
        </p:txBody>
      </p:sp>
      <p:sp>
        <p:nvSpPr>
          <p:cNvPr id="732767930" name="Slide Number Placeholder 22"/>
          <p:cNvSpPr>
            <a:spLocks noGrp="1" noChangeShapeType="1"/>
          </p:cNvSpPr>
          <p:nvPr>
            <p:ph type="sldNum" idx="4"/>
          </p:nvPr>
        </p:nvSpPr>
        <p:spPr bwMode="auto">
          <a:xfrm>
            <a:off x="7924800" y="6416675"/>
            <a:ext cx="762000" cy="365125"/>
          </a:xfrm>
          <a:prstGeom prst="rect">
            <a:avLst/>
          </a:prstGeom>
          <a:noFill/>
        </p:spPr>
        <p:txBody>
          <a:bodyPr lIns="0" tIns="45720" rIns="0" bIns="45720" anchor="b"/>
          <a:lstStyle>
            <a:lvl1pPr mar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Book Antiqua"/>
              </a:defRPr>
            </a:lvl1pPr>
            <a:lvl2pPr marL="457200" indent="4572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Book Antiqua"/>
              </a:defRPr>
            </a:lvl2pPr>
            <a:lvl3pPr marL="914400" indent="9144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Book Antiqua"/>
              </a:defRPr>
            </a:lvl3pPr>
            <a:lvl4pPr marL="1371600" indent="13716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Book Antiqua"/>
              </a:defRPr>
            </a:lvl4pPr>
            <a:lvl5pPr marL="1828800" indent="18288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Book Antiqua"/>
              </a:defRPr>
            </a:lvl5pPr>
          </a:lstStyle>
          <a:p>
            <a:pPr marL="0" lvl="0" indent="0" algn="r">
              <a:spcBef>
                <a:spcPts val="0"/>
              </a:spcBef>
              <a:buNone/>
              <a:defRPr/>
            </a:pPr>
            <a:fld id="{D038279B-FC19-497E-A7D1-5ADD9CAF016F}" type="slidenum">
              <a:rPr lang="en-GB" sz="1200" b="1" i="0" u="none">
                <a:solidFill>
                  <a:srgbClr val="BCBCBC"/>
                </a:solidFill>
                <a:ea typeface="Microsoft YaHei"/>
              </a:rPr>
            </a:fld>
            <a:endParaRPr lang="en-GB" sz="1200" b="1" i="0" u="none">
              <a:solidFill>
                <a:srgbClr val="BCBCBC"/>
              </a:solidFill>
              <a:ea typeface="Microsoft YaHe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695" r:id="rId2"/>
  </p:sldLayoutIdLst>
  <p:txStyles>
    <p:titleStyle>
      <a:lvl1pPr marL="0" indent="0" algn="ctr" defTabSz="914400" rtl="0">
        <a:lnSpc>
          <a:spcPct val="100000"/>
        </a:lnSpc>
        <a:spcBef>
          <a:spcPts val="0"/>
        </a:spcBef>
        <a:spcAft>
          <a:spcPts val="0"/>
        </a:spcAft>
        <a:buNone/>
        <a:defRPr lang="en-US" sz="4100" b="1" i="0">
          <a:solidFill>
            <a:schemeClr val="dk1"/>
          </a:solidFill>
          <a:latin typeface="Lucida Sans"/>
        </a:defRPr>
      </a:lvl1pPr>
      <a:lvl2pPr marL="0" indent="0" algn="ctr" defTabSz="914400" rtl="0">
        <a:lnSpc>
          <a:spcPct val="100000"/>
        </a:lnSpc>
        <a:spcBef>
          <a:spcPts val="0"/>
        </a:spcBef>
        <a:spcAft>
          <a:spcPts val="0"/>
        </a:spcAft>
        <a:buNone/>
        <a:defRPr lang="en-US" sz="4100" b="1" i="0">
          <a:solidFill>
            <a:schemeClr val="dk1"/>
          </a:solidFill>
          <a:latin typeface="Lucida Sans"/>
        </a:defRPr>
      </a:lvl2pPr>
      <a:lvl3pPr marL="0" indent="0" algn="ctr" defTabSz="914400" rtl="0">
        <a:lnSpc>
          <a:spcPct val="100000"/>
        </a:lnSpc>
        <a:spcBef>
          <a:spcPts val="0"/>
        </a:spcBef>
        <a:spcAft>
          <a:spcPts val="0"/>
        </a:spcAft>
        <a:buNone/>
        <a:defRPr lang="en-US" sz="4100" b="1" i="0">
          <a:solidFill>
            <a:schemeClr val="dk1"/>
          </a:solidFill>
          <a:latin typeface="Lucida Sans"/>
        </a:defRPr>
      </a:lvl3pPr>
      <a:lvl4pPr marL="0" indent="0" algn="ctr" defTabSz="914400" rtl="0">
        <a:lnSpc>
          <a:spcPct val="100000"/>
        </a:lnSpc>
        <a:spcBef>
          <a:spcPts val="0"/>
        </a:spcBef>
        <a:spcAft>
          <a:spcPts val="0"/>
        </a:spcAft>
        <a:buNone/>
        <a:defRPr lang="en-US" sz="4100" b="1" i="0">
          <a:solidFill>
            <a:schemeClr val="dk1"/>
          </a:solidFill>
          <a:latin typeface="Lucida Sans"/>
        </a:defRPr>
      </a:lvl4pPr>
      <a:lvl5pPr marL="0" indent="0" algn="ctr" defTabSz="914400" rtl="0">
        <a:lnSpc>
          <a:spcPct val="100000"/>
        </a:lnSpc>
        <a:spcBef>
          <a:spcPts val="0"/>
        </a:spcBef>
        <a:spcAft>
          <a:spcPts val="0"/>
        </a:spcAft>
        <a:buNone/>
        <a:defRPr lang="en-US" sz="4100" b="1" i="0">
          <a:solidFill>
            <a:schemeClr val="dk1"/>
          </a:solidFill>
          <a:latin typeface="Lucida Sans"/>
        </a:defRPr>
      </a:lvl5pPr>
      <a:lvl6pPr>
        <a:defRPr lang="en-US" sz="1800"/>
      </a:lvl6pPr>
      <a:lvl7pPr>
        <a:defRPr lang="en-US" sz="1800"/>
      </a:lvl7pPr>
      <a:lvl8pPr>
        <a:defRPr lang="en-US" sz="1800"/>
      </a:lvl8pPr>
      <a:lvl9pPr>
        <a:defRPr lang="en-US" sz="1800"/>
      </a:lvl9pPr>
    </p:titleStyle>
    <p:bodyStyle>
      <a:lvl1pPr marL="547370" indent="136525" algn="l" defTabSz="914400" rtl="0">
        <a:lnSpc>
          <a:spcPct val="100000"/>
        </a:lnSpc>
        <a:spcBef>
          <a:spcPts val="0"/>
        </a:spcBef>
        <a:spcAft>
          <a:spcPts val="0"/>
        </a:spcAft>
        <a:buClr>
          <a:srgbClr val="F9F9F9"/>
        </a:buClr>
        <a:buSzPct val="65000"/>
        <a:buFont typeface="Wingdings 2"/>
        <a:buChar char=""/>
        <a:defRPr lang="en-US" sz="2800" b="0" i="0">
          <a:solidFill>
            <a:schemeClr val="dk1"/>
          </a:solidFill>
          <a:latin typeface="Book Antiqua"/>
        </a:defRPr>
      </a:lvl1pPr>
      <a:lvl2pPr marL="868045" indent="585470" algn="l" defTabSz="914400" rtl="0">
        <a:lnSpc>
          <a:spcPct val="100000"/>
        </a:lnSpc>
        <a:spcBef>
          <a:spcPts val="0"/>
        </a:spcBef>
        <a:spcAft>
          <a:spcPts val="0"/>
        </a:spcAft>
        <a:buClr>
          <a:srgbClr val="FFFFFF"/>
        </a:buClr>
        <a:buSzPct val="80000"/>
        <a:buChar char=""/>
        <a:defRPr lang="en-US" sz="2400" b="0" i="0">
          <a:solidFill>
            <a:schemeClr val="dk1"/>
          </a:solidFill>
          <a:latin typeface="Book Antiqua"/>
        </a:defRPr>
      </a:lvl2pPr>
      <a:lvl3pPr marL="1133475" indent="904875" algn="l" defTabSz="914400" rtl="0">
        <a:lnSpc>
          <a:spcPct val="100000"/>
        </a:lnSpc>
        <a:spcBef>
          <a:spcPts val="0"/>
        </a:spcBef>
        <a:spcAft>
          <a:spcPts val="0"/>
        </a:spcAft>
        <a:buClr>
          <a:srgbClr val="FFFFFF"/>
        </a:buClr>
        <a:buSzPct val="95000"/>
        <a:buFont typeface="Wingdings"/>
        <a:buChar char=""/>
        <a:defRPr lang="en-US" sz="2200" b="0" i="0">
          <a:solidFill>
            <a:schemeClr val="dk1"/>
          </a:solidFill>
          <a:latin typeface="Book Antiqua"/>
        </a:defRPr>
      </a:lvl3pPr>
      <a:lvl4pPr marL="1352550" indent="1169670" algn="l" defTabSz="914400" rtl="0">
        <a:lnSpc>
          <a:spcPct val="100000"/>
        </a:lnSpc>
        <a:spcBef>
          <a:spcPts val="0"/>
        </a:spcBef>
        <a:spcAft>
          <a:spcPts val="0"/>
        </a:spcAft>
        <a:buClr>
          <a:srgbClr val="FFFFFF"/>
        </a:buClr>
        <a:buSzPct val="100000"/>
        <a:buFont typeface="Wingdings 3"/>
        <a:buChar char=""/>
        <a:defRPr lang="en-US" sz="2000" b="0" i="0">
          <a:solidFill>
            <a:schemeClr val="dk1"/>
          </a:solidFill>
          <a:latin typeface="Book Antiqua"/>
        </a:defRPr>
      </a:lvl4pPr>
      <a:lvl5pPr marL="1544320" indent="1362075" algn="l" defTabSz="914400" rtl="0">
        <a:lnSpc>
          <a:spcPct val="100000"/>
        </a:lnSpc>
        <a:spcBef>
          <a:spcPts val="0"/>
        </a:spcBef>
        <a:spcAft>
          <a:spcPts val="0"/>
        </a:spcAft>
        <a:buClr>
          <a:srgbClr val="FFFFFF"/>
        </a:buClr>
        <a:buSzPct val="100000"/>
        <a:buFont typeface="Wingdings 2"/>
        <a:buChar char=""/>
        <a:defRPr lang="en-US" sz="2000" b="0" i="0">
          <a:solidFill>
            <a:schemeClr val="dk1"/>
          </a:solidFill>
          <a:latin typeface="Book Antiqua"/>
        </a:defRPr>
      </a:lvl5pPr>
      <a:lvl6pPr>
        <a:defRPr lang="en-US" sz="1800"/>
      </a:lvl6pPr>
      <a:lvl7pPr>
        <a:defRPr lang="en-US" sz="1800"/>
      </a:lvl7pPr>
      <a:lvl8pPr>
        <a:defRPr lang="en-US" sz="1800"/>
      </a:lvl8pPr>
      <a:lvl9pPr>
        <a:defRPr lang="en-US" sz="1800"/>
      </a:lvl9pPr>
    </p:bodyStyle>
    <p:otherStyle>
      <a:lvl1pPr marL="0" indent="0" algn="l" defTabSz="914400" rtl="0">
        <a:lnSpc>
          <a:spcPct val="100000"/>
        </a:lnSpc>
        <a:spcBef>
          <a:spcPts val="0"/>
        </a:spcBef>
        <a:spcAft>
          <a:spcPts val="0"/>
        </a:spcAft>
        <a:buNone/>
        <a:defRPr lang="en-US" sz="1800" b="0" i="0">
          <a:solidFill>
            <a:schemeClr val="dk1"/>
          </a:solidFill>
          <a:latin typeface="Arial"/>
          <a:ea typeface="Arial"/>
        </a:defRPr>
      </a:lvl1pPr>
      <a:lvl2pPr marL="455295" indent="457200" algn="l" defTabSz="914400" rtl="0">
        <a:lnSpc>
          <a:spcPct val="100000"/>
        </a:lnSpc>
        <a:spcBef>
          <a:spcPts val="0"/>
        </a:spcBef>
        <a:spcAft>
          <a:spcPts val="0"/>
        </a:spcAft>
        <a:buNone/>
        <a:defRPr lang="en-US" sz="1800" b="0" i="0">
          <a:solidFill>
            <a:schemeClr val="dk1"/>
          </a:solidFill>
          <a:latin typeface="Arial"/>
          <a:ea typeface="Arial"/>
        </a:defRPr>
      </a:lvl2pPr>
      <a:lvl3pPr marL="912495" indent="914400" algn="l" defTabSz="914400" rtl="0">
        <a:lnSpc>
          <a:spcPct val="100000"/>
        </a:lnSpc>
        <a:spcBef>
          <a:spcPts val="0"/>
        </a:spcBef>
        <a:spcAft>
          <a:spcPts val="0"/>
        </a:spcAft>
        <a:buNone/>
        <a:defRPr lang="en-US" sz="1800" b="0" i="0">
          <a:solidFill>
            <a:schemeClr val="dk1"/>
          </a:solidFill>
          <a:latin typeface="Arial"/>
          <a:ea typeface="Arial"/>
        </a:defRPr>
      </a:lvl3pPr>
      <a:lvl4pPr marL="1369695" indent="1371600" algn="l" defTabSz="914400" rtl="0">
        <a:lnSpc>
          <a:spcPct val="100000"/>
        </a:lnSpc>
        <a:spcBef>
          <a:spcPts val="0"/>
        </a:spcBef>
        <a:spcAft>
          <a:spcPts val="0"/>
        </a:spcAft>
        <a:buNone/>
        <a:defRPr lang="en-US" sz="1800" b="0" i="0">
          <a:solidFill>
            <a:schemeClr val="dk1"/>
          </a:solidFill>
          <a:latin typeface="Arial"/>
          <a:ea typeface="Arial"/>
        </a:defRPr>
      </a:lvl4pPr>
      <a:lvl5pPr marL="1826895" indent="1828800" algn="l" defTabSz="914400" rtl="0">
        <a:lnSpc>
          <a:spcPct val="100000"/>
        </a:lnSpc>
        <a:spcBef>
          <a:spcPts val="0"/>
        </a:spcBef>
        <a:spcAft>
          <a:spcPts val="0"/>
        </a:spcAft>
        <a:buNone/>
        <a:defRPr lang="en-US" sz="1800" b="0" i="0">
          <a:solidFill>
            <a:schemeClr val="dk1"/>
          </a:solidFill>
          <a:latin typeface="Arial"/>
          <a:ea typeface="Arial"/>
        </a:defRPr>
      </a:lvl5pPr>
      <a:lvl6pPr>
        <a:defRPr lang="en-US" sz="1800"/>
      </a:lvl6pPr>
      <a:lvl7pPr>
        <a:defRPr lang="en-US" sz="1800"/>
      </a:lvl7pPr>
      <a:lvl8pPr>
        <a:defRPr lang="en-US" sz="1800"/>
      </a:lvl8pPr>
      <a:lvl9pPr>
        <a:defRPr lang="en-US" sz="1800"/>
      </a:lvl9pPr>
    </p:otherStyle>
  </p:txStyles>
</p:sldMaster>
</file>

<file path=ppt/slideMasters/slideMaster1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33261765" name="Title Placeholder 21"/>
          <p:cNvSpPr>
            <a:spLocks noGrp="1" noChangeShapeType="1"/>
          </p:cNvSpPr>
          <p:nvPr>
            <p:ph type="title"/>
          </p:nvPr>
        </p:nvSpPr>
        <p:spPr bwMode="auto">
          <a:xfrm>
            <a:off x="457200" y="274637"/>
            <a:ext cx="8229600" cy="1143000"/>
          </a:xfrm>
          <a:prstGeom prst="rect">
            <a:avLst/>
          </a:prstGeom>
          <a:noFill/>
        </p:spPr>
        <p:txBody>
          <a:bodyPr lIns="91440" tIns="45720" rIns="91440" bIns="45720" anchor="ctr" anchorCtr="0"/>
          <a:lstStyle/>
          <a:p>
            <a:pPr marL="0" lvl="0" indent="0">
              <a:spcBef>
                <a:spcPts val="0"/>
              </a:spcBef>
              <a:buNone/>
              <a:defRPr/>
            </a:pPr>
            <a:r>
              <a:t>Click to edit Master title style</a:t>
            </a:r>
          </a:p>
        </p:txBody>
      </p:sp>
      <p:sp>
        <p:nvSpPr>
          <p:cNvPr id="1472028288" name="Text Placeholder 12"/>
          <p:cNvSpPr>
            <a:spLocks noGrp="1" noChangeShapeType="1"/>
          </p:cNvSpPr>
          <p:nvPr>
            <p:ph type="body" idx="1"/>
          </p:nvPr>
        </p:nvSpPr>
        <p:spPr bwMode="auto">
          <a:xfrm>
            <a:off x="457200" y="1600200"/>
            <a:ext cx="8229600" cy="4708525"/>
          </a:xfrm>
          <a:prstGeom prst="rect">
            <a:avLst/>
          </a:prstGeom>
          <a:noFill/>
        </p:spPr>
        <p:txBody>
          <a:bodyPr lIns="91440" tIns="45720" rIns="91440" bIns="45720"/>
          <a:lstStyle>
            <a:lvl1pPr marL="547370" indent="136525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9F9F9"/>
              </a:buClr>
              <a:buSzPct val="65000"/>
              <a:buChar char=""/>
              <a:defRPr sz="2800" b="0" i="0">
                <a:solidFill>
                  <a:schemeClr val="dk1"/>
                </a:solidFill>
                <a:latin typeface="Book Antiqua"/>
              </a:defRPr>
            </a:lvl1pPr>
            <a:lvl2pPr marL="868045" indent="58547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80000"/>
              <a:buChar char=""/>
              <a:defRPr sz="2400" b="0" i="0">
                <a:solidFill>
                  <a:schemeClr val="dk1"/>
                </a:solidFill>
                <a:latin typeface="Book Antiqua"/>
              </a:defRPr>
            </a:lvl2pPr>
            <a:lvl3pPr marL="1133475" indent="904875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95000"/>
              <a:buChar char=""/>
              <a:defRPr sz="2200" b="0" i="0">
                <a:solidFill>
                  <a:schemeClr val="dk1"/>
                </a:solidFill>
                <a:latin typeface="Book Antiqua"/>
              </a:defRPr>
            </a:lvl3pPr>
            <a:lvl4pPr marL="1352550" indent="116967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00000"/>
              <a:buChar char=""/>
              <a:defRPr sz="2000" b="0" i="0">
                <a:solidFill>
                  <a:schemeClr val="dk1"/>
                </a:solidFill>
                <a:latin typeface="Book Antiqua"/>
              </a:defRPr>
            </a:lvl4pPr>
            <a:lvl5pPr marL="1544320" indent="1362075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00000"/>
              <a:buChar char=""/>
              <a:defRPr sz="2000" b="0" i="0">
                <a:solidFill>
                  <a:schemeClr val="dk1"/>
                </a:solidFill>
                <a:latin typeface="Book Antiqua"/>
              </a:defRPr>
            </a:lvl5pPr>
          </a:lstStyle>
          <a:p>
            <a:pPr marL="547370" lvl="0" indent="-410845">
              <a:spcBef>
                <a:spcPts val="0"/>
              </a:spcBef>
              <a:buClr>
                <a:srgbClr val="F9F9F9"/>
              </a:buClr>
              <a:buSzPct val="65000"/>
              <a:buFont typeface="Wingdings 2"/>
              <a:buChar char=""/>
              <a:defRPr/>
            </a:pPr>
            <a:r>
              <a:t>Click to edit Master text styles</a:t>
            </a:r>
          </a:p>
          <a:p>
            <a:pPr marL="868045" lvl="1" indent="-282575">
              <a:spcBef>
                <a:spcPts val="0"/>
              </a:spcBef>
              <a:buClr>
                <a:srgbClr val="FFFFFF"/>
              </a:buClr>
              <a:buSzPct val="80000"/>
              <a:buChar char=""/>
              <a:defRPr/>
            </a:pPr>
            <a:r>
              <a:t>Second level</a:t>
            </a:r>
          </a:p>
          <a:p>
            <a:pPr marL="1133475" lvl="2" indent="-228600">
              <a:spcBef>
                <a:spcPts val="0"/>
              </a:spcBef>
              <a:buClr>
                <a:srgbClr val="FFFFFF"/>
              </a:buClr>
              <a:buSzPct val="95000"/>
              <a:buFont typeface="Wingdings"/>
              <a:buChar char=""/>
              <a:defRPr/>
            </a:pPr>
            <a:r>
              <a:t>Third level</a:t>
            </a:r>
          </a:p>
          <a:p>
            <a:pPr marL="1352550" lvl="3" indent="-182880">
              <a:spcBef>
                <a:spcPts val="0"/>
              </a:spcBef>
              <a:buClr>
                <a:srgbClr val="FFFFFF"/>
              </a:buClr>
              <a:buSzPct val="100000"/>
              <a:buFont typeface="Wingdings 3"/>
              <a:buChar char=""/>
              <a:defRPr/>
            </a:pPr>
            <a:r>
              <a:t>Fourth level</a:t>
            </a:r>
          </a:p>
          <a:p>
            <a:pPr marL="1544320" lvl="4" indent="-182245">
              <a:spcBef>
                <a:spcPts val="0"/>
              </a:spcBef>
              <a:buClr>
                <a:srgbClr val="FFFFFF"/>
              </a:buClr>
              <a:buSzPct val="100000"/>
              <a:buFont typeface="Wingdings 2"/>
              <a:buChar char=""/>
              <a:defRPr/>
            </a:pPr>
            <a:r>
              <a:t>Fifth level</a:t>
            </a:r>
          </a:p>
        </p:txBody>
      </p:sp>
      <p:sp>
        <p:nvSpPr>
          <p:cNvPr id="532840849" name="Date Placeholder 13"/>
          <p:cNvSpPr>
            <a:spLocks noGrp="1" noChangeShapeType="1"/>
          </p:cNvSpPr>
          <p:nvPr>
            <p:ph type="dt" idx="2"/>
          </p:nvPr>
        </p:nvSpPr>
        <p:spPr bwMode="auto">
          <a:xfrm>
            <a:off x="457200" y="6416675"/>
            <a:ext cx="2133600" cy="365125"/>
          </a:xfrm>
          <a:prstGeom prst="rect">
            <a:avLst/>
          </a:prstGeom>
          <a:noFill/>
        </p:spPr>
        <p:txBody>
          <a:bodyPr lIns="91440" tIns="45720" rIns="91440" bIns="45720" anchor="b"/>
          <a:lstStyle/>
          <a:p>
            <a:pPr>
              <a:defRPr/>
            </a:pPr>
            <a:endParaRPr sz="1400"/>
          </a:p>
        </p:txBody>
      </p:sp>
      <p:sp>
        <p:nvSpPr>
          <p:cNvPr id="660265320" name="Footer Placeholder 2"/>
          <p:cNvSpPr>
            <a:spLocks noGrp="1" noChangeShapeType="1"/>
          </p:cNvSpPr>
          <p:nvPr>
            <p:ph type="ftr" idx="3"/>
          </p:nvPr>
        </p:nvSpPr>
        <p:spPr bwMode="auto">
          <a:xfrm>
            <a:off x="3124200" y="6416675"/>
            <a:ext cx="2895600" cy="365125"/>
          </a:xfrm>
          <a:prstGeom prst="rect">
            <a:avLst/>
          </a:prstGeom>
          <a:noFill/>
        </p:spPr>
        <p:txBody>
          <a:bodyPr lIns="91440" tIns="45720" rIns="91440" bIns="45720" anchor="b"/>
          <a:lstStyle/>
          <a:p>
            <a:pPr>
              <a:defRPr/>
            </a:pPr>
            <a:endParaRPr sz="1400"/>
          </a:p>
        </p:txBody>
      </p:sp>
      <p:sp>
        <p:nvSpPr>
          <p:cNvPr id="1263096356" name="Slide Number Placeholder 22"/>
          <p:cNvSpPr>
            <a:spLocks noGrp="1" noChangeShapeType="1"/>
          </p:cNvSpPr>
          <p:nvPr>
            <p:ph type="sldNum" idx="4"/>
          </p:nvPr>
        </p:nvSpPr>
        <p:spPr bwMode="auto">
          <a:xfrm>
            <a:off x="7924800" y="6416675"/>
            <a:ext cx="762000" cy="365125"/>
          </a:xfrm>
          <a:prstGeom prst="rect">
            <a:avLst/>
          </a:prstGeom>
          <a:noFill/>
        </p:spPr>
        <p:txBody>
          <a:bodyPr lIns="0" tIns="45720" rIns="0" bIns="45720" anchor="b"/>
          <a:lstStyle>
            <a:lvl1pPr mar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Book Antiqua"/>
              </a:defRPr>
            </a:lvl1pPr>
            <a:lvl2pPr marL="457200" indent="4572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Book Antiqua"/>
              </a:defRPr>
            </a:lvl2pPr>
            <a:lvl3pPr marL="914400" indent="9144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Book Antiqua"/>
              </a:defRPr>
            </a:lvl3pPr>
            <a:lvl4pPr marL="1371600" indent="13716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Book Antiqua"/>
              </a:defRPr>
            </a:lvl4pPr>
            <a:lvl5pPr marL="1828800" indent="18288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Book Antiqua"/>
              </a:defRPr>
            </a:lvl5pPr>
          </a:lstStyle>
          <a:p>
            <a:pPr marL="0" lvl="0" indent="0" algn="r">
              <a:spcBef>
                <a:spcPts val="0"/>
              </a:spcBef>
              <a:buNone/>
              <a:defRPr/>
            </a:pPr>
            <a:fld id="{D038279B-FC19-497E-A7D1-5ADD9CAF016F}" type="slidenum">
              <a:rPr lang="en-GB" sz="1200" b="1" i="0" u="none">
                <a:solidFill>
                  <a:srgbClr val="BCBCBC"/>
                </a:solidFill>
              </a:rPr>
            </a:fld>
            <a:endParaRPr lang="en-GB" sz="1200" b="1" i="0" u="none">
              <a:solidFill>
                <a:srgbClr val="BCBCBC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</p:sldLayoutIdLst>
  <p:txStyles>
    <p:titleStyle>
      <a:lvl1pPr marL="0" indent="0" algn="ctr" defTabSz="914400" rtl="0">
        <a:lnSpc>
          <a:spcPct val="100000"/>
        </a:lnSpc>
        <a:spcBef>
          <a:spcPts val="0"/>
        </a:spcBef>
        <a:spcAft>
          <a:spcPts val="0"/>
        </a:spcAft>
        <a:buNone/>
        <a:defRPr lang="en-US" sz="4100" b="1" i="0">
          <a:solidFill>
            <a:schemeClr val="dk1"/>
          </a:solidFill>
          <a:latin typeface="Lucida Sans"/>
        </a:defRPr>
      </a:lvl1pPr>
      <a:lvl2pPr marL="0" indent="0" algn="ctr" defTabSz="914400" rtl="0">
        <a:lnSpc>
          <a:spcPct val="100000"/>
        </a:lnSpc>
        <a:spcBef>
          <a:spcPts val="0"/>
        </a:spcBef>
        <a:spcAft>
          <a:spcPts val="0"/>
        </a:spcAft>
        <a:buNone/>
        <a:defRPr lang="en-US" sz="4100" b="1" i="0">
          <a:solidFill>
            <a:schemeClr val="dk1"/>
          </a:solidFill>
          <a:latin typeface="Lucida Sans"/>
        </a:defRPr>
      </a:lvl2pPr>
      <a:lvl3pPr marL="0" indent="0" algn="ctr" defTabSz="914400" rtl="0">
        <a:lnSpc>
          <a:spcPct val="100000"/>
        </a:lnSpc>
        <a:spcBef>
          <a:spcPts val="0"/>
        </a:spcBef>
        <a:spcAft>
          <a:spcPts val="0"/>
        </a:spcAft>
        <a:buNone/>
        <a:defRPr lang="en-US" sz="4100" b="1" i="0">
          <a:solidFill>
            <a:schemeClr val="dk1"/>
          </a:solidFill>
          <a:latin typeface="Lucida Sans"/>
        </a:defRPr>
      </a:lvl3pPr>
      <a:lvl4pPr marL="0" indent="0" algn="ctr" defTabSz="914400" rtl="0">
        <a:lnSpc>
          <a:spcPct val="100000"/>
        </a:lnSpc>
        <a:spcBef>
          <a:spcPts val="0"/>
        </a:spcBef>
        <a:spcAft>
          <a:spcPts val="0"/>
        </a:spcAft>
        <a:buNone/>
        <a:defRPr lang="en-US" sz="4100" b="1" i="0">
          <a:solidFill>
            <a:schemeClr val="dk1"/>
          </a:solidFill>
          <a:latin typeface="Lucida Sans"/>
        </a:defRPr>
      </a:lvl4pPr>
      <a:lvl5pPr marL="0" indent="0" algn="ctr" defTabSz="914400" rtl="0">
        <a:lnSpc>
          <a:spcPct val="100000"/>
        </a:lnSpc>
        <a:spcBef>
          <a:spcPts val="0"/>
        </a:spcBef>
        <a:spcAft>
          <a:spcPts val="0"/>
        </a:spcAft>
        <a:buNone/>
        <a:defRPr lang="en-US" sz="4100" b="1" i="0">
          <a:solidFill>
            <a:schemeClr val="dk1"/>
          </a:solidFill>
          <a:latin typeface="Lucida Sans"/>
        </a:defRPr>
      </a:lvl5pPr>
      <a:lvl6pPr>
        <a:defRPr lang="en-US" sz="1800"/>
      </a:lvl6pPr>
      <a:lvl7pPr>
        <a:defRPr lang="en-US" sz="1800"/>
      </a:lvl7pPr>
      <a:lvl8pPr>
        <a:defRPr lang="en-US" sz="1800"/>
      </a:lvl8pPr>
      <a:lvl9pPr>
        <a:defRPr lang="en-US" sz="1800"/>
      </a:lvl9pPr>
    </p:titleStyle>
    <p:bodyStyle>
      <a:lvl1pPr marL="547370" indent="136525" algn="l" defTabSz="914400" rtl="0">
        <a:lnSpc>
          <a:spcPct val="100000"/>
        </a:lnSpc>
        <a:spcBef>
          <a:spcPts val="0"/>
        </a:spcBef>
        <a:spcAft>
          <a:spcPts val="0"/>
        </a:spcAft>
        <a:buClr>
          <a:srgbClr val="F9F9F9"/>
        </a:buClr>
        <a:buSzPct val="65000"/>
        <a:buFont typeface="Wingdings 2"/>
        <a:buChar char=""/>
        <a:defRPr lang="en-US" sz="2800" b="0" i="0">
          <a:solidFill>
            <a:schemeClr val="dk1"/>
          </a:solidFill>
          <a:latin typeface="Book Antiqua"/>
        </a:defRPr>
      </a:lvl1pPr>
      <a:lvl2pPr marL="868045" indent="585470" algn="l" defTabSz="914400" rtl="0">
        <a:lnSpc>
          <a:spcPct val="100000"/>
        </a:lnSpc>
        <a:spcBef>
          <a:spcPts val="0"/>
        </a:spcBef>
        <a:spcAft>
          <a:spcPts val="0"/>
        </a:spcAft>
        <a:buClr>
          <a:srgbClr val="FFFFFF"/>
        </a:buClr>
        <a:buSzPct val="80000"/>
        <a:buChar char=""/>
        <a:defRPr lang="en-US" sz="2400" b="0" i="0">
          <a:solidFill>
            <a:schemeClr val="dk1"/>
          </a:solidFill>
          <a:latin typeface="Book Antiqua"/>
        </a:defRPr>
      </a:lvl2pPr>
      <a:lvl3pPr marL="1133475" indent="904875" algn="l" defTabSz="914400" rtl="0">
        <a:lnSpc>
          <a:spcPct val="100000"/>
        </a:lnSpc>
        <a:spcBef>
          <a:spcPts val="0"/>
        </a:spcBef>
        <a:spcAft>
          <a:spcPts val="0"/>
        </a:spcAft>
        <a:buClr>
          <a:srgbClr val="FFFFFF"/>
        </a:buClr>
        <a:buSzPct val="95000"/>
        <a:buFont typeface="Wingdings"/>
        <a:buChar char=""/>
        <a:defRPr lang="en-US" sz="2200" b="0" i="0">
          <a:solidFill>
            <a:schemeClr val="dk1"/>
          </a:solidFill>
          <a:latin typeface="Book Antiqua"/>
        </a:defRPr>
      </a:lvl3pPr>
      <a:lvl4pPr marL="1352550" indent="1169670" algn="l" defTabSz="914400" rtl="0">
        <a:lnSpc>
          <a:spcPct val="100000"/>
        </a:lnSpc>
        <a:spcBef>
          <a:spcPts val="0"/>
        </a:spcBef>
        <a:spcAft>
          <a:spcPts val="0"/>
        </a:spcAft>
        <a:buClr>
          <a:srgbClr val="FFFFFF"/>
        </a:buClr>
        <a:buSzPct val="100000"/>
        <a:buFont typeface="Wingdings 3"/>
        <a:buChar char=""/>
        <a:defRPr lang="en-US" sz="2000" b="0" i="0">
          <a:solidFill>
            <a:schemeClr val="dk1"/>
          </a:solidFill>
          <a:latin typeface="Book Antiqua"/>
        </a:defRPr>
      </a:lvl4pPr>
      <a:lvl5pPr marL="1544320" indent="1362075" algn="l" defTabSz="914400" rtl="0">
        <a:lnSpc>
          <a:spcPct val="100000"/>
        </a:lnSpc>
        <a:spcBef>
          <a:spcPts val="0"/>
        </a:spcBef>
        <a:spcAft>
          <a:spcPts val="0"/>
        </a:spcAft>
        <a:buClr>
          <a:srgbClr val="FFFFFF"/>
        </a:buClr>
        <a:buSzPct val="100000"/>
        <a:buFont typeface="Wingdings 2"/>
        <a:buChar char=""/>
        <a:defRPr lang="en-US" sz="2000" b="0" i="0">
          <a:solidFill>
            <a:schemeClr val="dk1"/>
          </a:solidFill>
          <a:latin typeface="Book Antiqua"/>
        </a:defRPr>
      </a:lvl5pPr>
      <a:lvl6pPr>
        <a:defRPr lang="en-US" sz="1800"/>
      </a:lvl6pPr>
      <a:lvl7pPr>
        <a:defRPr lang="en-US" sz="1800"/>
      </a:lvl7pPr>
      <a:lvl8pPr>
        <a:defRPr lang="en-US" sz="1800"/>
      </a:lvl8pPr>
      <a:lvl9pPr>
        <a:defRPr lang="en-US" sz="1800"/>
      </a:lvl9pPr>
    </p:bodyStyle>
    <p:otherStyle>
      <a:lvl1pPr marL="0" indent="0" algn="l" defTabSz="914400" rtl="0">
        <a:lnSpc>
          <a:spcPct val="100000"/>
        </a:lnSpc>
        <a:spcBef>
          <a:spcPts val="0"/>
        </a:spcBef>
        <a:spcAft>
          <a:spcPts val="0"/>
        </a:spcAft>
        <a:buNone/>
        <a:defRPr lang="en-US" sz="1800" b="0" i="0">
          <a:solidFill>
            <a:schemeClr val="dk1"/>
          </a:solidFill>
          <a:latin typeface="Arial"/>
          <a:ea typeface="Arial"/>
        </a:defRPr>
      </a:lvl1pPr>
      <a:lvl2pPr marL="455295" indent="457200" algn="l" defTabSz="914400" rtl="0">
        <a:lnSpc>
          <a:spcPct val="100000"/>
        </a:lnSpc>
        <a:spcBef>
          <a:spcPts val="0"/>
        </a:spcBef>
        <a:spcAft>
          <a:spcPts val="0"/>
        </a:spcAft>
        <a:buNone/>
        <a:defRPr lang="en-US" sz="1800" b="0" i="0">
          <a:solidFill>
            <a:schemeClr val="dk1"/>
          </a:solidFill>
          <a:latin typeface="Arial"/>
          <a:ea typeface="Arial"/>
        </a:defRPr>
      </a:lvl2pPr>
      <a:lvl3pPr marL="912495" indent="914400" algn="l" defTabSz="914400" rtl="0">
        <a:lnSpc>
          <a:spcPct val="100000"/>
        </a:lnSpc>
        <a:spcBef>
          <a:spcPts val="0"/>
        </a:spcBef>
        <a:spcAft>
          <a:spcPts val="0"/>
        </a:spcAft>
        <a:buNone/>
        <a:defRPr lang="en-US" sz="1800" b="0" i="0">
          <a:solidFill>
            <a:schemeClr val="dk1"/>
          </a:solidFill>
          <a:latin typeface="Arial"/>
          <a:ea typeface="Arial"/>
        </a:defRPr>
      </a:lvl3pPr>
      <a:lvl4pPr marL="1369695" indent="1371600" algn="l" defTabSz="914400" rtl="0">
        <a:lnSpc>
          <a:spcPct val="100000"/>
        </a:lnSpc>
        <a:spcBef>
          <a:spcPts val="0"/>
        </a:spcBef>
        <a:spcAft>
          <a:spcPts val="0"/>
        </a:spcAft>
        <a:buNone/>
        <a:defRPr lang="en-US" sz="1800" b="0" i="0">
          <a:solidFill>
            <a:schemeClr val="dk1"/>
          </a:solidFill>
          <a:latin typeface="Arial"/>
          <a:ea typeface="Arial"/>
        </a:defRPr>
      </a:lvl4pPr>
      <a:lvl5pPr marL="1826895" indent="1828800" algn="l" defTabSz="914400" rtl="0">
        <a:lnSpc>
          <a:spcPct val="100000"/>
        </a:lnSpc>
        <a:spcBef>
          <a:spcPts val="0"/>
        </a:spcBef>
        <a:spcAft>
          <a:spcPts val="0"/>
        </a:spcAft>
        <a:buNone/>
        <a:defRPr lang="en-US" sz="1800" b="0" i="0">
          <a:solidFill>
            <a:schemeClr val="dk1"/>
          </a:solidFill>
          <a:latin typeface="Arial"/>
          <a:ea typeface="Arial"/>
        </a:defRPr>
      </a:lvl5pPr>
      <a:lvl6pPr>
        <a:defRPr lang="en-US" sz="1800"/>
      </a:lvl6pPr>
      <a:lvl7pPr>
        <a:defRPr lang="en-US" sz="1800"/>
      </a:lvl7pPr>
      <a:lvl8pPr>
        <a:defRPr lang="en-US" sz="1800"/>
      </a:lvl8pPr>
      <a:lvl9pPr>
        <a:defRPr lang="en-US" sz="1800"/>
      </a:lvl9pPr>
    </p:otherStyle>
  </p:txStyles>
</p:sldMaster>
</file>

<file path=ppt/slideMasters/slideMaster1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26083303" name="Title Placeholder 21"/>
          <p:cNvSpPr>
            <a:spLocks noGrp="1" noChangeShapeType="1"/>
          </p:cNvSpPr>
          <p:nvPr>
            <p:ph type="title"/>
          </p:nvPr>
        </p:nvSpPr>
        <p:spPr bwMode="auto">
          <a:xfrm>
            <a:off x="457200" y="274637"/>
            <a:ext cx="8229600" cy="1143000"/>
          </a:xfrm>
          <a:prstGeom prst="rect">
            <a:avLst/>
          </a:prstGeom>
          <a:noFill/>
        </p:spPr>
        <p:txBody>
          <a:bodyPr lIns="91440" tIns="45720" rIns="91440" bIns="45720" anchor="ctr" anchorCtr="0"/>
          <a:lstStyle/>
          <a:p>
            <a:pPr marL="0" lvl="0" indent="0">
              <a:spcBef>
                <a:spcPts val="0"/>
              </a:spcBef>
              <a:buNone/>
              <a:defRPr/>
            </a:pPr>
            <a:r>
              <a:t>Click to edit Master title style</a:t>
            </a:r>
          </a:p>
        </p:txBody>
      </p:sp>
      <p:sp>
        <p:nvSpPr>
          <p:cNvPr id="421358963" name="Text Placeholder 12"/>
          <p:cNvSpPr>
            <a:spLocks noGrp="1" noChangeShapeType="1"/>
          </p:cNvSpPr>
          <p:nvPr>
            <p:ph type="body" idx="1"/>
          </p:nvPr>
        </p:nvSpPr>
        <p:spPr bwMode="auto">
          <a:xfrm>
            <a:off x="457200" y="1600200"/>
            <a:ext cx="8229600" cy="4708525"/>
          </a:xfrm>
          <a:prstGeom prst="rect">
            <a:avLst/>
          </a:prstGeom>
          <a:noFill/>
        </p:spPr>
        <p:txBody>
          <a:bodyPr lIns="91440" tIns="45720" rIns="91440" bIns="45720"/>
          <a:lstStyle>
            <a:lvl1pPr marL="547370" indent="136525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9F9F9"/>
              </a:buClr>
              <a:buSzPct val="65000"/>
              <a:buChar char=""/>
              <a:defRPr sz="2800" b="0" i="0">
                <a:solidFill>
                  <a:schemeClr val="dk1"/>
                </a:solidFill>
                <a:latin typeface="Book Antiqua"/>
              </a:defRPr>
            </a:lvl1pPr>
            <a:lvl2pPr marL="868045" indent="58547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80000"/>
              <a:buChar char=""/>
              <a:defRPr sz="2400" b="0" i="0">
                <a:solidFill>
                  <a:schemeClr val="dk1"/>
                </a:solidFill>
                <a:latin typeface="Book Antiqua"/>
              </a:defRPr>
            </a:lvl2pPr>
            <a:lvl3pPr marL="1133475" indent="904875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95000"/>
              <a:buChar char=""/>
              <a:defRPr sz="2200" b="0" i="0">
                <a:solidFill>
                  <a:schemeClr val="dk1"/>
                </a:solidFill>
                <a:latin typeface="Book Antiqua"/>
              </a:defRPr>
            </a:lvl3pPr>
            <a:lvl4pPr marL="1352550" indent="116967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00000"/>
              <a:buChar char=""/>
              <a:defRPr sz="2000" b="0" i="0">
                <a:solidFill>
                  <a:schemeClr val="dk1"/>
                </a:solidFill>
                <a:latin typeface="Book Antiqua"/>
              </a:defRPr>
            </a:lvl4pPr>
            <a:lvl5pPr marL="1544320" indent="1362075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00000"/>
              <a:buChar char=""/>
              <a:defRPr sz="2000" b="0" i="0">
                <a:solidFill>
                  <a:schemeClr val="dk1"/>
                </a:solidFill>
                <a:latin typeface="Book Antiqua"/>
              </a:defRPr>
            </a:lvl5pPr>
          </a:lstStyle>
          <a:p>
            <a:pPr marL="547370" lvl="0" indent="-410845">
              <a:spcBef>
                <a:spcPts val="0"/>
              </a:spcBef>
              <a:buClr>
                <a:srgbClr val="F9F9F9"/>
              </a:buClr>
              <a:buSzPct val="65000"/>
              <a:buFont typeface="Wingdings 2"/>
              <a:buChar char=""/>
              <a:defRPr/>
            </a:pPr>
            <a:r>
              <a:t>Click to edit Master text styles</a:t>
            </a:r>
          </a:p>
          <a:p>
            <a:pPr marL="868045" lvl="1" indent="-282575">
              <a:spcBef>
                <a:spcPts val="0"/>
              </a:spcBef>
              <a:buClr>
                <a:srgbClr val="FFFFFF"/>
              </a:buClr>
              <a:buSzPct val="80000"/>
              <a:buChar char=""/>
              <a:defRPr/>
            </a:pPr>
            <a:r>
              <a:t>Second level</a:t>
            </a:r>
          </a:p>
          <a:p>
            <a:pPr marL="1133475" lvl="2" indent="-228600">
              <a:spcBef>
                <a:spcPts val="0"/>
              </a:spcBef>
              <a:buClr>
                <a:srgbClr val="FFFFFF"/>
              </a:buClr>
              <a:buSzPct val="95000"/>
              <a:buFont typeface="Wingdings"/>
              <a:buChar char=""/>
              <a:defRPr/>
            </a:pPr>
            <a:r>
              <a:t>Third level</a:t>
            </a:r>
          </a:p>
          <a:p>
            <a:pPr marL="1352550" lvl="3" indent="-182880">
              <a:spcBef>
                <a:spcPts val="0"/>
              </a:spcBef>
              <a:buClr>
                <a:srgbClr val="FFFFFF"/>
              </a:buClr>
              <a:buSzPct val="100000"/>
              <a:buFont typeface="Wingdings 3"/>
              <a:buChar char=""/>
              <a:defRPr/>
            </a:pPr>
            <a:r>
              <a:t>Fourth level</a:t>
            </a:r>
          </a:p>
          <a:p>
            <a:pPr marL="1544320" lvl="4" indent="-182245">
              <a:spcBef>
                <a:spcPts val="0"/>
              </a:spcBef>
              <a:buClr>
                <a:srgbClr val="FFFFFF"/>
              </a:buClr>
              <a:buSzPct val="100000"/>
              <a:buFont typeface="Wingdings 2"/>
              <a:buChar char=""/>
              <a:defRPr/>
            </a:pPr>
            <a:r>
              <a:t>Fifth level</a:t>
            </a:r>
          </a:p>
        </p:txBody>
      </p:sp>
      <p:sp>
        <p:nvSpPr>
          <p:cNvPr id="942377387" name="Date Placeholder 13"/>
          <p:cNvSpPr>
            <a:spLocks noGrp="1" noChangeShapeType="1"/>
          </p:cNvSpPr>
          <p:nvPr>
            <p:ph type="dt" idx="2"/>
          </p:nvPr>
        </p:nvSpPr>
        <p:spPr bwMode="auto">
          <a:xfrm>
            <a:off x="457200" y="6416675"/>
            <a:ext cx="2133600" cy="365125"/>
          </a:xfrm>
          <a:prstGeom prst="rect">
            <a:avLst/>
          </a:prstGeom>
          <a:noFill/>
        </p:spPr>
        <p:txBody>
          <a:bodyPr lIns="91440" tIns="45720" rIns="91440" bIns="45720" anchor="b"/>
          <a:lstStyle/>
          <a:p>
            <a:pPr>
              <a:defRPr/>
            </a:pPr>
            <a:endParaRPr sz="1400"/>
          </a:p>
        </p:txBody>
      </p:sp>
      <p:sp>
        <p:nvSpPr>
          <p:cNvPr id="427266650" name="Footer Placeholder 2"/>
          <p:cNvSpPr>
            <a:spLocks noGrp="1" noChangeShapeType="1"/>
          </p:cNvSpPr>
          <p:nvPr>
            <p:ph type="ftr" idx="3"/>
          </p:nvPr>
        </p:nvSpPr>
        <p:spPr bwMode="auto">
          <a:xfrm>
            <a:off x="3124200" y="6416675"/>
            <a:ext cx="2895600" cy="365125"/>
          </a:xfrm>
          <a:prstGeom prst="rect">
            <a:avLst/>
          </a:prstGeom>
          <a:noFill/>
        </p:spPr>
        <p:txBody>
          <a:bodyPr lIns="91440" tIns="45720" rIns="91440" bIns="45720" anchor="b"/>
          <a:lstStyle/>
          <a:p>
            <a:pPr>
              <a:defRPr/>
            </a:pPr>
            <a:endParaRPr sz="1400"/>
          </a:p>
        </p:txBody>
      </p:sp>
      <p:sp>
        <p:nvSpPr>
          <p:cNvPr id="1277837740" name="Slide Number Placeholder 22"/>
          <p:cNvSpPr>
            <a:spLocks noGrp="1" noChangeShapeType="1"/>
          </p:cNvSpPr>
          <p:nvPr>
            <p:ph type="sldNum" idx="4"/>
          </p:nvPr>
        </p:nvSpPr>
        <p:spPr bwMode="auto">
          <a:xfrm>
            <a:off x="7924800" y="6416675"/>
            <a:ext cx="762000" cy="365125"/>
          </a:xfrm>
          <a:prstGeom prst="rect">
            <a:avLst/>
          </a:prstGeom>
          <a:noFill/>
        </p:spPr>
        <p:txBody>
          <a:bodyPr lIns="0" tIns="45720" rIns="0" bIns="45720" anchor="b"/>
          <a:lstStyle>
            <a:lvl1pPr mar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Book Antiqua"/>
              </a:defRPr>
            </a:lvl1pPr>
            <a:lvl2pPr marL="457200" indent="4572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Book Antiqua"/>
              </a:defRPr>
            </a:lvl2pPr>
            <a:lvl3pPr marL="914400" indent="9144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Book Antiqua"/>
              </a:defRPr>
            </a:lvl3pPr>
            <a:lvl4pPr marL="1371600" indent="13716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Book Antiqua"/>
              </a:defRPr>
            </a:lvl4pPr>
            <a:lvl5pPr marL="1828800" indent="18288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Book Antiqua"/>
              </a:defRPr>
            </a:lvl5pPr>
          </a:lstStyle>
          <a:p>
            <a:pPr marL="0" lvl="0" indent="0" algn="r">
              <a:spcBef>
                <a:spcPts val="0"/>
              </a:spcBef>
              <a:buNone/>
              <a:defRPr/>
            </a:pPr>
            <a:fld id="{D038279B-FC19-497E-A7D1-5ADD9CAF016F}" type="slidenum">
              <a:rPr lang="en-GB" sz="1200" b="1" i="0" u="none">
                <a:solidFill>
                  <a:srgbClr val="BCBCBC"/>
                </a:solidFill>
              </a:rPr>
            </a:fld>
            <a:endParaRPr lang="en-GB" sz="1200" b="1" i="0" u="none">
              <a:solidFill>
                <a:srgbClr val="BCBCBC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0" r:id="rId1"/>
    <p:sldLayoutId id="2147483701" r:id="rId2"/>
  </p:sldLayoutIdLst>
  <p:txStyles>
    <p:titleStyle>
      <a:lvl1pPr marL="0" indent="0" algn="ctr" defTabSz="914400" rtl="0">
        <a:lnSpc>
          <a:spcPct val="100000"/>
        </a:lnSpc>
        <a:spcBef>
          <a:spcPts val="0"/>
        </a:spcBef>
        <a:spcAft>
          <a:spcPts val="0"/>
        </a:spcAft>
        <a:buNone/>
        <a:defRPr lang="en-US" sz="4100" b="1" i="0">
          <a:solidFill>
            <a:schemeClr val="dk1"/>
          </a:solidFill>
          <a:latin typeface="Lucida Sans"/>
        </a:defRPr>
      </a:lvl1pPr>
      <a:lvl2pPr marL="0" indent="0" algn="ctr" defTabSz="914400" rtl="0">
        <a:lnSpc>
          <a:spcPct val="100000"/>
        </a:lnSpc>
        <a:spcBef>
          <a:spcPts val="0"/>
        </a:spcBef>
        <a:spcAft>
          <a:spcPts val="0"/>
        </a:spcAft>
        <a:buNone/>
        <a:defRPr lang="en-US" sz="4100" b="1" i="0">
          <a:solidFill>
            <a:schemeClr val="dk1"/>
          </a:solidFill>
          <a:latin typeface="Lucida Sans"/>
        </a:defRPr>
      </a:lvl2pPr>
      <a:lvl3pPr marL="0" indent="0" algn="ctr" defTabSz="914400" rtl="0">
        <a:lnSpc>
          <a:spcPct val="100000"/>
        </a:lnSpc>
        <a:spcBef>
          <a:spcPts val="0"/>
        </a:spcBef>
        <a:spcAft>
          <a:spcPts val="0"/>
        </a:spcAft>
        <a:buNone/>
        <a:defRPr lang="en-US" sz="4100" b="1" i="0">
          <a:solidFill>
            <a:schemeClr val="dk1"/>
          </a:solidFill>
          <a:latin typeface="Lucida Sans"/>
        </a:defRPr>
      </a:lvl3pPr>
      <a:lvl4pPr marL="0" indent="0" algn="ctr" defTabSz="914400" rtl="0">
        <a:lnSpc>
          <a:spcPct val="100000"/>
        </a:lnSpc>
        <a:spcBef>
          <a:spcPts val="0"/>
        </a:spcBef>
        <a:spcAft>
          <a:spcPts val="0"/>
        </a:spcAft>
        <a:buNone/>
        <a:defRPr lang="en-US" sz="4100" b="1" i="0">
          <a:solidFill>
            <a:schemeClr val="dk1"/>
          </a:solidFill>
          <a:latin typeface="Lucida Sans"/>
        </a:defRPr>
      </a:lvl4pPr>
      <a:lvl5pPr marL="0" indent="0" algn="ctr" defTabSz="914400" rtl="0">
        <a:lnSpc>
          <a:spcPct val="100000"/>
        </a:lnSpc>
        <a:spcBef>
          <a:spcPts val="0"/>
        </a:spcBef>
        <a:spcAft>
          <a:spcPts val="0"/>
        </a:spcAft>
        <a:buNone/>
        <a:defRPr lang="en-US" sz="4100" b="1" i="0">
          <a:solidFill>
            <a:schemeClr val="dk1"/>
          </a:solidFill>
          <a:latin typeface="Lucida Sans"/>
        </a:defRPr>
      </a:lvl5pPr>
      <a:lvl6pPr>
        <a:defRPr lang="en-US" sz="1800"/>
      </a:lvl6pPr>
      <a:lvl7pPr>
        <a:defRPr lang="en-US" sz="1800"/>
      </a:lvl7pPr>
      <a:lvl8pPr>
        <a:defRPr lang="en-US" sz="1800"/>
      </a:lvl8pPr>
      <a:lvl9pPr>
        <a:defRPr lang="en-US" sz="1800"/>
      </a:lvl9pPr>
    </p:titleStyle>
    <p:bodyStyle>
      <a:lvl1pPr marL="547370" indent="136525" algn="l" defTabSz="914400" rtl="0">
        <a:lnSpc>
          <a:spcPct val="100000"/>
        </a:lnSpc>
        <a:spcBef>
          <a:spcPts val="0"/>
        </a:spcBef>
        <a:spcAft>
          <a:spcPts val="0"/>
        </a:spcAft>
        <a:buClr>
          <a:srgbClr val="F9F9F9"/>
        </a:buClr>
        <a:buSzPct val="65000"/>
        <a:buFont typeface="Wingdings 2"/>
        <a:buChar char=""/>
        <a:defRPr lang="en-US" sz="2800" b="0" i="0">
          <a:solidFill>
            <a:schemeClr val="dk1"/>
          </a:solidFill>
          <a:latin typeface="Book Antiqua"/>
        </a:defRPr>
      </a:lvl1pPr>
      <a:lvl2pPr marL="868045" indent="585470" algn="l" defTabSz="914400" rtl="0">
        <a:lnSpc>
          <a:spcPct val="100000"/>
        </a:lnSpc>
        <a:spcBef>
          <a:spcPts val="0"/>
        </a:spcBef>
        <a:spcAft>
          <a:spcPts val="0"/>
        </a:spcAft>
        <a:buClr>
          <a:srgbClr val="FFFFFF"/>
        </a:buClr>
        <a:buSzPct val="80000"/>
        <a:buChar char=""/>
        <a:defRPr lang="en-US" sz="2400" b="0" i="0">
          <a:solidFill>
            <a:schemeClr val="dk1"/>
          </a:solidFill>
          <a:latin typeface="Book Antiqua"/>
        </a:defRPr>
      </a:lvl2pPr>
      <a:lvl3pPr marL="1133475" indent="904875" algn="l" defTabSz="914400" rtl="0">
        <a:lnSpc>
          <a:spcPct val="100000"/>
        </a:lnSpc>
        <a:spcBef>
          <a:spcPts val="0"/>
        </a:spcBef>
        <a:spcAft>
          <a:spcPts val="0"/>
        </a:spcAft>
        <a:buClr>
          <a:srgbClr val="FFFFFF"/>
        </a:buClr>
        <a:buSzPct val="95000"/>
        <a:buFont typeface="Wingdings"/>
        <a:buChar char=""/>
        <a:defRPr lang="en-US" sz="2200" b="0" i="0">
          <a:solidFill>
            <a:schemeClr val="dk1"/>
          </a:solidFill>
          <a:latin typeface="Book Antiqua"/>
        </a:defRPr>
      </a:lvl3pPr>
      <a:lvl4pPr marL="1352550" indent="1169670" algn="l" defTabSz="914400" rtl="0">
        <a:lnSpc>
          <a:spcPct val="100000"/>
        </a:lnSpc>
        <a:spcBef>
          <a:spcPts val="0"/>
        </a:spcBef>
        <a:spcAft>
          <a:spcPts val="0"/>
        </a:spcAft>
        <a:buClr>
          <a:srgbClr val="FFFFFF"/>
        </a:buClr>
        <a:buSzPct val="100000"/>
        <a:buFont typeface="Wingdings 3"/>
        <a:buChar char=""/>
        <a:defRPr lang="en-US" sz="2000" b="0" i="0">
          <a:solidFill>
            <a:schemeClr val="dk1"/>
          </a:solidFill>
          <a:latin typeface="Book Antiqua"/>
        </a:defRPr>
      </a:lvl4pPr>
      <a:lvl5pPr marL="1544320" indent="1362075" algn="l" defTabSz="914400" rtl="0">
        <a:lnSpc>
          <a:spcPct val="100000"/>
        </a:lnSpc>
        <a:spcBef>
          <a:spcPts val="0"/>
        </a:spcBef>
        <a:spcAft>
          <a:spcPts val="0"/>
        </a:spcAft>
        <a:buClr>
          <a:srgbClr val="FFFFFF"/>
        </a:buClr>
        <a:buSzPct val="100000"/>
        <a:buFont typeface="Wingdings 2"/>
        <a:buChar char=""/>
        <a:defRPr lang="en-US" sz="2000" b="0" i="0">
          <a:solidFill>
            <a:schemeClr val="dk1"/>
          </a:solidFill>
          <a:latin typeface="Book Antiqua"/>
        </a:defRPr>
      </a:lvl5pPr>
      <a:lvl6pPr>
        <a:defRPr lang="en-US" sz="1800"/>
      </a:lvl6pPr>
      <a:lvl7pPr>
        <a:defRPr lang="en-US" sz="1800"/>
      </a:lvl7pPr>
      <a:lvl8pPr>
        <a:defRPr lang="en-US" sz="1800"/>
      </a:lvl8pPr>
      <a:lvl9pPr>
        <a:defRPr lang="en-US" sz="1800"/>
      </a:lvl9pPr>
    </p:bodyStyle>
    <p:otherStyle>
      <a:lvl1pPr marL="0" indent="0" algn="l" defTabSz="914400" rtl="0">
        <a:lnSpc>
          <a:spcPct val="100000"/>
        </a:lnSpc>
        <a:spcBef>
          <a:spcPts val="0"/>
        </a:spcBef>
        <a:spcAft>
          <a:spcPts val="0"/>
        </a:spcAft>
        <a:buNone/>
        <a:defRPr lang="en-US" sz="1800" b="0" i="0">
          <a:solidFill>
            <a:schemeClr val="dk1"/>
          </a:solidFill>
          <a:latin typeface="Arial"/>
          <a:ea typeface="Arial"/>
        </a:defRPr>
      </a:lvl1pPr>
      <a:lvl2pPr marL="455295" indent="457200" algn="l" defTabSz="914400" rtl="0">
        <a:lnSpc>
          <a:spcPct val="100000"/>
        </a:lnSpc>
        <a:spcBef>
          <a:spcPts val="0"/>
        </a:spcBef>
        <a:spcAft>
          <a:spcPts val="0"/>
        </a:spcAft>
        <a:buNone/>
        <a:defRPr lang="en-US" sz="1800" b="0" i="0">
          <a:solidFill>
            <a:schemeClr val="dk1"/>
          </a:solidFill>
          <a:latin typeface="Arial"/>
          <a:ea typeface="Arial"/>
        </a:defRPr>
      </a:lvl2pPr>
      <a:lvl3pPr marL="912495" indent="914400" algn="l" defTabSz="914400" rtl="0">
        <a:lnSpc>
          <a:spcPct val="100000"/>
        </a:lnSpc>
        <a:spcBef>
          <a:spcPts val="0"/>
        </a:spcBef>
        <a:spcAft>
          <a:spcPts val="0"/>
        </a:spcAft>
        <a:buNone/>
        <a:defRPr lang="en-US" sz="1800" b="0" i="0">
          <a:solidFill>
            <a:schemeClr val="dk1"/>
          </a:solidFill>
          <a:latin typeface="Arial"/>
          <a:ea typeface="Arial"/>
        </a:defRPr>
      </a:lvl3pPr>
      <a:lvl4pPr marL="1369695" indent="1371600" algn="l" defTabSz="914400" rtl="0">
        <a:lnSpc>
          <a:spcPct val="100000"/>
        </a:lnSpc>
        <a:spcBef>
          <a:spcPts val="0"/>
        </a:spcBef>
        <a:spcAft>
          <a:spcPts val="0"/>
        </a:spcAft>
        <a:buNone/>
        <a:defRPr lang="en-US" sz="1800" b="0" i="0">
          <a:solidFill>
            <a:schemeClr val="dk1"/>
          </a:solidFill>
          <a:latin typeface="Arial"/>
          <a:ea typeface="Arial"/>
        </a:defRPr>
      </a:lvl4pPr>
      <a:lvl5pPr marL="1826895" indent="1828800" algn="l" defTabSz="914400" rtl="0">
        <a:lnSpc>
          <a:spcPct val="100000"/>
        </a:lnSpc>
        <a:spcBef>
          <a:spcPts val="0"/>
        </a:spcBef>
        <a:spcAft>
          <a:spcPts val="0"/>
        </a:spcAft>
        <a:buNone/>
        <a:defRPr lang="en-US" sz="1800" b="0" i="0">
          <a:solidFill>
            <a:schemeClr val="dk1"/>
          </a:solidFill>
          <a:latin typeface="Arial"/>
          <a:ea typeface="Arial"/>
        </a:defRPr>
      </a:lvl5pPr>
      <a:lvl6pPr>
        <a:defRPr lang="en-US" sz="1800"/>
      </a:lvl6pPr>
      <a:lvl7pPr>
        <a:defRPr lang="en-US" sz="1800"/>
      </a:lvl7pPr>
      <a:lvl8pPr>
        <a:defRPr lang="en-US" sz="1800"/>
      </a:lvl8pPr>
      <a:lvl9pPr>
        <a:defRPr lang="en-US" sz="1800"/>
      </a:lvl9pPr>
    </p:otherStyle>
  </p:txStyles>
</p:sldMaster>
</file>

<file path=ppt/slideMasters/slideMaster1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849861" name="Title Placeholder 21"/>
          <p:cNvSpPr>
            <a:spLocks noGrp="1" noChangeShapeType="1"/>
          </p:cNvSpPr>
          <p:nvPr>
            <p:ph type="title"/>
          </p:nvPr>
        </p:nvSpPr>
        <p:spPr bwMode="auto">
          <a:xfrm>
            <a:off x="457200" y="274637"/>
            <a:ext cx="8229600" cy="1143000"/>
          </a:xfrm>
          <a:prstGeom prst="rect">
            <a:avLst/>
          </a:prstGeom>
          <a:noFill/>
        </p:spPr>
        <p:txBody>
          <a:bodyPr lIns="91440" tIns="45720" rIns="91440" bIns="45720" anchor="ctr" anchorCtr="0"/>
          <a:lstStyle/>
          <a:p>
            <a:pPr marL="0" lvl="0" indent="0">
              <a:spcBef>
                <a:spcPts val="0"/>
              </a:spcBef>
              <a:buNone/>
              <a:defRPr/>
            </a:pPr>
            <a:r>
              <a:t>Click to edit Master title style</a:t>
            </a:r>
          </a:p>
        </p:txBody>
      </p:sp>
      <p:sp>
        <p:nvSpPr>
          <p:cNvPr id="1364241970" name="Text Placeholder 12"/>
          <p:cNvSpPr>
            <a:spLocks noGrp="1" noChangeShapeType="1"/>
          </p:cNvSpPr>
          <p:nvPr>
            <p:ph type="body" idx="1"/>
          </p:nvPr>
        </p:nvSpPr>
        <p:spPr bwMode="auto">
          <a:xfrm>
            <a:off x="457200" y="1600200"/>
            <a:ext cx="8229600" cy="4708525"/>
          </a:xfrm>
          <a:prstGeom prst="rect">
            <a:avLst/>
          </a:prstGeom>
          <a:noFill/>
        </p:spPr>
        <p:txBody>
          <a:bodyPr lIns="91440" tIns="45720" rIns="91440" bIns="45720"/>
          <a:lstStyle>
            <a:lvl1pPr marL="547370" indent="136525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9F9F9"/>
              </a:buClr>
              <a:buSzPct val="65000"/>
              <a:buChar char=""/>
              <a:defRPr sz="2800" b="0" i="0">
                <a:solidFill>
                  <a:schemeClr val="dk1"/>
                </a:solidFill>
                <a:latin typeface="Book Antiqua"/>
              </a:defRPr>
            </a:lvl1pPr>
            <a:lvl2pPr marL="868045" indent="58547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80000"/>
              <a:buChar char=""/>
              <a:defRPr sz="2400" b="0" i="0">
                <a:solidFill>
                  <a:schemeClr val="dk1"/>
                </a:solidFill>
                <a:latin typeface="Book Antiqua"/>
              </a:defRPr>
            </a:lvl2pPr>
            <a:lvl3pPr marL="1133475" indent="904875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95000"/>
              <a:buChar char=""/>
              <a:defRPr sz="2200" b="0" i="0">
                <a:solidFill>
                  <a:schemeClr val="dk1"/>
                </a:solidFill>
                <a:latin typeface="Book Antiqua"/>
              </a:defRPr>
            </a:lvl3pPr>
            <a:lvl4pPr marL="1352550" indent="116967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00000"/>
              <a:buChar char=""/>
              <a:defRPr sz="2000" b="0" i="0">
                <a:solidFill>
                  <a:schemeClr val="dk1"/>
                </a:solidFill>
                <a:latin typeface="Book Antiqua"/>
              </a:defRPr>
            </a:lvl4pPr>
            <a:lvl5pPr marL="1544320" indent="1362075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00000"/>
              <a:buChar char=""/>
              <a:defRPr sz="2000" b="0" i="0">
                <a:solidFill>
                  <a:schemeClr val="dk1"/>
                </a:solidFill>
                <a:latin typeface="Book Antiqua"/>
              </a:defRPr>
            </a:lvl5pPr>
          </a:lstStyle>
          <a:p>
            <a:pPr marL="547370" lvl="0" indent="-410845">
              <a:spcBef>
                <a:spcPts val="0"/>
              </a:spcBef>
              <a:buClr>
                <a:srgbClr val="F9F9F9"/>
              </a:buClr>
              <a:buSzPct val="65000"/>
              <a:buFont typeface="Wingdings 2"/>
              <a:buChar char=""/>
              <a:defRPr/>
            </a:pPr>
            <a:r>
              <a:t>Click to edit Master text styles</a:t>
            </a:r>
          </a:p>
          <a:p>
            <a:pPr marL="868045" lvl="1" indent="-282575">
              <a:spcBef>
                <a:spcPts val="0"/>
              </a:spcBef>
              <a:buClr>
                <a:srgbClr val="FFFFFF"/>
              </a:buClr>
              <a:buSzPct val="80000"/>
              <a:buChar char=""/>
              <a:defRPr/>
            </a:pPr>
            <a:r>
              <a:t>Second level</a:t>
            </a:r>
          </a:p>
          <a:p>
            <a:pPr marL="1133475" lvl="2" indent="-228600">
              <a:spcBef>
                <a:spcPts val="0"/>
              </a:spcBef>
              <a:buClr>
                <a:srgbClr val="FFFFFF"/>
              </a:buClr>
              <a:buSzPct val="95000"/>
              <a:buFont typeface="Wingdings"/>
              <a:buChar char=""/>
              <a:defRPr/>
            </a:pPr>
            <a:r>
              <a:t>Third level</a:t>
            </a:r>
          </a:p>
          <a:p>
            <a:pPr marL="1352550" lvl="3" indent="-182880">
              <a:spcBef>
                <a:spcPts val="0"/>
              </a:spcBef>
              <a:buClr>
                <a:srgbClr val="FFFFFF"/>
              </a:buClr>
              <a:buSzPct val="100000"/>
              <a:buFont typeface="Wingdings 3"/>
              <a:buChar char=""/>
              <a:defRPr/>
            </a:pPr>
            <a:r>
              <a:t>Fourth level</a:t>
            </a:r>
          </a:p>
          <a:p>
            <a:pPr marL="1544320" lvl="4" indent="-182245">
              <a:spcBef>
                <a:spcPts val="0"/>
              </a:spcBef>
              <a:buClr>
                <a:srgbClr val="FFFFFF"/>
              </a:buClr>
              <a:buSzPct val="100000"/>
              <a:buFont typeface="Wingdings 2"/>
              <a:buChar char=""/>
              <a:defRPr/>
            </a:pPr>
            <a:r>
              <a:t>Fifth level</a:t>
            </a:r>
          </a:p>
        </p:txBody>
      </p:sp>
      <p:sp>
        <p:nvSpPr>
          <p:cNvPr id="1823881810" name="Date Placeholder 13"/>
          <p:cNvSpPr>
            <a:spLocks noGrp="1" noChangeShapeType="1"/>
          </p:cNvSpPr>
          <p:nvPr>
            <p:ph type="dt" idx="2"/>
          </p:nvPr>
        </p:nvSpPr>
        <p:spPr bwMode="auto">
          <a:xfrm>
            <a:off x="457200" y="6416675"/>
            <a:ext cx="2133600" cy="365125"/>
          </a:xfrm>
          <a:prstGeom prst="rect">
            <a:avLst/>
          </a:prstGeom>
          <a:noFill/>
        </p:spPr>
        <p:txBody>
          <a:bodyPr lIns="91440" tIns="45720" rIns="91440" bIns="45720" anchor="b"/>
          <a:lstStyle/>
          <a:p>
            <a:pPr>
              <a:defRPr/>
            </a:pPr>
            <a:endParaRPr sz="1400"/>
          </a:p>
        </p:txBody>
      </p:sp>
      <p:sp>
        <p:nvSpPr>
          <p:cNvPr id="599322228" name="Footer Placeholder 2"/>
          <p:cNvSpPr>
            <a:spLocks noGrp="1" noChangeShapeType="1"/>
          </p:cNvSpPr>
          <p:nvPr>
            <p:ph type="ftr" idx="3"/>
          </p:nvPr>
        </p:nvSpPr>
        <p:spPr bwMode="auto">
          <a:xfrm>
            <a:off x="3124200" y="6416675"/>
            <a:ext cx="2895600" cy="365125"/>
          </a:xfrm>
          <a:prstGeom prst="rect">
            <a:avLst/>
          </a:prstGeom>
          <a:noFill/>
        </p:spPr>
        <p:txBody>
          <a:bodyPr lIns="91440" tIns="45720" rIns="91440" bIns="45720" anchor="b"/>
          <a:lstStyle/>
          <a:p>
            <a:pPr>
              <a:defRPr/>
            </a:pPr>
            <a:endParaRPr sz="1400"/>
          </a:p>
        </p:txBody>
      </p:sp>
      <p:sp>
        <p:nvSpPr>
          <p:cNvPr id="128599822" name="Slide Number Placeholder 22"/>
          <p:cNvSpPr>
            <a:spLocks noGrp="1" noChangeShapeType="1"/>
          </p:cNvSpPr>
          <p:nvPr>
            <p:ph type="sldNum" idx="4"/>
          </p:nvPr>
        </p:nvSpPr>
        <p:spPr bwMode="auto">
          <a:xfrm>
            <a:off x="7924800" y="6416675"/>
            <a:ext cx="762000" cy="365125"/>
          </a:xfrm>
          <a:prstGeom prst="rect">
            <a:avLst/>
          </a:prstGeom>
          <a:noFill/>
        </p:spPr>
        <p:txBody>
          <a:bodyPr lIns="0" tIns="45720" rIns="0" bIns="45720" anchor="b"/>
          <a:lstStyle>
            <a:lvl1pPr mar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Book Antiqua"/>
              </a:defRPr>
            </a:lvl1pPr>
            <a:lvl2pPr marL="457200" indent="4572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Book Antiqua"/>
              </a:defRPr>
            </a:lvl2pPr>
            <a:lvl3pPr marL="914400" indent="9144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Book Antiqua"/>
              </a:defRPr>
            </a:lvl3pPr>
            <a:lvl4pPr marL="1371600" indent="13716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Book Antiqua"/>
              </a:defRPr>
            </a:lvl4pPr>
            <a:lvl5pPr marL="1828800" indent="18288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Book Antiqua"/>
              </a:defRPr>
            </a:lvl5pPr>
          </a:lstStyle>
          <a:p>
            <a:pPr marL="0" lvl="0" indent="0" algn="r">
              <a:spcBef>
                <a:spcPts val="0"/>
              </a:spcBef>
              <a:buNone/>
              <a:defRPr/>
            </a:pPr>
            <a:fld id="{D038279B-FC19-497E-A7D1-5ADD9CAF016F}" type="slidenum">
              <a:rPr lang="en-GB" sz="1200" b="1" i="0" u="none">
                <a:solidFill>
                  <a:srgbClr val="BCBCBC"/>
                </a:solidFill>
              </a:rPr>
            </a:fld>
            <a:endParaRPr lang="en-GB" sz="1200" b="1" i="0" u="none">
              <a:solidFill>
                <a:srgbClr val="BCBCBC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704" r:id="rId2"/>
  </p:sldLayoutIdLst>
  <p:txStyles>
    <p:titleStyle>
      <a:lvl1pPr marL="0" indent="0" algn="ctr" defTabSz="914400" rtl="0">
        <a:lnSpc>
          <a:spcPct val="100000"/>
        </a:lnSpc>
        <a:spcBef>
          <a:spcPts val="0"/>
        </a:spcBef>
        <a:spcAft>
          <a:spcPts val="0"/>
        </a:spcAft>
        <a:buNone/>
        <a:defRPr lang="en-US" sz="4100" b="1" i="0">
          <a:solidFill>
            <a:schemeClr val="dk1"/>
          </a:solidFill>
          <a:latin typeface="Lucida Sans"/>
        </a:defRPr>
      </a:lvl1pPr>
      <a:lvl2pPr marL="0" indent="0" algn="ctr" defTabSz="914400" rtl="0">
        <a:lnSpc>
          <a:spcPct val="100000"/>
        </a:lnSpc>
        <a:spcBef>
          <a:spcPts val="0"/>
        </a:spcBef>
        <a:spcAft>
          <a:spcPts val="0"/>
        </a:spcAft>
        <a:buNone/>
        <a:defRPr lang="en-US" sz="4100" b="1" i="0">
          <a:solidFill>
            <a:schemeClr val="dk1"/>
          </a:solidFill>
          <a:latin typeface="Lucida Sans"/>
        </a:defRPr>
      </a:lvl2pPr>
      <a:lvl3pPr marL="0" indent="0" algn="ctr" defTabSz="914400" rtl="0">
        <a:lnSpc>
          <a:spcPct val="100000"/>
        </a:lnSpc>
        <a:spcBef>
          <a:spcPts val="0"/>
        </a:spcBef>
        <a:spcAft>
          <a:spcPts val="0"/>
        </a:spcAft>
        <a:buNone/>
        <a:defRPr lang="en-US" sz="4100" b="1" i="0">
          <a:solidFill>
            <a:schemeClr val="dk1"/>
          </a:solidFill>
          <a:latin typeface="Lucida Sans"/>
        </a:defRPr>
      </a:lvl3pPr>
      <a:lvl4pPr marL="0" indent="0" algn="ctr" defTabSz="914400" rtl="0">
        <a:lnSpc>
          <a:spcPct val="100000"/>
        </a:lnSpc>
        <a:spcBef>
          <a:spcPts val="0"/>
        </a:spcBef>
        <a:spcAft>
          <a:spcPts val="0"/>
        </a:spcAft>
        <a:buNone/>
        <a:defRPr lang="en-US" sz="4100" b="1" i="0">
          <a:solidFill>
            <a:schemeClr val="dk1"/>
          </a:solidFill>
          <a:latin typeface="Lucida Sans"/>
        </a:defRPr>
      </a:lvl4pPr>
      <a:lvl5pPr marL="0" indent="0" algn="ctr" defTabSz="914400" rtl="0">
        <a:lnSpc>
          <a:spcPct val="100000"/>
        </a:lnSpc>
        <a:spcBef>
          <a:spcPts val="0"/>
        </a:spcBef>
        <a:spcAft>
          <a:spcPts val="0"/>
        </a:spcAft>
        <a:buNone/>
        <a:defRPr lang="en-US" sz="4100" b="1" i="0">
          <a:solidFill>
            <a:schemeClr val="dk1"/>
          </a:solidFill>
          <a:latin typeface="Lucida Sans"/>
        </a:defRPr>
      </a:lvl5pPr>
      <a:lvl6pPr>
        <a:defRPr lang="en-US" sz="1800"/>
      </a:lvl6pPr>
      <a:lvl7pPr>
        <a:defRPr lang="en-US" sz="1800"/>
      </a:lvl7pPr>
      <a:lvl8pPr>
        <a:defRPr lang="en-US" sz="1800"/>
      </a:lvl8pPr>
      <a:lvl9pPr>
        <a:defRPr lang="en-US" sz="1800"/>
      </a:lvl9pPr>
    </p:titleStyle>
    <p:bodyStyle>
      <a:lvl1pPr marL="547370" indent="136525" algn="l" defTabSz="914400" rtl="0">
        <a:lnSpc>
          <a:spcPct val="100000"/>
        </a:lnSpc>
        <a:spcBef>
          <a:spcPts val="0"/>
        </a:spcBef>
        <a:spcAft>
          <a:spcPts val="0"/>
        </a:spcAft>
        <a:buClr>
          <a:srgbClr val="F9F9F9"/>
        </a:buClr>
        <a:buSzPct val="65000"/>
        <a:buFont typeface="Wingdings 2"/>
        <a:buChar char=""/>
        <a:defRPr lang="en-US" sz="2800" b="0" i="0">
          <a:solidFill>
            <a:schemeClr val="dk1"/>
          </a:solidFill>
          <a:latin typeface="Book Antiqua"/>
        </a:defRPr>
      </a:lvl1pPr>
      <a:lvl2pPr marL="868045" indent="585470" algn="l" defTabSz="914400" rtl="0">
        <a:lnSpc>
          <a:spcPct val="100000"/>
        </a:lnSpc>
        <a:spcBef>
          <a:spcPts val="0"/>
        </a:spcBef>
        <a:spcAft>
          <a:spcPts val="0"/>
        </a:spcAft>
        <a:buClr>
          <a:srgbClr val="FFFFFF"/>
        </a:buClr>
        <a:buSzPct val="80000"/>
        <a:buChar char=""/>
        <a:defRPr lang="en-US" sz="2400" b="0" i="0">
          <a:solidFill>
            <a:schemeClr val="dk1"/>
          </a:solidFill>
          <a:latin typeface="Book Antiqua"/>
        </a:defRPr>
      </a:lvl2pPr>
      <a:lvl3pPr marL="1133475" indent="904875" algn="l" defTabSz="914400" rtl="0">
        <a:lnSpc>
          <a:spcPct val="100000"/>
        </a:lnSpc>
        <a:spcBef>
          <a:spcPts val="0"/>
        </a:spcBef>
        <a:spcAft>
          <a:spcPts val="0"/>
        </a:spcAft>
        <a:buClr>
          <a:srgbClr val="FFFFFF"/>
        </a:buClr>
        <a:buSzPct val="95000"/>
        <a:buFont typeface="Wingdings"/>
        <a:buChar char=""/>
        <a:defRPr lang="en-US" sz="2200" b="0" i="0">
          <a:solidFill>
            <a:schemeClr val="dk1"/>
          </a:solidFill>
          <a:latin typeface="Book Antiqua"/>
        </a:defRPr>
      </a:lvl3pPr>
      <a:lvl4pPr marL="1352550" indent="1169670" algn="l" defTabSz="914400" rtl="0">
        <a:lnSpc>
          <a:spcPct val="100000"/>
        </a:lnSpc>
        <a:spcBef>
          <a:spcPts val="0"/>
        </a:spcBef>
        <a:spcAft>
          <a:spcPts val="0"/>
        </a:spcAft>
        <a:buClr>
          <a:srgbClr val="FFFFFF"/>
        </a:buClr>
        <a:buSzPct val="100000"/>
        <a:buFont typeface="Wingdings 3"/>
        <a:buChar char=""/>
        <a:defRPr lang="en-US" sz="2000" b="0" i="0">
          <a:solidFill>
            <a:schemeClr val="dk1"/>
          </a:solidFill>
          <a:latin typeface="Book Antiqua"/>
        </a:defRPr>
      </a:lvl4pPr>
      <a:lvl5pPr marL="1544320" indent="1362075" algn="l" defTabSz="914400" rtl="0">
        <a:lnSpc>
          <a:spcPct val="100000"/>
        </a:lnSpc>
        <a:spcBef>
          <a:spcPts val="0"/>
        </a:spcBef>
        <a:spcAft>
          <a:spcPts val="0"/>
        </a:spcAft>
        <a:buClr>
          <a:srgbClr val="FFFFFF"/>
        </a:buClr>
        <a:buSzPct val="100000"/>
        <a:buFont typeface="Wingdings 2"/>
        <a:buChar char=""/>
        <a:defRPr lang="en-US" sz="2000" b="0" i="0">
          <a:solidFill>
            <a:schemeClr val="dk1"/>
          </a:solidFill>
          <a:latin typeface="Book Antiqua"/>
        </a:defRPr>
      </a:lvl5pPr>
      <a:lvl6pPr>
        <a:defRPr lang="en-US" sz="1800"/>
      </a:lvl6pPr>
      <a:lvl7pPr>
        <a:defRPr lang="en-US" sz="1800"/>
      </a:lvl7pPr>
      <a:lvl8pPr>
        <a:defRPr lang="en-US" sz="1800"/>
      </a:lvl8pPr>
      <a:lvl9pPr>
        <a:defRPr lang="en-US" sz="1800"/>
      </a:lvl9pPr>
    </p:bodyStyle>
    <p:otherStyle>
      <a:lvl1pPr marL="0" indent="0" algn="l" defTabSz="914400" rtl="0">
        <a:lnSpc>
          <a:spcPct val="100000"/>
        </a:lnSpc>
        <a:spcBef>
          <a:spcPts val="0"/>
        </a:spcBef>
        <a:spcAft>
          <a:spcPts val="0"/>
        </a:spcAft>
        <a:buNone/>
        <a:defRPr lang="en-US" sz="1800" b="0" i="0">
          <a:solidFill>
            <a:schemeClr val="dk1"/>
          </a:solidFill>
          <a:latin typeface="Arial"/>
          <a:ea typeface="Arial"/>
        </a:defRPr>
      </a:lvl1pPr>
      <a:lvl2pPr marL="455295" indent="457200" algn="l" defTabSz="914400" rtl="0">
        <a:lnSpc>
          <a:spcPct val="100000"/>
        </a:lnSpc>
        <a:spcBef>
          <a:spcPts val="0"/>
        </a:spcBef>
        <a:spcAft>
          <a:spcPts val="0"/>
        </a:spcAft>
        <a:buNone/>
        <a:defRPr lang="en-US" sz="1800" b="0" i="0">
          <a:solidFill>
            <a:schemeClr val="dk1"/>
          </a:solidFill>
          <a:latin typeface="Arial"/>
          <a:ea typeface="Arial"/>
        </a:defRPr>
      </a:lvl2pPr>
      <a:lvl3pPr marL="912495" indent="914400" algn="l" defTabSz="914400" rtl="0">
        <a:lnSpc>
          <a:spcPct val="100000"/>
        </a:lnSpc>
        <a:spcBef>
          <a:spcPts val="0"/>
        </a:spcBef>
        <a:spcAft>
          <a:spcPts val="0"/>
        </a:spcAft>
        <a:buNone/>
        <a:defRPr lang="en-US" sz="1800" b="0" i="0">
          <a:solidFill>
            <a:schemeClr val="dk1"/>
          </a:solidFill>
          <a:latin typeface="Arial"/>
          <a:ea typeface="Arial"/>
        </a:defRPr>
      </a:lvl3pPr>
      <a:lvl4pPr marL="1369695" indent="1371600" algn="l" defTabSz="914400" rtl="0">
        <a:lnSpc>
          <a:spcPct val="100000"/>
        </a:lnSpc>
        <a:spcBef>
          <a:spcPts val="0"/>
        </a:spcBef>
        <a:spcAft>
          <a:spcPts val="0"/>
        </a:spcAft>
        <a:buNone/>
        <a:defRPr lang="en-US" sz="1800" b="0" i="0">
          <a:solidFill>
            <a:schemeClr val="dk1"/>
          </a:solidFill>
          <a:latin typeface="Arial"/>
          <a:ea typeface="Arial"/>
        </a:defRPr>
      </a:lvl4pPr>
      <a:lvl5pPr marL="1826895" indent="1828800" algn="l" defTabSz="914400" rtl="0">
        <a:lnSpc>
          <a:spcPct val="100000"/>
        </a:lnSpc>
        <a:spcBef>
          <a:spcPts val="0"/>
        </a:spcBef>
        <a:spcAft>
          <a:spcPts val="0"/>
        </a:spcAft>
        <a:buNone/>
        <a:defRPr lang="en-US" sz="1800" b="0" i="0">
          <a:solidFill>
            <a:schemeClr val="dk1"/>
          </a:solidFill>
          <a:latin typeface="Arial"/>
          <a:ea typeface="Arial"/>
        </a:defRPr>
      </a:lvl5pPr>
      <a:lvl6pPr>
        <a:defRPr lang="en-US" sz="1800"/>
      </a:lvl6pPr>
      <a:lvl7pPr>
        <a:defRPr lang="en-US" sz="1800"/>
      </a:lvl7pPr>
      <a:lvl8pPr>
        <a:defRPr lang="en-US" sz="1800"/>
      </a:lvl8pPr>
      <a:lvl9pPr>
        <a:defRPr lang="en-US" sz="1800"/>
      </a:lvl9pPr>
    </p:otherStyle>
  </p:txStyles>
</p:sldMaster>
</file>

<file path=ppt/slideMasters/slideMaster2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27673109" name="Title Placeholder 21"/>
          <p:cNvSpPr>
            <a:spLocks noGrp="1" noChangeShapeType="1"/>
          </p:cNvSpPr>
          <p:nvPr>
            <p:ph type="title"/>
          </p:nvPr>
        </p:nvSpPr>
        <p:spPr bwMode="auto">
          <a:xfrm>
            <a:off x="457200" y="274637"/>
            <a:ext cx="8229600" cy="1143000"/>
          </a:xfrm>
          <a:prstGeom prst="rect">
            <a:avLst/>
          </a:prstGeom>
          <a:noFill/>
        </p:spPr>
        <p:txBody>
          <a:bodyPr lIns="91440" tIns="45720" rIns="91440" bIns="45720" anchor="ctr" anchorCtr="0"/>
          <a:lstStyle/>
          <a:p>
            <a:pPr marL="0" lvl="0" indent="0">
              <a:spcBef>
                <a:spcPts val="0"/>
              </a:spcBef>
              <a:buNone/>
              <a:defRPr/>
            </a:pPr>
            <a:r>
              <a:t>Click to edit Master title style</a:t>
            </a:r>
          </a:p>
        </p:txBody>
      </p:sp>
      <p:sp>
        <p:nvSpPr>
          <p:cNvPr id="1631711510" name="Text Placeholder 12"/>
          <p:cNvSpPr>
            <a:spLocks noGrp="1" noChangeShapeType="1"/>
          </p:cNvSpPr>
          <p:nvPr>
            <p:ph type="body" idx="1"/>
          </p:nvPr>
        </p:nvSpPr>
        <p:spPr bwMode="auto">
          <a:xfrm>
            <a:off x="457200" y="1600200"/>
            <a:ext cx="8229600" cy="4708525"/>
          </a:xfrm>
          <a:prstGeom prst="rect">
            <a:avLst/>
          </a:prstGeom>
          <a:noFill/>
        </p:spPr>
        <p:txBody>
          <a:bodyPr lIns="91440" tIns="45720" rIns="91440" bIns="45720"/>
          <a:lstStyle>
            <a:lvl1pPr marL="547370" indent="136525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9F9F9"/>
              </a:buClr>
              <a:buSzPct val="65000"/>
              <a:buChar char=""/>
              <a:defRPr sz="2800" b="0" i="0">
                <a:solidFill>
                  <a:schemeClr val="dk1"/>
                </a:solidFill>
                <a:latin typeface="Book Antiqua"/>
              </a:defRPr>
            </a:lvl1pPr>
            <a:lvl2pPr marL="868045" indent="58547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80000"/>
              <a:buChar char=""/>
              <a:defRPr sz="2400" b="0" i="0">
                <a:solidFill>
                  <a:schemeClr val="dk1"/>
                </a:solidFill>
                <a:latin typeface="Book Antiqua"/>
              </a:defRPr>
            </a:lvl2pPr>
            <a:lvl3pPr marL="1133475" indent="904875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95000"/>
              <a:buChar char=""/>
              <a:defRPr sz="2200" b="0" i="0">
                <a:solidFill>
                  <a:schemeClr val="dk1"/>
                </a:solidFill>
                <a:latin typeface="Book Antiqua"/>
              </a:defRPr>
            </a:lvl3pPr>
            <a:lvl4pPr marL="1352550" indent="116967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00000"/>
              <a:buChar char=""/>
              <a:defRPr sz="2000" b="0" i="0">
                <a:solidFill>
                  <a:schemeClr val="dk1"/>
                </a:solidFill>
                <a:latin typeface="Book Antiqua"/>
              </a:defRPr>
            </a:lvl4pPr>
            <a:lvl5pPr marL="1544320" indent="1362075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00000"/>
              <a:buChar char=""/>
              <a:defRPr sz="2000" b="0" i="0">
                <a:solidFill>
                  <a:schemeClr val="dk1"/>
                </a:solidFill>
                <a:latin typeface="Book Antiqua"/>
              </a:defRPr>
            </a:lvl5pPr>
          </a:lstStyle>
          <a:p>
            <a:pPr marL="547370" lvl="0" indent="-410845">
              <a:spcBef>
                <a:spcPts val="0"/>
              </a:spcBef>
              <a:buClr>
                <a:srgbClr val="F9F9F9"/>
              </a:buClr>
              <a:buSzPct val="65000"/>
              <a:buFont typeface="Wingdings 2"/>
              <a:buChar char=""/>
              <a:defRPr/>
            </a:pPr>
            <a:r>
              <a:t>Click to edit Master text styles</a:t>
            </a:r>
          </a:p>
          <a:p>
            <a:pPr marL="868045" lvl="1" indent="-282575">
              <a:spcBef>
                <a:spcPts val="0"/>
              </a:spcBef>
              <a:buClr>
                <a:srgbClr val="FFFFFF"/>
              </a:buClr>
              <a:buSzPct val="80000"/>
              <a:buChar char=""/>
              <a:defRPr/>
            </a:pPr>
            <a:r>
              <a:t>Second level</a:t>
            </a:r>
          </a:p>
          <a:p>
            <a:pPr marL="1133475" lvl="2" indent="-228600">
              <a:spcBef>
                <a:spcPts val="0"/>
              </a:spcBef>
              <a:buClr>
                <a:srgbClr val="FFFFFF"/>
              </a:buClr>
              <a:buSzPct val="95000"/>
              <a:buFont typeface="Wingdings"/>
              <a:buChar char=""/>
              <a:defRPr/>
            </a:pPr>
            <a:r>
              <a:t>Third level</a:t>
            </a:r>
          </a:p>
          <a:p>
            <a:pPr marL="1352550" lvl="3" indent="-182880">
              <a:spcBef>
                <a:spcPts val="0"/>
              </a:spcBef>
              <a:buClr>
                <a:srgbClr val="FFFFFF"/>
              </a:buClr>
              <a:buSzPct val="100000"/>
              <a:buFont typeface="Wingdings 3"/>
              <a:buChar char=""/>
              <a:defRPr/>
            </a:pPr>
            <a:r>
              <a:t>Fourth level</a:t>
            </a:r>
          </a:p>
          <a:p>
            <a:pPr marL="1544320" lvl="4" indent="-182245">
              <a:spcBef>
                <a:spcPts val="0"/>
              </a:spcBef>
              <a:buClr>
                <a:srgbClr val="FFFFFF"/>
              </a:buClr>
              <a:buSzPct val="100000"/>
              <a:buFont typeface="Wingdings 2"/>
              <a:buChar char=""/>
              <a:defRPr/>
            </a:pPr>
            <a:r>
              <a:t>Fifth level</a:t>
            </a:r>
          </a:p>
        </p:txBody>
      </p:sp>
      <p:sp>
        <p:nvSpPr>
          <p:cNvPr id="202118281" name="Date Placeholder 13"/>
          <p:cNvSpPr>
            <a:spLocks noGrp="1" noChangeShapeType="1"/>
          </p:cNvSpPr>
          <p:nvPr>
            <p:ph type="dt" idx="2"/>
          </p:nvPr>
        </p:nvSpPr>
        <p:spPr bwMode="auto">
          <a:xfrm>
            <a:off x="457200" y="6416675"/>
            <a:ext cx="2133600" cy="365125"/>
          </a:xfrm>
          <a:prstGeom prst="rect">
            <a:avLst/>
          </a:prstGeom>
          <a:noFill/>
        </p:spPr>
        <p:txBody>
          <a:bodyPr lIns="91440" tIns="45720" rIns="91440" bIns="45720" anchor="b"/>
          <a:lstStyle/>
          <a:p>
            <a:pPr>
              <a:defRPr/>
            </a:pPr>
            <a:endParaRPr sz="1400"/>
          </a:p>
        </p:txBody>
      </p:sp>
      <p:sp>
        <p:nvSpPr>
          <p:cNvPr id="796511528" name="Footer Placeholder 2"/>
          <p:cNvSpPr>
            <a:spLocks noGrp="1" noChangeShapeType="1"/>
          </p:cNvSpPr>
          <p:nvPr>
            <p:ph type="ftr" idx="3"/>
          </p:nvPr>
        </p:nvSpPr>
        <p:spPr bwMode="auto">
          <a:xfrm>
            <a:off x="3124200" y="6416675"/>
            <a:ext cx="2895600" cy="365125"/>
          </a:xfrm>
          <a:prstGeom prst="rect">
            <a:avLst/>
          </a:prstGeom>
          <a:noFill/>
        </p:spPr>
        <p:txBody>
          <a:bodyPr lIns="91440" tIns="45720" rIns="91440" bIns="45720" anchor="b"/>
          <a:lstStyle/>
          <a:p>
            <a:pPr>
              <a:defRPr/>
            </a:pPr>
            <a:endParaRPr sz="1400"/>
          </a:p>
        </p:txBody>
      </p:sp>
      <p:sp>
        <p:nvSpPr>
          <p:cNvPr id="783680328" name="Slide Number Placeholder 22"/>
          <p:cNvSpPr>
            <a:spLocks noGrp="1" noChangeShapeType="1"/>
          </p:cNvSpPr>
          <p:nvPr>
            <p:ph type="sldNum" idx="4"/>
          </p:nvPr>
        </p:nvSpPr>
        <p:spPr bwMode="auto">
          <a:xfrm>
            <a:off x="7924800" y="6416675"/>
            <a:ext cx="762000" cy="365125"/>
          </a:xfrm>
          <a:prstGeom prst="rect">
            <a:avLst/>
          </a:prstGeom>
          <a:noFill/>
        </p:spPr>
        <p:txBody>
          <a:bodyPr lIns="0" tIns="45720" rIns="0" bIns="45720" anchor="b"/>
          <a:lstStyle>
            <a:lvl1pPr mar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Book Antiqua"/>
              </a:defRPr>
            </a:lvl1pPr>
            <a:lvl2pPr marL="457200" indent="4572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Book Antiqua"/>
              </a:defRPr>
            </a:lvl2pPr>
            <a:lvl3pPr marL="914400" indent="9144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Book Antiqua"/>
              </a:defRPr>
            </a:lvl3pPr>
            <a:lvl4pPr marL="1371600" indent="13716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Book Antiqua"/>
              </a:defRPr>
            </a:lvl4pPr>
            <a:lvl5pPr marL="1828800" indent="18288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Book Antiqua"/>
              </a:defRPr>
            </a:lvl5pPr>
          </a:lstStyle>
          <a:p>
            <a:pPr marL="0" lvl="0" indent="0" algn="r">
              <a:spcBef>
                <a:spcPts val="0"/>
              </a:spcBef>
              <a:buNone/>
              <a:defRPr/>
            </a:pPr>
            <a:fld id="{D038279B-FC19-497E-A7D1-5ADD9CAF016F}" type="slidenum">
              <a:rPr lang="en-GB" sz="1200" b="1" i="0" u="none">
                <a:solidFill>
                  <a:srgbClr val="BCBCBC"/>
                </a:solidFill>
              </a:rPr>
            </a:fld>
            <a:endParaRPr lang="en-GB" sz="1200" b="1" i="0" u="none">
              <a:solidFill>
                <a:srgbClr val="BCBCBC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6" r:id="rId1"/>
    <p:sldLayoutId id="2147483707" r:id="rId2"/>
  </p:sldLayoutIdLst>
  <p:txStyles>
    <p:titleStyle>
      <a:lvl1pPr marL="0" indent="0" algn="ctr" defTabSz="914400" rtl="0">
        <a:lnSpc>
          <a:spcPct val="100000"/>
        </a:lnSpc>
        <a:spcBef>
          <a:spcPts val="0"/>
        </a:spcBef>
        <a:spcAft>
          <a:spcPts val="0"/>
        </a:spcAft>
        <a:buNone/>
        <a:defRPr lang="en-US" sz="4100" b="1" i="0">
          <a:solidFill>
            <a:schemeClr val="dk1"/>
          </a:solidFill>
          <a:latin typeface="Lucida Sans"/>
        </a:defRPr>
      </a:lvl1pPr>
      <a:lvl2pPr marL="0" indent="0" algn="ctr" defTabSz="914400" rtl="0">
        <a:lnSpc>
          <a:spcPct val="100000"/>
        </a:lnSpc>
        <a:spcBef>
          <a:spcPts val="0"/>
        </a:spcBef>
        <a:spcAft>
          <a:spcPts val="0"/>
        </a:spcAft>
        <a:buNone/>
        <a:defRPr lang="en-US" sz="4100" b="1" i="0">
          <a:solidFill>
            <a:schemeClr val="dk1"/>
          </a:solidFill>
          <a:latin typeface="Lucida Sans"/>
        </a:defRPr>
      </a:lvl2pPr>
      <a:lvl3pPr marL="0" indent="0" algn="ctr" defTabSz="914400" rtl="0">
        <a:lnSpc>
          <a:spcPct val="100000"/>
        </a:lnSpc>
        <a:spcBef>
          <a:spcPts val="0"/>
        </a:spcBef>
        <a:spcAft>
          <a:spcPts val="0"/>
        </a:spcAft>
        <a:buNone/>
        <a:defRPr lang="en-US" sz="4100" b="1" i="0">
          <a:solidFill>
            <a:schemeClr val="dk1"/>
          </a:solidFill>
          <a:latin typeface="Lucida Sans"/>
        </a:defRPr>
      </a:lvl3pPr>
      <a:lvl4pPr marL="0" indent="0" algn="ctr" defTabSz="914400" rtl="0">
        <a:lnSpc>
          <a:spcPct val="100000"/>
        </a:lnSpc>
        <a:spcBef>
          <a:spcPts val="0"/>
        </a:spcBef>
        <a:spcAft>
          <a:spcPts val="0"/>
        </a:spcAft>
        <a:buNone/>
        <a:defRPr lang="en-US" sz="4100" b="1" i="0">
          <a:solidFill>
            <a:schemeClr val="dk1"/>
          </a:solidFill>
          <a:latin typeface="Lucida Sans"/>
        </a:defRPr>
      </a:lvl4pPr>
      <a:lvl5pPr marL="0" indent="0" algn="ctr" defTabSz="914400" rtl="0">
        <a:lnSpc>
          <a:spcPct val="100000"/>
        </a:lnSpc>
        <a:spcBef>
          <a:spcPts val="0"/>
        </a:spcBef>
        <a:spcAft>
          <a:spcPts val="0"/>
        </a:spcAft>
        <a:buNone/>
        <a:defRPr lang="en-US" sz="4100" b="1" i="0">
          <a:solidFill>
            <a:schemeClr val="dk1"/>
          </a:solidFill>
          <a:latin typeface="Lucida Sans"/>
        </a:defRPr>
      </a:lvl5pPr>
      <a:lvl6pPr>
        <a:defRPr lang="en-US" sz="1800"/>
      </a:lvl6pPr>
      <a:lvl7pPr>
        <a:defRPr lang="en-US" sz="1800"/>
      </a:lvl7pPr>
      <a:lvl8pPr>
        <a:defRPr lang="en-US" sz="1800"/>
      </a:lvl8pPr>
      <a:lvl9pPr>
        <a:defRPr lang="en-US" sz="1800"/>
      </a:lvl9pPr>
    </p:titleStyle>
    <p:bodyStyle>
      <a:lvl1pPr marL="547370" indent="136525" algn="l" defTabSz="914400" rtl="0">
        <a:lnSpc>
          <a:spcPct val="100000"/>
        </a:lnSpc>
        <a:spcBef>
          <a:spcPts val="0"/>
        </a:spcBef>
        <a:spcAft>
          <a:spcPts val="0"/>
        </a:spcAft>
        <a:buClr>
          <a:srgbClr val="F9F9F9"/>
        </a:buClr>
        <a:buSzPct val="65000"/>
        <a:buFont typeface="Wingdings 2"/>
        <a:buChar char=""/>
        <a:defRPr lang="en-US" sz="2800" b="0" i="0">
          <a:solidFill>
            <a:schemeClr val="dk1"/>
          </a:solidFill>
          <a:latin typeface="Book Antiqua"/>
        </a:defRPr>
      </a:lvl1pPr>
      <a:lvl2pPr marL="868045" indent="585470" algn="l" defTabSz="914400" rtl="0">
        <a:lnSpc>
          <a:spcPct val="100000"/>
        </a:lnSpc>
        <a:spcBef>
          <a:spcPts val="0"/>
        </a:spcBef>
        <a:spcAft>
          <a:spcPts val="0"/>
        </a:spcAft>
        <a:buClr>
          <a:srgbClr val="FFFFFF"/>
        </a:buClr>
        <a:buSzPct val="80000"/>
        <a:buChar char=""/>
        <a:defRPr lang="en-US" sz="2400" b="0" i="0">
          <a:solidFill>
            <a:schemeClr val="dk1"/>
          </a:solidFill>
          <a:latin typeface="Book Antiqua"/>
        </a:defRPr>
      </a:lvl2pPr>
      <a:lvl3pPr marL="1133475" indent="904875" algn="l" defTabSz="914400" rtl="0">
        <a:lnSpc>
          <a:spcPct val="100000"/>
        </a:lnSpc>
        <a:spcBef>
          <a:spcPts val="0"/>
        </a:spcBef>
        <a:spcAft>
          <a:spcPts val="0"/>
        </a:spcAft>
        <a:buClr>
          <a:srgbClr val="FFFFFF"/>
        </a:buClr>
        <a:buSzPct val="95000"/>
        <a:buFont typeface="Wingdings"/>
        <a:buChar char=""/>
        <a:defRPr lang="en-US" sz="2200" b="0" i="0">
          <a:solidFill>
            <a:schemeClr val="dk1"/>
          </a:solidFill>
          <a:latin typeface="Book Antiqua"/>
        </a:defRPr>
      </a:lvl3pPr>
      <a:lvl4pPr marL="1352550" indent="1169670" algn="l" defTabSz="914400" rtl="0">
        <a:lnSpc>
          <a:spcPct val="100000"/>
        </a:lnSpc>
        <a:spcBef>
          <a:spcPts val="0"/>
        </a:spcBef>
        <a:spcAft>
          <a:spcPts val="0"/>
        </a:spcAft>
        <a:buClr>
          <a:srgbClr val="FFFFFF"/>
        </a:buClr>
        <a:buSzPct val="100000"/>
        <a:buFont typeface="Wingdings 3"/>
        <a:buChar char=""/>
        <a:defRPr lang="en-US" sz="2000" b="0" i="0">
          <a:solidFill>
            <a:schemeClr val="dk1"/>
          </a:solidFill>
          <a:latin typeface="Book Antiqua"/>
        </a:defRPr>
      </a:lvl4pPr>
      <a:lvl5pPr marL="1544320" indent="1362075" algn="l" defTabSz="914400" rtl="0">
        <a:lnSpc>
          <a:spcPct val="100000"/>
        </a:lnSpc>
        <a:spcBef>
          <a:spcPts val="0"/>
        </a:spcBef>
        <a:spcAft>
          <a:spcPts val="0"/>
        </a:spcAft>
        <a:buClr>
          <a:srgbClr val="FFFFFF"/>
        </a:buClr>
        <a:buSzPct val="100000"/>
        <a:buFont typeface="Wingdings 2"/>
        <a:buChar char=""/>
        <a:defRPr lang="en-US" sz="2000" b="0" i="0">
          <a:solidFill>
            <a:schemeClr val="dk1"/>
          </a:solidFill>
          <a:latin typeface="Book Antiqua"/>
        </a:defRPr>
      </a:lvl5pPr>
      <a:lvl6pPr>
        <a:defRPr lang="en-US" sz="1800"/>
      </a:lvl6pPr>
      <a:lvl7pPr>
        <a:defRPr lang="en-US" sz="1800"/>
      </a:lvl7pPr>
      <a:lvl8pPr>
        <a:defRPr lang="en-US" sz="1800"/>
      </a:lvl8pPr>
      <a:lvl9pPr>
        <a:defRPr lang="en-US" sz="1800"/>
      </a:lvl9pPr>
    </p:bodyStyle>
    <p:otherStyle>
      <a:lvl1pPr marL="0" indent="0" algn="l" defTabSz="914400" rtl="0">
        <a:lnSpc>
          <a:spcPct val="100000"/>
        </a:lnSpc>
        <a:spcBef>
          <a:spcPts val="0"/>
        </a:spcBef>
        <a:spcAft>
          <a:spcPts val="0"/>
        </a:spcAft>
        <a:buNone/>
        <a:defRPr lang="en-US" sz="1800" b="0" i="0">
          <a:solidFill>
            <a:schemeClr val="dk1"/>
          </a:solidFill>
          <a:latin typeface="Arial"/>
          <a:ea typeface="Arial"/>
        </a:defRPr>
      </a:lvl1pPr>
      <a:lvl2pPr marL="455295" indent="457200" algn="l" defTabSz="914400" rtl="0">
        <a:lnSpc>
          <a:spcPct val="100000"/>
        </a:lnSpc>
        <a:spcBef>
          <a:spcPts val="0"/>
        </a:spcBef>
        <a:spcAft>
          <a:spcPts val="0"/>
        </a:spcAft>
        <a:buNone/>
        <a:defRPr lang="en-US" sz="1800" b="0" i="0">
          <a:solidFill>
            <a:schemeClr val="dk1"/>
          </a:solidFill>
          <a:latin typeface="Arial"/>
          <a:ea typeface="Arial"/>
        </a:defRPr>
      </a:lvl2pPr>
      <a:lvl3pPr marL="912495" indent="914400" algn="l" defTabSz="914400" rtl="0">
        <a:lnSpc>
          <a:spcPct val="100000"/>
        </a:lnSpc>
        <a:spcBef>
          <a:spcPts val="0"/>
        </a:spcBef>
        <a:spcAft>
          <a:spcPts val="0"/>
        </a:spcAft>
        <a:buNone/>
        <a:defRPr lang="en-US" sz="1800" b="0" i="0">
          <a:solidFill>
            <a:schemeClr val="dk1"/>
          </a:solidFill>
          <a:latin typeface="Arial"/>
          <a:ea typeface="Arial"/>
        </a:defRPr>
      </a:lvl3pPr>
      <a:lvl4pPr marL="1369695" indent="1371600" algn="l" defTabSz="914400" rtl="0">
        <a:lnSpc>
          <a:spcPct val="100000"/>
        </a:lnSpc>
        <a:spcBef>
          <a:spcPts val="0"/>
        </a:spcBef>
        <a:spcAft>
          <a:spcPts val="0"/>
        </a:spcAft>
        <a:buNone/>
        <a:defRPr lang="en-US" sz="1800" b="0" i="0">
          <a:solidFill>
            <a:schemeClr val="dk1"/>
          </a:solidFill>
          <a:latin typeface="Arial"/>
          <a:ea typeface="Arial"/>
        </a:defRPr>
      </a:lvl4pPr>
      <a:lvl5pPr marL="1826895" indent="1828800" algn="l" defTabSz="914400" rtl="0">
        <a:lnSpc>
          <a:spcPct val="100000"/>
        </a:lnSpc>
        <a:spcBef>
          <a:spcPts val="0"/>
        </a:spcBef>
        <a:spcAft>
          <a:spcPts val="0"/>
        </a:spcAft>
        <a:buNone/>
        <a:defRPr lang="en-US" sz="1800" b="0" i="0">
          <a:solidFill>
            <a:schemeClr val="dk1"/>
          </a:solidFill>
          <a:latin typeface="Arial"/>
          <a:ea typeface="Arial"/>
        </a:defRPr>
      </a:lvl5pPr>
      <a:lvl6pPr>
        <a:defRPr lang="en-US" sz="1800"/>
      </a:lvl6pPr>
      <a:lvl7pPr>
        <a:defRPr lang="en-US" sz="1800"/>
      </a:lvl7pPr>
      <a:lvl8pPr>
        <a:defRPr lang="en-US" sz="1800"/>
      </a:lvl8pPr>
      <a:lvl9pPr>
        <a:defRPr lang="en-US" sz="1800"/>
      </a:lvl9pPr>
    </p:otherStyle>
  </p:txStyles>
</p:sldMaster>
</file>

<file path=ppt/slideMasters/slideMaster2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5146173" name="Title Placeholder 21"/>
          <p:cNvSpPr>
            <a:spLocks noGrp="1" noChangeShapeType="1"/>
          </p:cNvSpPr>
          <p:nvPr>
            <p:ph type="title"/>
          </p:nvPr>
        </p:nvSpPr>
        <p:spPr bwMode="auto">
          <a:xfrm>
            <a:off x="457200" y="274637"/>
            <a:ext cx="8229600" cy="1143000"/>
          </a:xfrm>
          <a:prstGeom prst="rect">
            <a:avLst/>
          </a:prstGeom>
          <a:noFill/>
        </p:spPr>
        <p:txBody>
          <a:bodyPr lIns="91440" tIns="45720" rIns="91440" bIns="45720" anchor="ctr" anchorCtr="0"/>
          <a:lstStyle/>
          <a:p>
            <a:pPr marL="0" lvl="0" indent="0">
              <a:spcBef>
                <a:spcPts val="0"/>
              </a:spcBef>
              <a:buNone/>
              <a:defRPr/>
            </a:pPr>
            <a:r>
              <a:t>Click to edit Master title style</a:t>
            </a:r>
          </a:p>
        </p:txBody>
      </p:sp>
      <p:sp>
        <p:nvSpPr>
          <p:cNvPr id="535954993" name="Text Placeholder 12"/>
          <p:cNvSpPr>
            <a:spLocks noGrp="1" noChangeShapeType="1"/>
          </p:cNvSpPr>
          <p:nvPr>
            <p:ph type="body" idx="1"/>
          </p:nvPr>
        </p:nvSpPr>
        <p:spPr bwMode="auto">
          <a:xfrm>
            <a:off x="457200" y="1600200"/>
            <a:ext cx="8229600" cy="4708525"/>
          </a:xfrm>
          <a:prstGeom prst="rect">
            <a:avLst/>
          </a:prstGeom>
          <a:noFill/>
        </p:spPr>
        <p:txBody>
          <a:bodyPr lIns="91440" tIns="45720" rIns="91440" bIns="45720"/>
          <a:lstStyle>
            <a:lvl1pPr marL="547370" indent="136525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9F9F9"/>
              </a:buClr>
              <a:buSzPct val="65000"/>
              <a:buChar char=""/>
              <a:defRPr sz="2800" b="0" i="0">
                <a:solidFill>
                  <a:schemeClr val="dk1"/>
                </a:solidFill>
                <a:latin typeface="Book Antiqua"/>
              </a:defRPr>
            </a:lvl1pPr>
            <a:lvl2pPr marL="868045" indent="58547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80000"/>
              <a:buChar char=""/>
              <a:defRPr sz="2400" b="0" i="0">
                <a:solidFill>
                  <a:schemeClr val="dk1"/>
                </a:solidFill>
                <a:latin typeface="Book Antiqua"/>
              </a:defRPr>
            </a:lvl2pPr>
            <a:lvl3pPr marL="1133475" indent="904875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95000"/>
              <a:buChar char=""/>
              <a:defRPr sz="2200" b="0" i="0">
                <a:solidFill>
                  <a:schemeClr val="dk1"/>
                </a:solidFill>
                <a:latin typeface="Book Antiqua"/>
              </a:defRPr>
            </a:lvl3pPr>
            <a:lvl4pPr marL="1352550" indent="116967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00000"/>
              <a:buChar char=""/>
              <a:defRPr sz="2000" b="0" i="0">
                <a:solidFill>
                  <a:schemeClr val="dk1"/>
                </a:solidFill>
                <a:latin typeface="Book Antiqua"/>
              </a:defRPr>
            </a:lvl4pPr>
            <a:lvl5pPr marL="1544320" indent="1362075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00000"/>
              <a:buChar char=""/>
              <a:defRPr sz="2000" b="0" i="0">
                <a:solidFill>
                  <a:schemeClr val="dk1"/>
                </a:solidFill>
                <a:latin typeface="Book Antiqua"/>
              </a:defRPr>
            </a:lvl5pPr>
          </a:lstStyle>
          <a:p>
            <a:pPr marL="547370" lvl="0" indent="-410845">
              <a:spcBef>
                <a:spcPts val="0"/>
              </a:spcBef>
              <a:buClr>
                <a:srgbClr val="F9F9F9"/>
              </a:buClr>
              <a:buSzPct val="65000"/>
              <a:buFont typeface="Wingdings 2"/>
              <a:buChar char=""/>
              <a:defRPr/>
            </a:pPr>
            <a:r>
              <a:t>Click to edit Master text styles</a:t>
            </a:r>
          </a:p>
          <a:p>
            <a:pPr marL="868045" lvl="1" indent="-282575">
              <a:spcBef>
                <a:spcPts val="0"/>
              </a:spcBef>
              <a:buClr>
                <a:srgbClr val="FFFFFF"/>
              </a:buClr>
              <a:buSzPct val="80000"/>
              <a:buChar char=""/>
              <a:defRPr/>
            </a:pPr>
            <a:r>
              <a:t>Second level</a:t>
            </a:r>
          </a:p>
          <a:p>
            <a:pPr marL="1133475" lvl="2" indent="-228600">
              <a:spcBef>
                <a:spcPts val="0"/>
              </a:spcBef>
              <a:buClr>
                <a:srgbClr val="FFFFFF"/>
              </a:buClr>
              <a:buSzPct val="95000"/>
              <a:buFont typeface="Wingdings"/>
              <a:buChar char=""/>
              <a:defRPr/>
            </a:pPr>
            <a:r>
              <a:t>Third level</a:t>
            </a:r>
          </a:p>
          <a:p>
            <a:pPr marL="1352550" lvl="3" indent="-182880">
              <a:spcBef>
                <a:spcPts val="0"/>
              </a:spcBef>
              <a:buClr>
                <a:srgbClr val="FFFFFF"/>
              </a:buClr>
              <a:buSzPct val="100000"/>
              <a:buFont typeface="Wingdings 3"/>
              <a:buChar char=""/>
              <a:defRPr/>
            </a:pPr>
            <a:r>
              <a:t>Fourth level</a:t>
            </a:r>
          </a:p>
          <a:p>
            <a:pPr marL="1544320" lvl="4" indent="-182245">
              <a:spcBef>
                <a:spcPts val="0"/>
              </a:spcBef>
              <a:buClr>
                <a:srgbClr val="FFFFFF"/>
              </a:buClr>
              <a:buSzPct val="100000"/>
              <a:buFont typeface="Wingdings 2"/>
              <a:buChar char=""/>
              <a:defRPr/>
            </a:pPr>
            <a:r>
              <a:t>Fifth level</a:t>
            </a:r>
          </a:p>
        </p:txBody>
      </p:sp>
      <p:sp>
        <p:nvSpPr>
          <p:cNvPr id="1493369578" name="Date Placeholder 13"/>
          <p:cNvSpPr>
            <a:spLocks noGrp="1" noChangeShapeType="1"/>
          </p:cNvSpPr>
          <p:nvPr>
            <p:ph type="dt" idx="2"/>
          </p:nvPr>
        </p:nvSpPr>
        <p:spPr bwMode="auto">
          <a:xfrm>
            <a:off x="457200" y="6416675"/>
            <a:ext cx="2133600" cy="365125"/>
          </a:xfrm>
          <a:prstGeom prst="rect">
            <a:avLst/>
          </a:prstGeom>
          <a:noFill/>
        </p:spPr>
        <p:txBody>
          <a:bodyPr lIns="91440" tIns="45720" rIns="91440" bIns="45720" anchor="b"/>
          <a:lstStyle/>
          <a:p>
            <a:pPr>
              <a:defRPr/>
            </a:pPr>
            <a:endParaRPr sz="1400"/>
          </a:p>
        </p:txBody>
      </p:sp>
      <p:sp>
        <p:nvSpPr>
          <p:cNvPr id="867287506" name="Footer Placeholder 2"/>
          <p:cNvSpPr>
            <a:spLocks noGrp="1" noChangeShapeType="1"/>
          </p:cNvSpPr>
          <p:nvPr>
            <p:ph type="ftr" idx="3"/>
          </p:nvPr>
        </p:nvSpPr>
        <p:spPr bwMode="auto">
          <a:xfrm>
            <a:off x="3124200" y="6416675"/>
            <a:ext cx="2895600" cy="365125"/>
          </a:xfrm>
          <a:prstGeom prst="rect">
            <a:avLst/>
          </a:prstGeom>
          <a:noFill/>
        </p:spPr>
        <p:txBody>
          <a:bodyPr lIns="91440" tIns="45720" rIns="91440" bIns="45720" anchor="b"/>
          <a:lstStyle/>
          <a:p>
            <a:pPr>
              <a:defRPr/>
            </a:pPr>
            <a:endParaRPr sz="1400"/>
          </a:p>
        </p:txBody>
      </p:sp>
      <p:sp>
        <p:nvSpPr>
          <p:cNvPr id="853498420" name="Slide Number Placeholder 22"/>
          <p:cNvSpPr>
            <a:spLocks noGrp="1" noChangeShapeType="1"/>
          </p:cNvSpPr>
          <p:nvPr>
            <p:ph type="sldNum" idx="4"/>
          </p:nvPr>
        </p:nvSpPr>
        <p:spPr bwMode="auto">
          <a:xfrm>
            <a:off x="7924800" y="6416675"/>
            <a:ext cx="762000" cy="365125"/>
          </a:xfrm>
          <a:prstGeom prst="rect">
            <a:avLst/>
          </a:prstGeom>
          <a:noFill/>
        </p:spPr>
        <p:txBody>
          <a:bodyPr lIns="0" tIns="45720" rIns="0" bIns="45720" anchor="b"/>
          <a:lstStyle>
            <a:lvl1pPr mar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Book Antiqua"/>
              </a:defRPr>
            </a:lvl1pPr>
            <a:lvl2pPr marL="457200" indent="4572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Book Antiqua"/>
              </a:defRPr>
            </a:lvl2pPr>
            <a:lvl3pPr marL="914400" indent="9144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Book Antiqua"/>
              </a:defRPr>
            </a:lvl3pPr>
            <a:lvl4pPr marL="1371600" indent="13716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Book Antiqua"/>
              </a:defRPr>
            </a:lvl4pPr>
            <a:lvl5pPr marL="1828800" indent="18288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Book Antiqua"/>
              </a:defRPr>
            </a:lvl5pPr>
          </a:lstStyle>
          <a:p>
            <a:pPr marL="0" lvl="0" indent="0" algn="r">
              <a:spcBef>
                <a:spcPts val="0"/>
              </a:spcBef>
              <a:buNone/>
              <a:defRPr/>
            </a:pPr>
            <a:fld id="{D038279B-FC19-497E-A7D1-5ADD9CAF016F}" type="slidenum">
              <a:rPr lang="en-GB" sz="1200" b="1" i="0" u="none">
                <a:solidFill>
                  <a:srgbClr val="BCBCBC"/>
                </a:solidFill>
              </a:rPr>
            </a:fld>
            <a:endParaRPr lang="en-GB" sz="1200" b="1" i="0" u="none">
              <a:solidFill>
                <a:srgbClr val="BCBCBC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</p:sldLayoutIdLst>
  <p:txStyles>
    <p:titleStyle>
      <a:lvl1pPr marL="0" indent="0" algn="ctr" defTabSz="914400" rtl="0">
        <a:lnSpc>
          <a:spcPct val="100000"/>
        </a:lnSpc>
        <a:spcBef>
          <a:spcPts val="0"/>
        </a:spcBef>
        <a:spcAft>
          <a:spcPts val="0"/>
        </a:spcAft>
        <a:buNone/>
        <a:defRPr lang="en-US" sz="4100" b="1" i="0">
          <a:solidFill>
            <a:schemeClr val="dk1"/>
          </a:solidFill>
          <a:latin typeface="Lucida Sans"/>
        </a:defRPr>
      </a:lvl1pPr>
      <a:lvl2pPr marL="0" indent="0" algn="ctr" defTabSz="914400" rtl="0">
        <a:lnSpc>
          <a:spcPct val="100000"/>
        </a:lnSpc>
        <a:spcBef>
          <a:spcPts val="0"/>
        </a:spcBef>
        <a:spcAft>
          <a:spcPts val="0"/>
        </a:spcAft>
        <a:buNone/>
        <a:defRPr lang="en-US" sz="4100" b="1" i="0">
          <a:solidFill>
            <a:schemeClr val="dk1"/>
          </a:solidFill>
          <a:latin typeface="Lucida Sans"/>
        </a:defRPr>
      </a:lvl2pPr>
      <a:lvl3pPr marL="0" indent="0" algn="ctr" defTabSz="914400" rtl="0">
        <a:lnSpc>
          <a:spcPct val="100000"/>
        </a:lnSpc>
        <a:spcBef>
          <a:spcPts val="0"/>
        </a:spcBef>
        <a:spcAft>
          <a:spcPts val="0"/>
        </a:spcAft>
        <a:buNone/>
        <a:defRPr lang="en-US" sz="4100" b="1" i="0">
          <a:solidFill>
            <a:schemeClr val="dk1"/>
          </a:solidFill>
          <a:latin typeface="Lucida Sans"/>
        </a:defRPr>
      </a:lvl3pPr>
      <a:lvl4pPr marL="0" indent="0" algn="ctr" defTabSz="914400" rtl="0">
        <a:lnSpc>
          <a:spcPct val="100000"/>
        </a:lnSpc>
        <a:spcBef>
          <a:spcPts val="0"/>
        </a:spcBef>
        <a:spcAft>
          <a:spcPts val="0"/>
        </a:spcAft>
        <a:buNone/>
        <a:defRPr lang="en-US" sz="4100" b="1" i="0">
          <a:solidFill>
            <a:schemeClr val="dk1"/>
          </a:solidFill>
          <a:latin typeface="Lucida Sans"/>
        </a:defRPr>
      </a:lvl4pPr>
      <a:lvl5pPr marL="0" indent="0" algn="ctr" defTabSz="914400" rtl="0">
        <a:lnSpc>
          <a:spcPct val="100000"/>
        </a:lnSpc>
        <a:spcBef>
          <a:spcPts val="0"/>
        </a:spcBef>
        <a:spcAft>
          <a:spcPts val="0"/>
        </a:spcAft>
        <a:buNone/>
        <a:defRPr lang="en-US" sz="4100" b="1" i="0">
          <a:solidFill>
            <a:schemeClr val="dk1"/>
          </a:solidFill>
          <a:latin typeface="Lucida Sans"/>
        </a:defRPr>
      </a:lvl5pPr>
      <a:lvl6pPr>
        <a:defRPr lang="en-US" sz="1800"/>
      </a:lvl6pPr>
      <a:lvl7pPr>
        <a:defRPr lang="en-US" sz="1800"/>
      </a:lvl7pPr>
      <a:lvl8pPr>
        <a:defRPr lang="en-US" sz="1800"/>
      </a:lvl8pPr>
      <a:lvl9pPr>
        <a:defRPr lang="en-US" sz="1800"/>
      </a:lvl9pPr>
    </p:titleStyle>
    <p:bodyStyle>
      <a:lvl1pPr marL="547370" indent="136525" algn="l" defTabSz="914400" rtl="0">
        <a:lnSpc>
          <a:spcPct val="100000"/>
        </a:lnSpc>
        <a:spcBef>
          <a:spcPts val="0"/>
        </a:spcBef>
        <a:spcAft>
          <a:spcPts val="0"/>
        </a:spcAft>
        <a:buClr>
          <a:srgbClr val="F9F9F9"/>
        </a:buClr>
        <a:buSzPct val="65000"/>
        <a:buFont typeface="Wingdings 2"/>
        <a:buChar char=""/>
        <a:defRPr lang="en-US" sz="2800" b="0" i="0">
          <a:solidFill>
            <a:schemeClr val="dk1"/>
          </a:solidFill>
          <a:latin typeface="Book Antiqua"/>
        </a:defRPr>
      </a:lvl1pPr>
      <a:lvl2pPr marL="868045" indent="585470" algn="l" defTabSz="914400" rtl="0">
        <a:lnSpc>
          <a:spcPct val="100000"/>
        </a:lnSpc>
        <a:spcBef>
          <a:spcPts val="0"/>
        </a:spcBef>
        <a:spcAft>
          <a:spcPts val="0"/>
        </a:spcAft>
        <a:buClr>
          <a:srgbClr val="FFFFFF"/>
        </a:buClr>
        <a:buSzPct val="80000"/>
        <a:buChar char=""/>
        <a:defRPr lang="en-US" sz="2400" b="0" i="0">
          <a:solidFill>
            <a:schemeClr val="dk1"/>
          </a:solidFill>
          <a:latin typeface="Book Antiqua"/>
        </a:defRPr>
      </a:lvl2pPr>
      <a:lvl3pPr marL="1133475" indent="904875" algn="l" defTabSz="914400" rtl="0">
        <a:lnSpc>
          <a:spcPct val="100000"/>
        </a:lnSpc>
        <a:spcBef>
          <a:spcPts val="0"/>
        </a:spcBef>
        <a:spcAft>
          <a:spcPts val="0"/>
        </a:spcAft>
        <a:buClr>
          <a:srgbClr val="FFFFFF"/>
        </a:buClr>
        <a:buSzPct val="95000"/>
        <a:buFont typeface="Wingdings"/>
        <a:buChar char=""/>
        <a:defRPr lang="en-US" sz="2200" b="0" i="0">
          <a:solidFill>
            <a:schemeClr val="dk1"/>
          </a:solidFill>
          <a:latin typeface="Book Antiqua"/>
        </a:defRPr>
      </a:lvl3pPr>
      <a:lvl4pPr marL="1352550" indent="1169670" algn="l" defTabSz="914400" rtl="0">
        <a:lnSpc>
          <a:spcPct val="100000"/>
        </a:lnSpc>
        <a:spcBef>
          <a:spcPts val="0"/>
        </a:spcBef>
        <a:spcAft>
          <a:spcPts val="0"/>
        </a:spcAft>
        <a:buClr>
          <a:srgbClr val="FFFFFF"/>
        </a:buClr>
        <a:buSzPct val="100000"/>
        <a:buFont typeface="Wingdings 3"/>
        <a:buChar char=""/>
        <a:defRPr lang="en-US" sz="2000" b="0" i="0">
          <a:solidFill>
            <a:schemeClr val="dk1"/>
          </a:solidFill>
          <a:latin typeface="Book Antiqua"/>
        </a:defRPr>
      </a:lvl4pPr>
      <a:lvl5pPr marL="1544320" indent="1362075" algn="l" defTabSz="914400" rtl="0">
        <a:lnSpc>
          <a:spcPct val="100000"/>
        </a:lnSpc>
        <a:spcBef>
          <a:spcPts val="0"/>
        </a:spcBef>
        <a:spcAft>
          <a:spcPts val="0"/>
        </a:spcAft>
        <a:buClr>
          <a:srgbClr val="FFFFFF"/>
        </a:buClr>
        <a:buSzPct val="100000"/>
        <a:buFont typeface="Wingdings 2"/>
        <a:buChar char=""/>
        <a:defRPr lang="en-US" sz="2000" b="0" i="0">
          <a:solidFill>
            <a:schemeClr val="dk1"/>
          </a:solidFill>
          <a:latin typeface="Book Antiqua"/>
        </a:defRPr>
      </a:lvl5pPr>
      <a:lvl6pPr>
        <a:defRPr lang="en-US" sz="1800"/>
      </a:lvl6pPr>
      <a:lvl7pPr>
        <a:defRPr lang="en-US" sz="1800"/>
      </a:lvl7pPr>
      <a:lvl8pPr>
        <a:defRPr lang="en-US" sz="1800"/>
      </a:lvl8pPr>
      <a:lvl9pPr>
        <a:defRPr lang="en-US" sz="1800"/>
      </a:lvl9pPr>
    </p:bodyStyle>
    <p:otherStyle>
      <a:lvl1pPr marL="0" indent="0" algn="l" defTabSz="914400" rtl="0">
        <a:lnSpc>
          <a:spcPct val="100000"/>
        </a:lnSpc>
        <a:spcBef>
          <a:spcPts val="0"/>
        </a:spcBef>
        <a:spcAft>
          <a:spcPts val="0"/>
        </a:spcAft>
        <a:buNone/>
        <a:defRPr lang="en-US" sz="1800" b="0" i="0">
          <a:solidFill>
            <a:schemeClr val="dk1"/>
          </a:solidFill>
          <a:latin typeface="Arial"/>
          <a:ea typeface="Arial"/>
        </a:defRPr>
      </a:lvl1pPr>
      <a:lvl2pPr marL="455295" indent="457200" algn="l" defTabSz="914400" rtl="0">
        <a:lnSpc>
          <a:spcPct val="100000"/>
        </a:lnSpc>
        <a:spcBef>
          <a:spcPts val="0"/>
        </a:spcBef>
        <a:spcAft>
          <a:spcPts val="0"/>
        </a:spcAft>
        <a:buNone/>
        <a:defRPr lang="en-US" sz="1800" b="0" i="0">
          <a:solidFill>
            <a:schemeClr val="dk1"/>
          </a:solidFill>
          <a:latin typeface="Arial"/>
          <a:ea typeface="Arial"/>
        </a:defRPr>
      </a:lvl2pPr>
      <a:lvl3pPr marL="912495" indent="914400" algn="l" defTabSz="914400" rtl="0">
        <a:lnSpc>
          <a:spcPct val="100000"/>
        </a:lnSpc>
        <a:spcBef>
          <a:spcPts val="0"/>
        </a:spcBef>
        <a:spcAft>
          <a:spcPts val="0"/>
        </a:spcAft>
        <a:buNone/>
        <a:defRPr lang="en-US" sz="1800" b="0" i="0">
          <a:solidFill>
            <a:schemeClr val="dk1"/>
          </a:solidFill>
          <a:latin typeface="Arial"/>
          <a:ea typeface="Arial"/>
        </a:defRPr>
      </a:lvl3pPr>
      <a:lvl4pPr marL="1369695" indent="1371600" algn="l" defTabSz="914400" rtl="0">
        <a:lnSpc>
          <a:spcPct val="100000"/>
        </a:lnSpc>
        <a:spcBef>
          <a:spcPts val="0"/>
        </a:spcBef>
        <a:spcAft>
          <a:spcPts val="0"/>
        </a:spcAft>
        <a:buNone/>
        <a:defRPr lang="en-US" sz="1800" b="0" i="0">
          <a:solidFill>
            <a:schemeClr val="dk1"/>
          </a:solidFill>
          <a:latin typeface="Arial"/>
          <a:ea typeface="Arial"/>
        </a:defRPr>
      </a:lvl4pPr>
      <a:lvl5pPr marL="1826895" indent="1828800" algn="l" defTabSz="914400" rtl="0">
        <a:lnSpc>
          <a:spcPct val="100000"/>
        </a:lnSpc>
        <a:spcBef>
          <a:spcPts val="0"/>
        </a:spcBef>
        <a:spcAft>
          <a:spcPts val="0"/>
        </a:spcAft>
        <a:buNone/>
        <a:defRPr lang="en-US" sz="1800" b="0" i="0">
          <a:solidFill>
            <a:schemeClr val="dk1"/>
          </a:solidFill>
          <a:latin typeface="Arial"/>
          <a:ea typeface="Arial"/>
        </a:defRPr>
      </a:lvl5pPr>
      <a:lvl6pPr>
        <a:defRPr lang="en-US" sz="1800"/>
      </a:lvl6pPr>
      <a:lvl7pPr>
        <a:defRPr lang="en-US" sz="1800"/>
      </a:lvl7pPr>
      <a:lvl8pPr>
        <a:defRPr lang="en-US" sz="1800"/>
      </a:lvl8pPr>
      <a:lvl9pPr>
        <a:defRPr lang="en-US" sz="1800"/>
      </a:lvl9pPr>
    </p:otherStyle>
  </p:txStyles>
</p:sldMaster>
</file>

<file path=ppt/slideMasters/slideMaster2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56692467" name="Title Placeholder 21"/>
          <p:cNvSpPr>
            <a:spLocks noGrp="1" noChangeShapeType="1"/>
          </p:cNvSpPr>
          <p:nvPr>
            <p:ph type="title"/>
          </p:nvPr>
        </p:nvSpPr>
        <p:spPr bwMode="auto">
          <a:xfrm>
            <a:off x="457200" y="274637"/>
            <a:ext cx="8229600" cy="1143000"/>
          </a:xfrm>
          <a:prstGeom prst="rect">
            <a:avLst/>
          </a:prstGeom>
          <a:noFill/>
        </p:spPr>
        <p:txBody>
          <a:bodyPr lIns="91440" tIns="45720" rIns="91440" bIns="45720" anchor="ctr" anchorCtr="0"/>
          <a:lstStyle/>
          <a:p>
            <a:pPr marL="0" lvl="0" indent="0">
              <a:spcBef>
                <a:spcPts val="0"/>
              </a:spcBef>
              <a:buNone/>
              <a:defRPr/>
            </a:pPr>
            <a:r>
              <a:t>Click to edit Master title style</a:t>
            </a:r>
          </a:p>
        </p:txBody>
      </p:sp>
      <p:sp>
        <p:nvSpPr>
          <p:cNvPr id="1288683087" name="Text Placeholder 12"/>
          <p:cNvSpPr>
            <a:spLocks noGrp="1" noChangeShapeType="1"/>
          </p:cNvSpPr>
          <p:nvPr>
            <p:ph type="body" idx="1"/>
          </p:nvPr>
        </p:nvSpPr>
        <p:spPr bwMode="auto">
          <a:xfrm>
            <a:off x="457200" y="1600200"/>
            <a:ext cx="8229600" cy="4708525"/>
          </a:xfrm>
          <a:prstGeom prst="rect">
            <a:avLst/>
          </a:prstGeom>
          <a:noFill/>
        </p:spPr>
        <p:txBody>
          <a:bodyPr lIns="91440" tIns="45720" rIns="91440" bIns="45720"/>
          <a:lstStyle>
            <a:lvl1pPr marL="547370" indent="136525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9F9F9"/>
              </a:buClr>
              <a:buSzPct val="65000"/>
              <a:buChar char=""/>
              <a:defRPr sz="2800" b="0" i="0">
                <a:solidFill>
                  <a:schemeClr val="dk1"/>
                </a:solidFill>
                <a:latin typeface="Book Antiqua"/>
              </a:defRPr>
            </a:lvl1pPr>
            <a:lvl2pPr marL="868045" indent="58547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80000"/>
              <a:buChar char=""/>
              <a:defRPr sz="2400" b="0" i="0">
                <a:solidFill>
                  <a:schemeClr val="dk1"/>
                </a:solidFill>
                <a:latin typeface="Book Antiqua"/>
              </a:defRPr>
            </a:lvl2pPr>
            <a:lvl3pPr marL="1133475" indent="904875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95000"/>
              <a:buChar char=""/>
              <a:defRPr sz="2200" b="0" i="0">
                <a:solidFill>
                  <a:schemeClr val="dk1"/>
                </a:solidFill>
                <a:latin typeface="Book Antiqua"/>
              </a:defRPr>
            </a:lvl3pPr>
            <a:lvl4pPr marL="1352550" indent="116967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00000"/>
              <a:buChar char=""/>
              <a:defRPr sz="2000" b="0" i="0">
                <a:solidFill>
                  <a:schemeClr val="dk1"/>
                </a:solidFill>
                <a:latin typeface="Book Antiqua"/>
              </a:defRPr>
            </a:lvl4pPr>
            <a:lvl5pPr marL="1544320" indent="1362075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00000"/>
              <a:buChar char=""/>
              <a:defRPr sz="2000" b="0" i="0">
                <a:solidFill>
                  <a:schemeClr val="dk1"/>
                </a:solidFill>
                <a:latin typeface="Book Antiqua"/>
              </a:defRPr>
            </a:lvl5pPr>
          </a:lstStyle>
          <a:p>
            <a:pPr marL="547370" lvl="0" indent="-410845">
              <a:spcBef>
                <a:spcPts val="0"/>
              </a:spcBef>
              <a:buClr>
                <a:srgbClr val="F9F9F9"/>
              </a:buClr>
              <a:buSzPct val="65000"/>
              <a:buFont typeface="Wingdings 2"/>
              <a:buChar char=""/>
              <a:defRPr/>
            </a:pPr>
            <a:r>
              <a:t>Click to edit Master text styles</a:t>
            </a:r>
          </a:p>
          <a:p>
            <a:pPr marL="868045" lvl="1" indent="-282575">
              <a:spcBef>
                <a:spcPts val="0"/>
              </a:spcBef>
              <a:buClr>
                <a:srgbClr val="FFFFFF"/>
              </a:buClr>
              <a:buSzPct val="80000"/>
              <a:buChar char=""/>
              <a:defRPr/>
            </a:pPr>
            <a:r>
              <a:t>Second level</a:t>
            </a:r>
          </a:p>
          <a:p>
            <a:pPr marL="1133475" lvl="2" indent="-228600">
              <a:spcBef>
                <a:spcPts val="0"/>
              </a:spcBef>
              <a:buClr>
                <a:srgbClr val="FFFFFF"/>
              </a:buClr>
              <a:buSzPct val="95000"/>
              <a:buFont typeface="Wingdings"/>
              <a:buChar char=""/>
              <a:defRPr/>
            </a:pPr>
            <a:r>
              <a:t>Third level</a:t>
            </a:r>
          </a:p>
          <a:p>
            <a:pPr marL="1352550" lvl="3" indent="-182880">
              <a:spcBef>
                <a:spcPts val="0"/>
              </a:spcBef>
              <a:buClr>
                <a:srgbClr val="FFFFFF"/>
              </a:buClr>
              <a:buSzPct val="100000"/>
              <a:buFont typeface="Wingdings 3"/>
              <a:buChar char=""/>
              <a:defRPr/>
            </a:pPr>
            <a:r>
              <a:t>Fourth level</a:t>
            </a:r>
          </a:p>
          <a:p>
            <a:pPr marL="1544320" lvl="4" indent="-182245">
              <a:spcBef>
                <a:spcPts val="0"/>
              </a:spcBef>
              <a:buClr>
                <a:srgbClr val="FFFFFF"/>
              </a:buClr>
              <a:buSzPct val="100000"/>
              <a:buFont typeface="Wingdings 2"/>
              <a:buChar char=""/>
              <a:defRPr/>
            </a:pPr>
            <a:r>
              <a:t>Fifth level</a:t>
            </a:r>
          </a:p>
        </p:txBody>
      </p:sp>
      <p:sp>
        <p:nvSpPr>
          <p:cNvPr id="330558525" name="Date Placeholder 13"/>
          <p:cNvSpPr>
            <a:spLocks noGrp="1" noChangeShapeType="1"/>
          </p:cNvSpPr>
          <p:nvPr>
            <p:ph type="dt" idx="2"/>
          </p:nvPr>
        </p:nvSpPr>
        <p:spPr bwMode="auto">
          <a:xfrm>
            <a:off x="457200" y="6416675"/>
            <a:ext cx="2133600" cy="365125"/>
          </a:xfrm>
          <a:prstGeom prst="rect">
            <a:avLst/>
          </a:prstGeom>
          <a:noFill/>
        </p:spPr>
        <p:txBody>
          <a:bodyPr lIns="91440" tIns="45720" rIns="91440" bIns="45720" anchor="b"/>
          <a:lstStyle/>
          <a:p>
            <a:pPr>
              <a:defRPr/>
            </a:pPr>
            <a:endParaRPr sz="1400"/>
          </a:p>
        </p:txBody>
      </p:sp>
      <p:sp>
        <p:nvSpPr>
          <p:cNvPr id="2042435846" name="Footer Placeholder 2"/>
          <p:cNvSpPr>
            <a:spLocks noGrp="1" noChangeShapeType="1"/>
          </p:cNvSpPr>
          <p:nvPr>
            <p:ph type="ftr" idx="3"/>
          </p:nvPr>
        </p:nvSpPr>
        <p:spPr bwMode="auto">
          <a:xfrm>
            <a:off x="3124200" y="6416675"/>
            <a:ext cx="2895600" cy="365125"/>
          </a:xfrm>
          <a:prstGeom prst="rect">
            <a:avLst/>
          </a:prstGeom>
          <a:noFill/>
        </p:spPr>
        <p:txBody>
          <a:bodyPr lIns="91440" tIns="45720" rIns="91440" bIns="45720" anchor="b"/>
          <a:lstStyle/>
          <a:p>
            <a:pPr>
              <a:defRPr/>
            </a:pPr>
            <a:endParaRPr sz="1400"/>
          </a:p>
        </p:txBody>
      </p:sp>
      <p:sp>
        <p:nvSpPr>
          <p:cNvPr id="770375970" name="Slide Number Placeholder 22"/>
          <p:cNvSpPr>
            <a:spLocks noGrp="1" noChangeShapeType="1"/>
          </p:cNvSpPr>
          <p:nvPr>
            <p:ph type="sldNum" idx="4"/>
          </p:nvPr>
        </p:nvSpPr>
        <p:spPr bwMode="auto">
          <a:xfrm>
            <a:off x="7924800" y="6416675"/>
            <a:ext cx="762000" cy="365125"/>
          </a:xfrm>
          <a:prstGeom prst="rect">
            <a:avLst/>
          </a:prstGeom>
          <a:noFill/>
        </p:spPr>
        <p:txBody>
          <a:bodyPr lIns="0" tIns="45720" rIns="0" bIns="45720" anchor="b"/>
          <a:lstStyle>
            <a:lvl1pPr mar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Book Antiqua"/>
              </a:defRPr>
            </a:lvl1pPr>
            <a:lvl2pPr marL="457200" indent="4572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Book Antiqua"/>
              </a:defRPr>
            </a:lvl2pPr>
            <a:lvl3pPr marL="914400" indent="9144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Book Antiqua"/>
              </a:defRPr>
            </a:lvl3pPr>
            <a:lvl4pPr marL="1371600" indent="13716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Book Antiqua"/>
              </a:defRPr>
            </a:lvl4pPr>
            <a:lvl5pPr marL="1828800" indent="18288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Book Antiqua"/>
              </a:defRPr>
            </a:lvl5pPr>
          </a:lstStyle>
          <a:p>
            <a:pPr marL="0" lvl="0" indent="0" algn="r">
              <a:spcBef>
                <a:spcPts val="0"/>
              </a:spcBef>
              <a:buNone/>
              <a:defRPr/>
            </a:pPr>
            <a:fld id="{D038279B-FC19-497E-A7D1-5ADD9CAF016F}" type="slidenum">
              <a:rPr lang="en-GB" sz="1200" b="1" i="0" u="none">
                <a:solidFill>
                  <a:srgbClr val="BCBCBC"/>
                </a:solidFill>
              </a:rPr>
            </a:fld>
            <a:endParaRPr lang="en-GB" sz="1200" b="1" i="0" u="none">
              <a:solidFill>
                <a:srgbClr val="BCBCBC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2" r:id="rId1"/>
    <p:sldLayoutId id="2147483713" r:id="rId2"/>
  </p:sldLayoutIdLst>
  <p:txStyles>
    <p:titleStyle>
      <a:lvl1pPr marL="0" indent="0" algn="ctr" defTabSz="914400" rtl="0">
        <a:lnSpc>
          <a:spcPct val="100000"/>
        </a:lnSpc>
        <a:spcBef>
          <a:spcPts val="0"/>
        </a:spcBef>
        <a:spcAft>
          <a:spcPts val="0"/>
        </a:spcAft>
        <a:buNone/>
        <a:defRPr lang="en-US" sz="4100" b="1" i="0">
          <a:solidFill>
            <a:schemeClr val="dk1"/>
          </a:solidFill>
          <a:latin typeface="Lucida Sans"/>
        </a:defRPr>
      </a:lvl1pPr>
      <a:lvl2pPr marL="0" indent="0" algn="ctr" defTabSz="914400" rtl="0">
        <a:lnSpc>
          <a:spcPct val="100000"/>
        </a:lnSpc>
        <a:spcBef>
          <a:spcPts val="0"/>
        </a:spcBef>
        <a:spcAft>
          <a:spcPts val="0"/>
        </a:spcAft>
        <a:buNone/>
        <a:defRPr lang="en-US" sz="4100" b="1" i="0">
          <a:solidFill>
            <a:schemeClr val="dk1"/>
          </a:solidFill>
          <a:latin typeface="Lucida Sans"/>
        </a:defRPr>
      </a:lvl2pPr>
      <a:lvl3pPr marL="0" indent="0" algn="ctr" defTabSz="914400" rtl="0">
        <a:lnSpc>
          <a:spcPct val="100000"/>
        </a:lnSpc>
        <a:spcBef>
          <a:spcPts val="0"/>
        </a:spcBef>
        <a:spcAft>
          <a:spcPts val="0"/>
        </a:spcAft>
        <a:buNone/>
        <a:defRPr lang="en-US" sz="4100" b="1" i="0">
          <a:solidFill>
            <a:schemeClr val="dk1"/>
          </a:solidFill>
          <a:latin typeface="Lucida Sans"/>
        </a:defRPr>
      </a:lvl3pPr>
      <a:lvl4pPr marL="0" indent="0" algn="ctr" defTabSz="914400" rtl="0">
        <a:lnSpc>
          <a:spcPct val="100000"/>
        </a:lnSpc>
        <a:spcBef>
          <a:spcPts val="0"/>
        </a:spcBef>
        <a:spcAft>
          <a:spcPts val="0"/>
        </a:spcAft>
        <a:buNone/>
        <a:defRPr lang="en-US" sz="4100" b="1" i="0">
          <a:solidFill>
            <a:schemeClr val="dk1"/>
          </a:solidFill>
          <a:latin typeface="Lucida Sans"/>
        </a:defRPr>
      </a:lvl4pPr>
      <a:lvl5pPr marL="0" indent="0" algn="ctr" defTabSz="914400" rtl="0">
        <a:lnSpc>
          <a:spcPct val="100000"/>
        </a:lnSpc>
        <a:spcBef>
          <a:spcPts val="0"/>
        </a:spcBef>
        <a:spcAft>
          <a:spcPts val="0"/>
        </a:spcAft>
        <a:buNone/>
        <a:defRPr lang="en-US" sz="4100" b="1" i="0">
          <a:solidFill>
            <a:schemeClr val="dk1"/>
          </a:solidFill>
          <a:latin typeface="Lucida Sans"/>
        </a:defRPr>
      </a:lvl5pPr>
      <a:lvl6pPr>
        <a:defRPr lang="en-US" sz="1800"/>
      </a:lvl6pPr>
      <a:lvl7pPr>
        <a:defRPr lang="en-US" sz="1800"/>
      </a:lvl7pPr>
      <a:lvl8pPr>
        <a:defRPr lang="en-US" sz="1800"/>
      </a:lvl8pPr>
      <a:lvl9pPr>
        <a:defRPr lang="en-US" sz="1800"/>
      </a:lvl9pPr>
    </p:titleStyle>
    <p:bodyStyle>
      <a:lvl1pPr marL="547370" indent="136525" algn="l" defTabSz="914400" rtl="0">
        <a:lnSpc>
          <a:spcPct val="100000"/>
        </a:lnSpc>
        <a:spcBef>
          <a:spcPts val="0"/>
        </a:spcBef>
        <a:spcAft>
          <a:spcPts val="0"/>
        </a:spcAft>
        <a:buClr>
          <a:srgbClr val="F9F9F9"/>
        </a:buClr>
        <a:buSzPct val="65000"/>
        <a:buFont typeface="Wingdings 2"/>
        <a:buChar char=""/>
        <a:defRPr lang="en-US" sz="2800" b="0" i="0">
          <a:solidFill>
            <a:schemeClr val="dk1"/>
          </a:solidFill>
          <a:latin typeface="Book Antiqua"/>
        </a:defRPr>
      </a:lvl1pPr>
      <a:lvl2pPr marL="868045" indent="585470" algn="l" defTabSz="914400" rtl="0">
        <a:lnSpc>
          <a:spcPct val="100000"/>
        </a:lnSpc>
        <a:spcBef>
          <a:spcPts val="0"/>
        </a:spcBef>
        <a:spcAft>
          <a:spcPts val="0"/>
        </a:spcAft>
        <a:buClr>
          <a:srgbClr val="FFFFFF"/>
        </a:buClr>
        <a:buSzPct val="80000"/>
        <a:buChar char=""/>
        <a:defRPr lang="en-US" sz="2400" b="0" i="0">
          <a:solidFill>
            <a:schemeClr val="dk1"/>
          </a:solidFill>
          <a:latin typeface="Book Antiqua"/>
        </a:defRPr>
      </a:lvl2pPr>
      <a:lvl3pPr marL="1133475" indent="904875" algn="l" defTabSz="914400" rtl="0">
        <a:lnSpc>
          <a:spcPct val="100000"/>
        </a:lnSpc>
        <a:spcBef>
          <a:spcPts val="0"/>
        </a:spcBef>
        <a:spcAft>
          <a:spcPts val="0"/>
        </a:spcAft>
        <a:buClr>
          <a:srgbClr val="FFFFFF"/>
        </a:buClr>
        <a:buSzPct val="95000"/>
        <a:buFont typeface="Wingdings"/>
        <a:buChar char=""/>
        <a:defRPr lang="en-US" sz="2200" b="0" i="0">
          <a:solidFill>
            <a:schemeClr val="dk1"/>
          </a:solidFill>
          <a:latin typeface="Book Antiqua"/>
        </a:defRPr>
      </a:lvl3pPr>
      <a:lvl4pPr marL="1352550" indent="1169670" algn="l" defTabSz="914400" rtl="0">
        <a:lnSpc>
          <a:spcPct val="100000"/>
        </a:lnSpc>
        <a:spcBef>
          <a:spcPts val="0"/>
        </a:spcBef>
        <a:spcAft>
          <a:spcPts val="0"/>
        </a:spcAft>
        <a:buClr>
          <a:srgbClr val="FFFFFF"/>
        </a:buClr>
        <a:buSzPct val="100000"/>
        <a:buFont typeface="Wingdings 3"/>
        <a:buChar char=""/>
        <a:defRPr lang="en-US" sz="2000" b="0" i="0">
          <a:solidFill>
            <a:schemeClr val="dk1"/>
          </a:solidFill>
          <a:latin typeface="Book Antiqua"/>
        </a:defRPr>
      </a:lvl4pPr>
      <a:lvl5pPr marL="1544320" indent="1362075" algn="l" defTabSz="914400" rtl="0">
        <a:lnSpc>
          <a:spcPct val="100000"/>
        </a:lnSpc>
        <a:spcBef>
          <a:spcPts val="0"/>
        </a:spcBef>
        <a:spcAft>
          <a:spcPts val="0"/>
        </a:spcAft>
        <a:buClr>
          <a:srgbClr val="FFFFFF"/>
        </a:buClr>
        <a:buSzPct val="100000"/>
        <a:buFont typeface="Wingdings 2"/>
        <a:buChar char=""/>
        <a:defRPr lang="en-US" sz="2000" b="0" i="0">
          <a:solidFill>
            <a:schemeClr val="dk1"/>
          </a:solidFill>
          <a:latin typeface="Book Antiqua"/>
        </a:defRPr>
      </a:lvl5pPr>
      <a:lvl6pPr>
        <a:defRPr lang="en-US" sz="1800"/>
      </a:lvl6pPr>
      <a:lvl7pPr>
        <a:defRPr lang="en-US" sz="1800"/>
      </a:lvl7pPr>
      <a:lvl8pPr>
        <a:defRPr lang="en-US" sz="1800"/>
      </a:lvl8pPr>
      <a:lvl9pPr>
        <a:defRPr lang="en-US" sz="1800"/>
      </a:lvl9pPr>
    </p:bodyStyle>
    <p:otherStyle>
      <a:lvl1pPr marL="0" indent="0" algn="l" defTabSz="914400" rtl="0">
        <a:lnSpc>
          <a:spcPct val="100000"/>
        </a:lnSpc>
        <a:spcBef>
          <a:spcPts val="0"/>
        </a:spcBef>
        <a:spcAft>
          <a:spcPts val="0"/>
        </a:spcAft>
        <a:buNone/>
        <a:defRPr lang="en-US" sz="1800" b="0" i="0">
          <a:solidFill>
            <a:schemeClr val="dk1"/>
          </a:solidFill>
          <a:latin typeface="Arial"/>
          <a:ea typeface="Arial"/>
        </a:defRPr>
      </a:lvl1pPr>
      <a:lvl2pPr marL="455295" indent="457200" algn="l" defTabSz="914400" rtl="0">
        <a:lnSpc>
          <a:spcPct val="100000"/>
        </a:lnSpc>
        <a:spcBef>
          <a:spcPts val="0"/>
        </a:spcBef>
        <a:spcAft>
          <a:spcPts val="0"/>
        </a:spcAft>
        <a:buNone/>
        <a:defRPr lang="en-US" sz="1800" b="0" i="0">
          <a:solidFill>
            <a:schemeClr val="dk1"/>
          </a:solidFill>
          <a:latin typeface="Arial"/>
          <a:ea typeface="Arial"/>
        </a:defRPr>
      </a:lvl2pPr>
      <a:lvl3pPr marL="912495" indent="914400" algn="l" defTabSz="914400" rtl="0">
        <a:lnSpc>
          <a:spcPct val="100000"/>
        </a:lnSpc>
        <a:spcBef>
          <a:spcPts val="0"/>
        </a:spcBef>
        <a:spcAft>
          <a:spcPts val="0"/>
        </a:spcAft>
        <a:buNone/>
        <a:defRPr lang="en-US" sz="1800" b="0" i="0">
          <a:solidFill>
            <a:schemeClr val="dk1"/>
          </a:solidFill>
          <a:latin typeface="Arial"/>
          <a:ea typeface="Arial"/>
        </a:defRPr>
      </a:lvl3pPr>
      <a:lvl4pPr marL="1369695" indent="1371600" algn="l" defTabSz="914400" rtl="0">
        <a:lnSpc>
          <a:spcPct val="100000"/>
        </a:lnSpc>
        <a:spcBef>
          <a:spcPts val="0"/>
        </a:spcBef>
        <a:spcAft>
          <a:spcPts val="0"/>
        </a:spcAft>
        <a:buNone/>
        <a:defRPr lang="en-US" sz="1800" b="0" i="0">
          <a:solidFill>
            <a:schemeClr val="dk1"/>
          </a:solidFill>
          <a:latin typeface="Arial"/>
          <a:ea typeface="Arial"/>
        </a:defRPr>
      </a:lvl4pPr>
      <a:lvl5pPr marL="1826895" indent="1828800" algn="l" defTabSz="914400" rtl="0">
        <a:lnSpc>
          <a:spcPct val="100000"/>
        </a:lnSpc>
        <a:spcBef>
          <a:spcPts val="0"/>
        </a:spcBef>
        <a:spcAft>
          <a:spcPts val="0"/>
        </a:spcAft>
        <a:buNone/>
        <a:defRPr lang="en-US" sz="1800" b="0" i="0">
          <a:solidFill>
            <a:schemeClr val="dk1"/>
          </a:solidFill>
          <a:latin typeface="Arial"/>
          <a:ea typeface="Arial"/>
        </a:defRPr>
      </a:lvl5pPr>
      <a:lvl6pPr>
        <a:defRPr lang="en-US" sz="1800"/>
      </a:lvl6pPr>
      <a:lvl7pPr>
        <a:defRPr lang="en-US" sz="1800"/>
      </a:lvl7pPr>
      <a:lvl8pPr>
        <a:defRPr lang="en-US" sz="1800"/>
      </a:lvl8pPr>
      <a:lvl9pPr>
        <a:defRPr lang="en-US" sz="1800"/>
      </a:lvl9pPr>
    </p:otherStyle>
  </p:txStyles>
</p:sldMaster>
</file>

<file path=ppt/slideMasters/slideMaster2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86105485" name="Title Placeholder 21"/>
          <p:cNvSpPr>
            <a:spLocks noGrp="1" noChangeShapeType="1"/>
          </p:cNvSpPr>
          <p:nvPr>
            <p:ph type="title"/>
          </p:nvPr>
        </p:nvSpPr>
        <p:spPr bwMode="auto">
          <a:xfrm>
            <a:off x="457200" y="274637"/>
            <a:ext cx="8229600" cy="1143000"/>
          </a:xfrm>
          <a:prstGeom prst="rect">
            <a:avLst/>
          </a:prstGeom>
          <a:noFill/>
        </p:spPr>
        <p:txBody>
          <a:bodyPr lIns="91440" tIns="45720" rIns="91440" bIns="45720" anchor="ctr" anchorCtr="0"/>
          <a:lstStyle/>
          <a:p>
            <a:pPr marL="0" lvl="0" indent="0">
              <a:spcBef>
                <a:spcPts val="0"/>
              </a:spcBef>
              <a:buNone/>
              <a:defRPr/>
            </a:pPr>
            <a:r>
              <a:t>Click to edit Master title style</a:t>
            </a:r>
          </a:p>
        </p:txBody>
      </p:sp>
      <p:sp>
        <p:nvSpPr>
          <p:cNvPr id="456675308" name="Text Placeholder 12"/>
          <p:cNvSpPr>
            <a:spLocks noGrp="1" noChangeShapeType="1"/>
          </p:cNvSpPr>
          <p:nvPr>
            <p:ph type="body" idx="1"/>
          </p:nvPr>
        </p:nvSpPr>
        <p:spPr bwMode="auto">
          <a:xfrm>
            <a:off x="457200" y="1600200"/>
            <a:ext cx="8229600" cy="4708525"/>
          </a:xfrm>
          <a:prstGeom prst="rect">
            <a:avLst/>
          </a:prstGeom>
          <a:noFill/>
        </p:spPr>
        <p:txBody>
          <a:bodyPr lIns="91440" tIns="45720" rIns="91440" bIns="45720"/>
          <a:lstStyle>
            <a:lvl1pPr marL="547370" indent="136525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9F9F9"/>
              </a:buClr>
              <a:buSzPct val="65000"/>
              <a:buChar char=""/>
              <a:defRPr sz="2800" b="0" i="0">
                <a:solidFill>
                  <a:schemeClr val="dk1"/>
                </a:solidFill>
                <a:latin typeface="Book Antiqua"/>
              </a:defRPr>
            </a:lvl1pPr>
            <a:lvl2pPr marL="868045" indent="58547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80000"/>
              <a:buChar char=""/>
              <a:defRPr sz="2400" b="0" i="0">
                <a:solidFill>
                  <a:schemeClr val="dk1"/>
                </a:solidFill>
                <a:latin typeface="Book Antiqua"/>
              </a:defRPr>
            </a:lvl2pPr>
            <a:lvl3pPr marL="1133475" indent="904875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95000"/>
              <a:buChar char=""/>
              <a:defRPr sz="2200" b="0" i="0">
                <a:solidFill>
                  <a:schemeClr val="dk1"/>
                </a:solidFill>
                <a:latin typeface="Book Antiqua"/>
              </a:defRPr>
            </a:lvl3pPr>
            <a:lvl4pPr marL="1352550" indent="116967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00000"/>
              <a:buChar char=""/>
              <a:defRPr sz="2000" b="0" i="0">
                <a:solidFill>
                  <a:schemeClr val="dk1"/>
                </a:solidFill>
                <a:latin typeface="Book Antiqua"/>
              </a:defRPr>
            </a:lvl4pPr>
            <a:lvl5pPr marL="1544320" indent="1362075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00000"/>
              <a:buChar char=""/>
              <a:defRPr sz="2000" b="0" i="0">
                <a:solidFill>
                  <a:schemeClr val="dk1"/>
                </a:solidFill>
                <a:latin typeface="Book Antiqua"/>
              </a:defRPr>
            </a:lvl5pPr>
          </a:lstStyle>
          <a:p>
            <a:pPr marL="547370" lvl="0" indent="-410845">
              <a:spcBef>
                <a:spcPts val="0"/>
              </a:spcBef>
              <a:buClr>
                <a:srgbClr val="F9F9F9"/>
              </a:buClr>
              <a:buSzPct val="65000"/>
              <a:buFont typeface="Wingdings 2"/>
              <a:buChar char=""/>
              <a:defRPr/>
            </a:pPr>
            <a:r>
              <a:t>Click to edit Master text styles</a:t>
            </a:r>
          </a:p>
          <a:p>
            <a:pPr marL="868045" lvl="1" indent="-282575">
              <a:spcBef>
                <a:spcPts val="0"/>
              </a:spcBef>
              <a:buClr>
                <a:srgbClr val="FFFFFF"/>
              </a:buClr>
              <a:buSzPct val="80000"/>
              <a:buChar char=""/>
              <a:defRPr/>
            </a:pPr>
            <a:r>
              <a:t>Second level</a:t>
            </a:r>
          </a:p>
          <a:p>
            <a:pPr marL="1133475" lvl="2" indent="-228600">
              <a:spcBef>
                <a:spcPts val="0"/>
              </a:spcBef>
              <a:buClr>
                <a:srgbClr val="FFFFFF"/>
              </a:buClr>
              <a:buSzPct val="95000"/>
              <a:buFont typeface="Wingdings"/>
              <a:buChar char=""/>
              <a:defRPr/>
            </a:pPr>
            <a:r>
              <a:t>Third level</a:t>
            </a:r>
          </a:p>
          <a:p>
            <a:pPr marL="1352550" lvl="3" indent="-182880">
              <a:spcBef>
                <a:spcPts val="0"/>
              </a:spcBef>
              <a:buClr>
                <a:srgbClr val="FFFFFF"/>
              </a:buClr>
              <a:buSzPct val="100000"/>
              <a:buFont typeface="Wingdings 3"/>
              <a:buChar char=""/>
              <a:defRPr/>
            </a:pPr>
            <a:r>
              <a:t>Fourth level</a:t>
            </a:r>
          </a:p>
          <a:p>
            <a:pPr marL="1544320" lvl="4" indent="-182245">
              <a:spcBef>
                <a:spcPts val="0"/>
              </a:spcBef>
              <a:buClr>
                <a:srgbClr val="FFFFFF"/>
              </a:buClr>
              <a:buSzPct val="100000"/>
              <a:buFont typeface="Wingdings 2"/>
              <a:buChar char=""/>
              <a:defRPr/>
            </a:pPr>
            <a:r>
              <a:t>Fifth level</a:t>
            </a:r>
          </a:p>
        </p:txBody>
      </p:sp>
      <p:sp>
        <p:nvSpPr>
          <p:cNvPr id="644033940" name="Date Placeholder 13"/>
          <p:cNvSpPr>
            <a:spLocks noGrp="1" noChangeShapeType="1"/>
          </p:cNvSpPr>
          <p:nvPr>
            <p:ph type="dt" idx="2"/>
          </p:nvPr>
        </p:nvSpPr>
        <p:spPr bwMode="auto">
          <a:xfrm>
            <a:off x="457200" y="6416675"/>
            <a:ext cx="2133600" cy="365125"/>
          </a:xfrm>
          <a:prstGeom prst="rect">
            <a:avLst/>
          </a:prstGeom>
          <a:noFill/>
        </p:spPr>
        <p:txBody>
          <a:bodyPr lIns="91440" tIns="45720" rIns="91440" bIns="45720" anchor="b"/>
          <a:lstStyle/>
          <a:p>
            <a:pPr>
              <a:defRPr/>
            </a:pPr>
            <a:endParaRPr sz="1400"/>
          </a:p>
        </p:txBody>
      </p:sp>
      <p:sp>
        <p:nvSpPr>
          <p:cNvPr id="1001189302" name="Footer Placeholder 2"/>
          <p:cNvSpPr>
            <a:spLocks noGrp="1" noChangeShapeType="1"/>
          </p:cNvSpPr>
          <p:nvPr>
            <p:ph type="ftr" idx="3"/>
          </p:nvPr>
        </p:nvSpPr>
        <p:spPr bwMode="auto">
          <a:xfrm>
            <a:off x="3124200" y="6416675"/>
            <a:ext cx="2895600" cy="365125"/>
          </a:xfrm>
          <a:prstGeom prst="rect">
            <a:avLst/>
          </a:prstGeom>
          <a:noFill/>
        </p:spPr>
        <p:txBody>
          <a:bodyPr lIns="91440" tIns="45720" rIns="91440" bIns="45720" anchor="b"/>
          <a:lstStyle/>
          <a:p>
            <a:pPr>
              <a:defRPr/>
            </a:pPr>
            <a:endParaRPr sz="1400"/>
          </a:p>
        </p:txBody>
      </p:sp>
      <p:sp>
        <p:nvSpPr>
          <p:cNvPr id="690511634" name="Slide Number Placeholder 22"/>
          <p:cNvSpPr>
            <a:spLocks noGrp="1" noChangeShapeType="1"/>
          </p:cNvSpPr>
          <p:nvPr>
            <p:ph type="sldNum" idx="4"/>
          </p:nvPr>
        </p:nvSpPr>
        <p:spPr bwMode="auto">
          <a:xfrm>
            <a:off x="7924800" y="6416675"/>
            <a:ext cx="762000" cy="365125"/>
          </a:xfrm>
          <a:prstGeom prst="rect">
            <a:avLst/>
          </a:prstGeom>
          <a:noFill/>
        </p:spPr>
        <p:txBody>
          <a:bodyPr lIns="0" tIns="45720" rIns="0" bIns="45720" anchor="b"/>
          <a:lstStyle>
            <a:lvl1pPr mar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Book Antiqua"/>
              </a:defRPr>
            </a:lvl1pPr>
            <a:lvl2pPr marL="457200" indent="4572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Book Antiqua"/>
              </a:defRPr>
            </a:lvl2pPr>
            <a:lvl3pPr marL="914400" indent="9144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Book Antiqua"/>
              </a:defRPr>
            </a:lvl3pPr>
            <a:lvl4pPr marL="1371600" indent="13716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Book Antiqua"/>
              </a:defRPr>
            </a:lvl4pPr>
            <a:lvl5pPr marL="1828800" indent="18288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Book Antiqua"/>
              </a:defRPr>
            </a:lvl5pPr>
          </a:lstStyle>
          <a:p>
            <a:pPr marL="0" lvl="0" indent="0" algn="r">
              <a:spcBef>
                <a:spcPts val="0"/>
              </a:spcBef>
              <a:buNone/>
              <a:defRPr/>
            </a:pPr>
            <a:fld id="{D038279B-FC19-497E-A7D1-5ADD9CAF016F}" type="slidenum">
              <a:rPr lang="en-GB" sz="1200" b="1" i="0" u="none">
                <a:solidFill>
                  <a:srgbClr val="BCBCBC"/>
                </a:solidFill>
              </a:rPr>
            </a:fld>
            <a:endParaRPr lang="en-GB" sz="1200" b="1" i="0" u="none">
              <a:solidFill>
                <a:srgbClr val="BCBCBC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5" r:id="rId1"/>
    <p:sldLayoutId id="2147483716" r:id="rId2"/>
  </p:sldLayoutIdLst>
  <p:txStyles>
    <p:titleStyle>
      <a:lvl1pPr marL="0" indent="0" algn="ctr" defTabSz="914400" rtl="0">
        <a:lnSpc>
          <a:spcPct val="100000"/>
        </a:lnSpc>
        <a:spcBef>
          <a:spcPts val="0"/>
        </a:spcBef>
        <a:spcAft>
          <a:spcPts val="0"/>
        </a:spcAft>
        <a:buNone/>
        <a:defRPr lang="en-US" sz="4100" b="1" i="0">
          <a:solidFill>
            <a:schemeClr val="dk1"/>
          </a:solidFill>
          <a:latin typeface="Lucida Sans"/>
        </a:defRPr>
      </a:lvl1pPr>
      <a:lvl2pPr marL="0" indent="0" algn="ctr" defTabSz="914400" rtl="0">
        <a:lnSpc>
          <a:spcPct val="100000"/>
        </a:lnSpc>
        <a:spcBef>
          <a:spcPts val="0"/>
        </a:spcBef>
        <a:spcAft>
          <a:spcPts val="0"/>
        </a:spcAft>
        <a:buNone/>
        <a:defRPr lang="en-US" sz="4100" b="1" i="0">
          <a:solidFill>
            <a:schemeClr val="dk1"/>
          </a:solidFill>
          <a:latin typeface="Lucida Sans"/>
        </a:defRPr>
      </a:lvl2pPr>
      <a:lvl3pPr marL="0" indent="0" algn="ctr" defTabSz="914400" rtl="0">
        <a:lnSpc>
          <a:spcPct val="100000"/>
        </a:lnSpc>
        <a:spcBef>
          <a:spcPts val="0"/>
        </a:spcBef>
        <a:spcAft>
          <a:spcPts val="0"/>
        </a:spcAft>
        <a:buNone/>
        <a:defRPr lang="en-US" sz="4100" b="1" i="0">
          <a:solidFill>
            <a:schemeClr val="dk1"/>
          </a:solidFill>
          <a:latin typeface="Lucida Sans"/>
        </a:defRPr>
      </a:lvl3pPr>
      <a:lvl4pPr marL="0" indent="0" algn="ctr" defTabSz="914400" rtl="0">
        <a:lnSpc>
          <a:spcPct val="100000"/>
        </a:lnSpc>
        <a:spcBef>
          <a:spcPts val="0"/>
        </a:spcBef>
        <a:spcAft>
          <a:spcPts val="0"/>
        </a:spcAft>
        <a:buNone/>
        <a:defRPr lang="en-US" sz="4100" b="1" i="0">
          <a:solidFill>
            <a:schemeClr val="dk1"/>
          </a:solidFill>
          <a:latin typeface="Lucida Sans"/>
        </a:defRPr>
      </a:lvl4pPr>
      <a:lvl5pPr marL="0" indent="0" algn="ctr" defTabSz="914400" rtl="0">
        <a:lnSpc>
          <a:spcPct val="100000"/>
        </a:lnSpc>
        <a:spcBef>
          <a:spcPts val="0"/>
        </a:spcBef>
        <a:spcAft>
          <a:spcPts val="0"/>
        </a:spcAft>
        <a:buNone/>
        <a:defRPr lang="en-US" sz="4100" b="1" i="0">
          <a:solidFill>
            <a:schemeClr val="dk1"/>
          </a:solidFill>
          <a:latin typeface="Lucida Sans"/>
        </a:defRPr>
      </a:lvl5pPr>
      <a:lvl6pPr>
        <a:defRPr lang="en-US" sz="1800"/>
      </a:lvl6pPr>
      <a:lvl7pPr>
        <a:defRPr lang="en-US" sz="1800"/>
      </a:lvl7pPr>
      <a:lvl8pPr>
        <a:defRPr lang="en-US" sz="1800"/>
      </a:lvl8pPr>
      <a:lvl9pPr>
        <a:defRPr lang="en-US" sz="1800"/>
      </a:lvl9pPr>
    </p:titleStyle>
    <p:bodyStyle>
      <a:lvl1pPr marL="547370" indent="136525" algn="l" defTabSz="914400" rtl="0">
        <a:lnSpc>
          <a:spcPct val="100000"/>
        </a:lnSpc>
        <a:spcBef>
          <a:spcPts val="0"/>
        </a:spcBef>
        <a:spcAft>
          <a:spcPts val="0"/>
        </a:spcAft>
        <a:buClr>
          <a:srgbClr val="F9F9F9"/>
        </a:buClr>
        <a:buSzPct val="65000"/>
        <a:buFont typeface="Wingdings 2"/>
        <a:buChar char=""/>
        <a:defRPr lang="en-US" sz="2800" b="0" i="0">
          <a:solidFill>
            <a:schemeClr val="dk1"/>
          </a:solidFill>
          <a:latin typeface="Book Antiqua"/>
        </a:defRPr>
      </a:lvl1pPr>
      <a:lvl2pPr marL="868045" indent="585470" algn="l" defTabSz="914400" rtl="0">
        <a:lnSpc>
          <a:spcPct val="100000"/>
        </a:lnSpc>
        <a:spcBef>
          <a:spcPts val="0"/>
        </a:spcBef>
        <a:spcAft>
          <a:spcPts val="0"/>
        </a:spcAft>
        <a:buClr>
          <a:srgbClr val="FFFFFF"/>
        </a:buClr>
        <a:buSzPct val="80000"/>
        <a:buChar char=""/>
        <a:defRPr lang="en-US" sz="2400" b="0" i="0">
          <a:solidFill>
            <a:schemeClr val="dk1"/>
          </a:solidFill>
          <a:latin typeface="Book Antiqua"/>
        </a:defRPr>
      </a:lvl2pPr>
      <a:lvl3pPr marL="1133475" indent="904875" algn="l" defTabSz="914400" rtl="0">
        <a:lnSpc>
          <a:spcPct val="100000"/>
        </a:lnSpc>
        <a:spcBef>
          <a:spcPts val="0"/>
        </a:spcBef>
        <a:spcAft>
          <a:spcPts val="0"/>
        </a:spcAft>
        <a:buClr>
          <a:srgbClr val="FFFFFF"/>
        </a:buClr>
        <a:buSzPct val="95000"/>
        <a:buFont typeface="Wingdings"/>
        <a:buChar char=""/>
        <a:defRPr lang="en-US" sz="2200" b="0" i="0">
          <a:solidFill>
            <a:schemeClr val="dk1"/>
          </a:solidFill>
          <a:latin typeface="Book Antiqua"/>
        </a:defRPr>
      </a:lvl3pPr>
      <a:lvl4pPr marL="1352550" indent="1169670" algn="l" defTabSz="914400" rtl="0">
        <a:lnSpc>
          <a:spcPct val="100000"/>
        </a:lnSpc>
        <a:spcBef>
          <a:spcPts val="0"/>
        </a:spcBef>
        <a:spcAft>
          <a:spcPts val="0"/>
        </a:spcAft>
        <a:buClr>
          <a:srgbClr val="FFFFFF"/>
        </a:buClr>
        <a:buSzPct val="100000"/>
        <a:buFont typeface="Wingdings 3"/>
        <a:buChar char=""/>
        <a:defRPr lang="en-US" sz="2000" b="0" i="0">
          <a:solidFill>
            <a:schemeClr val="dk1"/>
          </a:solidFill>
          <a:latin typeface="Book Antiqua"/>
        </a:defRPr>
      </a:lvl4pPr>
      <a:lvl5pPr marL="1544320" indent="1362075" algn="l" defTabSz="914400" rtl="0">
        <a:lnSpc>
          <a:spcPct val="100000"/>
        </a:lnSpc>
        <a:spcBef>
          <a:spcPts val="0"/>
        </a:spcBef>
        <a:spcAft>
          <a:spcPts val="0"/>
        </a:spcAft>
        <a:buClr>
          <a:srgbClr val="FFFFFF"/>
        </a:buClr>
        <a:buSzPct val="100000"/>
        <a:buFont typeface="Wingdings 2"/>
        <a:buChar char=""/>
        <a:defRPr lang="en-US" sz="2000" b="0" i="0">
          <a:solidFill>
            <a:schemeClr val="dk1"/>
          </a:solidFill>
          <a:latin typeface="Book Antiqua"/>
        </a:defRPr>
      </a:lvl5pPr>
      <a:lvl6pPr>
        <a:defRPr lang="en-US" sz="1800"/>
      </a:lvl6pPr>
      <a:lvl7pPr>
        <a:defRPr lang="en-US" sz="1800"/>
      </a:lvl7pPr>
      <a:lvl8pPr>
        <a:defRPr lang="en-US" sz="1800"/>
      </a:lvl8pPr>
      <a:lvl9pPr>
        <a:defRPr lang="en-US" sz="1800"/>
      </a:lvl9pPr>
    </p:bodyStyle>
    <p:otherStyle>
      <a:lvl1pPr marL="0" indent="0" algn="l" defTabSz="914400" rtl="0">
        <a:lnSpc>
          <a:spcPct val="100000"/>
        </a:lnSpc>
        <a:spcBef>
          <a:spcPts val="0"/>
        </a:spcBef>
        <a:spcAft>
          <a:spcPts val="0"/>
        </a:spcAft>
        <a:buNone/>
        <a:defRPr lang="en-US" sz="1800" b="0" i="0">
          <a:solidFill>
            <a:schemeClr val="dk1"/>
          </a:solidFill>
          <a:latin typeface="Arial"/>
          <a:ea typeface="Arial"/>
        </a:defRPr>
      </a:lvl1pPr>
      <a:lvl2pPr marL="455295" indent="457200" algn="l" defTabSz="914400" rtl="0">
        <a:lnSpc>
          <a:spcPct val="100000"/>
        </a:lnSpc>
        <a:spcBef>
          <a:spcPts val="0"/>
        </a:spcBef>
        <a:spcAft>
          <a:spcPts val="0"/>
        </a:spcAft>
        <a:buNone/>
        <a:defRPr lang="en-US" sz="1800" b="0" i="0">
          <a:solidFill>
            <a:schemeClr val="dk1"/>
          </a:solidFill>
          <a:latin typeface="Arial"/>
          <a:ea typeface="Arial"/>
        </a:defRPr>
      </a:lvl2pPr>
      <a:lvl3pPr marL="912495" indent="914400" algn="l" defTabSz="914400" rtl="0">
        <a:lnSpc>
          <a:spcPct val="100000"/>
        </a:lnSpc>
        <a:spcBef>
          <a:spcPts val="0"/>
        </a:spcBef>
        <a:spcAft>
          <a:spcPts val="0"/>
        </a:spcAft>
        <a:buNone/>
        <a:defRPr lang="en-US" sz="1800" b="0" i="0">
          <a:solidFill>
            <a:schemeClr val="dk1"/>
          </a:solidFill>
          <a:latin typeface="Arial"/>
          <a:ea typeface="Arial"/>
        </a:defRPr>
      </a:lvl3pPr>
      <a:lvl4pPr marL="1369695" indent="1371600" algn="l" defTabSz="914400" rtl="0">
        <a:lnSpc>
          <a:spcPct val="100000"/>
        </a:lnSpc>
        <a:spcBef>
          <a:spcPts val="0"/>
        </a:spcBef>
        <a:spcAft>
          <a:spcPts val="0"/>
        </a:spcAft>
        <a:buNone/>
        <a:defRPr lang="en-US" sz="1800" b="0" i="0">
          <a:solidFill>
            <a:schemeClr val="dk1"/>
          </a:solidFill>
          <a:latin typeface="Arial"/>
          <a:ea typeface="Arial"/>
        </a:defRPr>
      </a:lvl4pPr>
      <a:lvl5pPr marL="1826895" indent="1828800" algn="l" defTabSz="914400" rtl="0">
        <a:lnSpc>
          <a:spcPct val="100000"/>
        </a:lnSpc>
        <a:spcBef>
          <a:spcPts val="0"/>
        </a:spcBef>
        <a:spcAft>
          <a:spcPts val="0"/>
        </a:spcAft>
        <a:buNone/>
        <a:defRPr lang="en-US" sz="1800" b="0" i="0">
          <a:solidFill>
            <a:schemeClr val="dk1"/>
          </a:solidFill>
          <a:latin typeface="Arial"/>
          <a:ea typeface="Arial"/>
        </a:defRPr>
      </a:lvl5pPr>
      <a:lvl6pPr>
        <a:defRPr lang="en-US" sz="1800"/>
      </a:lvl6pPr>
      <a:lvl7pPr>
        <a:defRPr lang="en-US" sz="1800"/>
      </a:lvl7pPr>
      <a:lvl8pPr>
        <a:defRPr lang="en-US" sz="1800"/>
      </a:lvl8pPr>
      <a:lvl9pPr>
        <a:defRPr lang="en-US" sz="1800"/>
      </a:lvl9pPr>
    </p:otherStyle>
  </p:txStyles>
</p:sldMaster>
</file>

<file path=ppt/slideMasters/slideMaster2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98615409" name="Title Placeholder 21"/>
          <p:cNvSpPr>
            <a:spLocks noGrp="1" noChangeShapeType="1"/>
          </p:cNvSpPr>
          <p:nvPr>
            <p:ph type="title"/>
          </p:nvPr>
        </p:nvSpPr>
        <p:spPr bwMode="auto">
          <a:xfrm>
            <a:off x="457200" y="274637"/>
            <a:ext cx="8229600" cy="1143000"/>
          </a:xfrm>
          <a:prstGeom prst="rect">
            <a:avLst/>
          </a:prstGeom>
          <a:noFill/>
        </p:spPr>
        <p:txBody>
          <a:bodyPr lIns="91440" tIns="45720" rIns="91440" bIns="45720" anchor="ctr" anchorCtr="0"/>
          <a:lstStyle/>
          <a:p>
            <a:pPr marL="0" lvl="0" indent="0">
              <a:spcBef>
                <a:spcPts val="0"/>
              </a:spcBef>
              <a:buNone/>
              <a:defRPr/>
            </a:pPr>
            <a:r>
              <a:t>Click to edit Master title style</a:t>
            </a:r>
          </a:p>
        </p:txBody>
      </p:sp>
      <p:sp>
        <p:nvSpPr>
          <p:cNvPr id="1844935408" name="Text Placeholder 12"/>
          <p:cNvSpPr>
            <a:spLocks noGrp="1" noChangeShapeType="1"/>
          </p:cNvSpPr>
          <p:nvPr>
            <p:ph type="body" idx="1"/>
          </p:nvPr>
        </p:nvSpPr>
        <p:spPr bwMode="auto">
          <a:xfrm>
            <a:off x="457200" y="1600200"/>
            <a:ext cx="8229600" cy="4708525"/>
          </a:xfrm>
          <a:prstGeom prst="rect">
            <a:avLst/>
          </a:prstGeom>
          <a:noFill/>
        </p:spPr>
        <p:txBody>
          <a:bodyPr lIns="91440" tIns="45720" rIns="91440" bIns="45720"/>
          <a:lstStyle>
            <a:lvl1pPr marL="547370" indent="136525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9F9F9"/>
              </a:buClr>
              <a:buSzPct val="65000"/>
              <a:buChar char=""/>
              <a:defRPr sz="2800" b="0" i="0">
                <a:solidFill>
                  <a:schemeClr val="dk1"/>
                </a:solidFill>
                <a:latin typeface="Book Antiqua"/>
              </a:defRPr>
            </a:lvl1pPr>
            <a:lvl2pPr marL="868045" indent="58547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80000"/>
              <a:buChar char=""/>
              <a:defRPr sz="2400" b="0" i="0">
                <a:solidFill>
                  <a:schemeClr val="dk1"/>
                </a:solidFill>
                <a:latin typeface="Book Antiqua"/>
              </a:defRPr>
            </a:lvl2pPr>
            <a:lvl3pPr marL="1133475" indent="904875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95000"/>
              <a:buChar char=""/>
              <a:defRPr sz="2200" b="0" i="0">
                <a:solidFill>
                  <a:schemeClr val="dk1"/>
                </a:solidFill>
                <a:latin typeface="Book Antiqua"/>
              </a:defRPr>
            </a:lvl3pPr>
            <a:lvl4pPr marL="1352550" indent="116967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00000"/>
              <a:buChar char=""/>
              <a:defRPr sz="2000" b="0" i="0">
                <a:solidFill>
                  <a:schemeClr val="dk1"/>
                </a:solidFill>
                <a:latin typeface="Book Antiqua"/>
              </a:defRPr>
            </a:lvl4pPr>
            <a:lvl5pPr marL="1544320" indent="1362075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00000"/>
              <a:buChar char=""/>
              <a:defRPr sz="2000" b="0" i="0">
                <a:solidFill>
                  <a:schemeClr val="dk1"/>
                </a:solidFill>
                <a:latin typeface="Book Antiqua"/>
              </a:defRPr>
            </a:lvl5pPr>
          </a:lstStyle>
          <a:p>
            <a:pPr marL="547370" lvl="0" indent="-410845">
              <a:spcBef>
                <a:spcPts val="0"/>
              </a:spcBef>
              <a:buClr>
                <a:srgbClr val="F9F9F9"/>
              </a:buClr>
              <a:buSzPct val="65000"/>
              <a:buFont typeface="Wingdings 2"/>
              <a:buChar char=""/>
              <a:defRPr/>
            </a:pPr>
            <a:r>
              <a:t>Click to edit Master text styles</a:t>
            </a:r>
          </a:p>
          <a:p>
            <a:pPr marL="868045" lvl="1" indent="-282575">
              <a:spcBef>
                <a:spcPts val="0"/>
              </a:spcBef>
              <a:buClr>
                <a:srgbClr val="FFFFFF"/>
              </a:buClr>
              <a:buSzPct val="80000"/>
              <a:buChar char=""/>
              <a:defRPr/>
            </a:pPr>
            <a:r>
              <a:t>Second level</a:t>
            </a:r>
          </a:p>
          <a:p>
            <a:pPr marL="1133475" lvl="2" indent="-228600">
              <a:spcBef>
                <a:spcPts val="0"/>
              </a:spcBef>
              <a:buClr>
                <a:srgbClr val="FFFFFF"/>
              </a:buClr>
              <a:buSzPct val="95000"/>
              <a:buFont typeface="Wingdings"/>
              <a:buChar char=""/>
              <a:defRPr/>
            </a:pPr>
            <a:r>
              <a:t>Third level</a:t>
            </a:r>
          </a:p>
          <a:p>
            <a:pPr marL="1352550" lvl="3" indent="-182880">
              <a:spcBef>
                <a:spcPts val="0"/>
              </a:spcBef>
              <a:buClr>
                <a:srgbClr val="FFFFFF"/>
              </a:buClr>
              <a:buSzPct val="100000"/>
              <a:buFont typeface="Wingdings 3"/>
              <a:buChar char=""/>
              <a:defRPr/>
            </a:pPr>
            <a:r>
              <a:t>Fourth level</a:t>
            </a:r>
          </a:p>
          <a:p>
            <a:pPr marL="1544320" lvl="4" indent="-182245">
              <a:spcBef>
                <a:spcPts val="0"/>
              </a:spcBef>
              <a:buClr>
                <a:srgbClr val="FFFFFF"/>
              </a:buClr>
              <a:buSzPct val="100000"/>
              <a:buFont typeface="Wingdings 2"/>
              <a:buChar char=""/>
              <a:defRPr/>
            </a:pPr>
            <a:r>
              <a:t>Fifth level</a:t>
            </a:r>
          </a:p>
        </p:txBody>
      </p:sp>
      <p:sp>
        <p:nvSpPr>
          <p:cNvPr id="567220389" name="Date Placeholder 13"/>
          <p:cNvSpPr>
            <a:spLocks noGrp="1" noChangeShapeType="1"/>
          </p:cNvSpPr>
          <p:nvPr>
            <p:ph type="dt" idx="2"/>
          </p:nvPr>
        </p:nvSpPr>
        <p:spPr bwMode="auto">
          <a:xfrm>
            <a:off x="457200" y="6416675"/>
            <a:ext cx="2133600" cy="365125"/>
          </a:xfrm>
          <a:prstGeom prst="rect">
            <a:avLst/>
          </a:prstGeom>
          <a:noFill/>
        </p:spPr>
        <p:txBody>
          <a:bodyPr lIns="91440" tIns="45720" rIns="91440" bIns="45720" anchor="b"/>
          <a:lstStyle/>
          <a:p>
            <a:pPr>
              <a:defRPr/>
            </a:pPr>
            <a:endParaRPr sz="1400"/>
          </a:p>
        </p:txBody>
      </p:sp>
      <p:sp>
        <p:nvSpPr>
          <p:cNvPr id="943717595" name="Footer Placeholder 2"/>
          <p:cNvSpPr>
            <a:spLocks noGrp="1" noChangeShapeType="1"/>
          </p:cNvSpPr>
          <p:nvPr>
            <p:ph type="ftr" idx="3"/>
          </p:nvPr>
        </p:nvSpPr>
        <p:spPr bwMode="auto">
          <a:xfrm>
            <a:off x="3124200" y="6416675"/>
            <a:ext cx="2895600" cy="365125"/>
          </a:xfrm>
          <a:prstGeom prst="rect">
            <a:avLst/>
          </a:prstGeom>
          <a:noFill/>
        </p:spPr>
        <p:txBody>
          <a:bodyPr lIns="91440" tIns="45720" rIns="91440" bIns="45720" anchor="b"/>
          <a:lstStyle/>
          <a:p>
            <a:pPr>
              <a:defRPr/>
            </a:pPr>
            <a:endParaRPr sz="1400"/>
          </a:p>
        </p:txBody>
      </p:sp>
      <p:sp>
        <p:nvSpPr>
          <p:cNvPr id="991023765" name="Slide Number Placeholder 22"/>
          <p:cNvSpPr>
            <a:spLocks noGrp="1" noChangeShapeType="1"/>
          </p:cNvSpPr>
          <p:nvPr>
            <p:ph type="sldNum" idx="4"/>
          </p:nvPr>
        </p:nvSpPr>
        <p:spPr bwMode="auto">
          <a:xfrm>
            <a:off x="7924800" y="6416675"/>
            <a:ext cx="762000" cy="365125"/>
          </a:xfrm>
          <a:prstGeom prst="rect">
            <a:avLst/>
          </a:prstGeom>
          <a:noFill/>
        </p:spPr>
        <p:txBody>
          <a:bodyPr lIns="0" tIns="45720" rIns="0" bIns="45720" anchor="b"/>
          <a:lstStyle>
            <a:lvl1pPr mar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Book Antiqua"/>
              </a:defRPr>
            </a:lvl1pPr>
            <a:lvl2pPr marL="457200" indent="4572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Book Antiqua"/>
              </a:defRPr>
            </a:lvl2pPr>
            <a:lvl3pPr marL="914400" indent="9144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Book Antiqua"/>
              </a:defRPr>
            </a:lvl3pPr>
            <a:lvl4pPr marL="1371600" indent="13716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Book Antiqua"/>
              </a:defRPr>
            </a:lvl4pPr>
            <a:lvl5pPr marL="1828800" indent="18288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Book Antiqua"/>
              </a:defRPr>
            </a:lvl5pPr>
          </a:lstStyle>
          <a:p>
            <a:pPr marL="0" lvl="0" indent="0" algn="r">
              <a:spcBef>
                <a:spcPts val="0"/>
              </a:spcBef>
              <a:buNone/>
              <a:defRPr/>
            </a:pPr>
            <a:fld id="{D038279B-FC19-497E-A7D1-5ADD9CAF016F}" type="slidenum">
              <a:rPr lang="en-GB" sz="1200" b="1" i="0" u="none">
                <a:solidFill>
                  <a:srgbClr val="BCBCBC"/>
                </a:solidFill>
              </a:rPr>
            </a:fld>
            <a:endParaRPr lang="en-GB" sz="1200" b="1" i="0" u="none">
              <a:solidFill>
                <a:srgbClr val="BCBCBC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8" r:id="rId1"/>
    <p:sldLayoutId id="2147483719" r:id="rId2"/>
  </p:sldLayoutIdLst>
  <p:txStyles>
    <p:titleStyle>
      <a:lvl1pPr marL="0" indent="0" algn="ctr" defTabSz="914400" rtl="0">
        <a:lnSpc>
          <a:spcPct val="100000"/>
        </a:lnSpc>
        <a:spcBef>
          <a:spcPts val="0"/>
        </a:spcBef>
        <a:spcAft>
          <a:spcPts val="0"/>
        </a:spcAft>
        <a:buNone/>
        <a:defRPr lang="en-US" sz="4100" b="1" i="0">
          <a:solidFill>
            <a:schemeClr val="dk1"/>
          </a:solidFill>
          <a:latin typeface="Lucida Sans"/>
        </a:defRPr>
      </a:lvl1pPr>
      <a:lvl2pPr marL="0" indent="0" algn="ctr" defTabSz="914400" rtl="0">
        <a:lnSpc>
          <a:spcPct val="100000"/>
        </a:lnSpc>
        <a:spcBef>
          <a:spcPts val="0"/>
        </a:spcBef>
        <a:spcAft>
          <a:spcPts val="0"/>
        </a:spcAft>
        <a:buNone/>
        <a:defRPr lang="en-US" sz="4100" b="1" i="0">
          <a:solidFill>
            <a:schemeClr val="dk1"/>
          </a:solidFill>
          <a:latin typeface="Lucida Sans"/>
        </a:defRPr>
      </a:lvl2pPr>
      <a:lvl3pPr marL="0" indent="0" algn="ctr" defTabSz="914400" rtl="0">
        <a:lnSpc>
          <a:spcPct val="100000"/>
        </a:lnSpc>
        <a:spcBef>
          <a:spcPts val="0"/>
        </a:spcBef>
        <a:spcAft>
          <a:spcPts val="0"/>
        </a:spcAft>
        <a:buNone/>
        <a:defRPr lang="en-US" sz="4100" b="1" i="0">
          <a:solidFill>
            <a:schemeClr val="dk1"/>
          </a:solidFill>
          <a:latin typeface="Lucida Sans"/>
        </a:defRPr>
      </a:lvl3pPr>
      <a:lvl4pPr marL="0" indent="0" algn="ctr" defTabSz="914400" rtl="0">
        <a:lnSpc>
          <a:spcPct val="100000"/>
        </a:lnSpc>
        <a:spcBef>
          <a:spcPts val="0"/>
        </a:spcBef>
        <a:spcAft>
          <a:spcPts val="0"/>
        </a:spcAft>
        <a:buNone/>
        <a:defRPr lang="en-US" sz="4100" b="1" i="0">
          <a:solidFill>
            <a:schemeClr val="dk1"/>
          </a:solidFill>
          <a:latin typeface="Lucida Sans"/>
        </a:defRPr>
      </a:lvl4pPr>
      <a:lvl5pPr marL="0" indent="0" algn="ctr" defTabSz="914400" rtl="0">
        <a:lnSpc>
          <a:spcPct val="100000"/>
        </a:lnSpc>
        <a:spcBef>
          <a:spcPts val="0"/>
        </a:spcBef>
        <a:spcAft>
          <a:spcPts val="0"/>
        </a:spcAft>
        <a:buNone/>
        <a:defRPr lang="en-US" sz="4100" b="1" i="0">
          <a:solidFill>
            <a:schemeClr val="dk1"/>
          </a:solidFill>
          <a:latin typeface="Lucida Sans"/>
        </a:defRPr>
      </a:lvl5pPr>
      <a:lvl6pPr>
        <a:defRPr lang="en-US" sz="1800"/>
      </a:lvl6pPr>
      <a:lvl7pPr>
        <a:defRPr lang="en-US" sz="1800"/>
      </a:lvl7pPr>
      <a:lvl8pPr>
        <a:defRPr lang="en-US" sz="1800"/>
      </a:lvl8pPr>
      <a:lvl9pPr>
        <a:defRPr lang="en-US" sz="1800"/>
      </a:lvl9pPr>
    </p:titleStyle>
    <p:bodyStyle>
      <a:lvl1pPr marL="547370" indent="136525" algn="l" defTabSz="914400" rtl="0">
        <a:lnSpc>
          <a:spcPct val="100000"/>
        </a:lnSpc>
        <a:spcBef>
          <a:spcPts val="0"/>
        </a:spcBef>
        <a:spcAft>
          <a:spcPts val="0"/>
        </a:spcAft>
        <a:buClr>
          <a:srgbClr val="F9F9F9"/>
        </a:buClr>
        <a:buSzPct val="65000"/>
        <a:buFont typeface="Wingdings 2"/>
        <a:buChar char=""/>
        <a:defRPr lang="en-US" sz="2800" b="0" i="0">
          <a:solidFill>
            <a:schemeClr val="dk1"/>
          </a:solidFill>
          <a:latin typeface="Book Antiqua"/>
        </a:defRPr>
      </a:lvl1pPr>
      <a:lvl2pPr marL="868045" indent="585470" algn="l" defTabSz="914400" rtl="0">
        <a:lnSpc>
          <a:spcPct val="100000"/>
        </a:lnSpc>
        <a:spcBef>
          <a:spcPts val="0"/>
        </a:spcBef>
        <a:spcAft>
          <a:spcPts val="0"/>
        </a:spcAft>
        <a:buClr>
          <a:srgbClr val="FFFFFF"/>
        </a:buClr>
        <a:buSzPct val="80000"/>
        <a:buChar char=""/>
        <a:defRPr lang="en-US" sz="2400" b="0" i="0">
          <a:solidFill>
            <a:schemeClr val="dk1"/>
          </a:solidFill>
          <a:latin typeface="Book Antiqua"/>
        </a:defRPr>
      </a:lvl2pPr>
      <a:lvl3pPr marL="1133475" indent="904875" algn="l" defTabSz="914400" rtl="0">
        <a:lnSpc>
          <a:spcPct val="100000"/>
        </a:lnSpc>
        <a:spcBef>
          <a:spcPts val="0"/>
        </a:spcBef>
        <a:spcAft>
          <a:spcPts val="0"/>
        </a:spcAft>
        <a:buClr>
          <a:srgbClr val="FFFFFF"/>
        </a:buClr>
        <a:buSzPct val="95000"/>
        <a:buFont typeface="Wingdings"/>
        <a:buChar char=""/>
        <a:defRPr lang="en-US" sz="2200" b="0" i="0">
          <a:solidFill>
            <a:schemeClr val="dk1"/>
          </a:solidFill>
          <a:latin typeface="Book Antiqua"/>
        </a:defRPr>
      </a:lvl3pPr>
      <a:lvl4pPr marL="1352550" indent="1169670" algn="l" defTabSz="914400" rtl="0">
        <a:lnSpc>
          <a:spcPct val="100000"/>
        </a:lnSpc>
        <a:spcBef>
          <a:spcPts val="0"/>
        </a:spcBef>
        <a:spcAft>
          <a:spcPts val="0"/>
        </a:spcAft>
        <a:buClr>
          <a:srgbClr val="FFFFFF"/>
        </a:buClr>
        <a:buSzPct val="100000"/>
        <a:buFont typeface="Wingdings 3"/>
        <a:buChar char=""/>
        <a:defRPr lang="en-US" sz="2000" b="0" i="0">
          <a:solidFill>
            <a:schemeClr val="dk1"/>
          </a:solidFill>
          <a:latin typeface="Book Antiqua"/>
        </a:defRPr>
      </a:lvl4pPr>
      <a:lvl5pPr marL="1544320" indent="1362075" algn="l" defTabSz="914400" rtl="0">
        <a:lnSpc>
          <a:spcPct val="100000"/>
        </a:lnSpc>
        <a:spcBef>
          <a:spcPts val="0"/>
        </a:spcBef>
        <a:spcAft>
          <a:spcPts val="0"/>
        </a:spcAft>
        <a:buClr>
          <a:srgbClr val="FFFFFF"/>
        </a:buClr>
        <a:buSzPct val="100000"/>
        <a:buFont typeface="Wingdings 2"/>
        <a:buChar char=""/>
        <a:defRPr lang="en-US" sz="2000" b="0" i="0">
          <a:solidFill>
            <a:schemeClr val="dk1"/>
          </a:solidFill>
          <a:latin typeface="Book Antiqua"/>
        </a:defRPr>
      </a:lvl5pPr>
      <a:lvl6pPr>
        <a:defRPr lang="en-US" sz="1800"/>
      </a:lvl6pPr>
      <a:lvl7pPr>
        <a:defRPr lang="en-US" sz="1800"/>
      </a:lvl7pPr>
      <a:lvl8pPr>
        <a:defRPr lang="en-US" sz="1800"/>
      </a:lvl8pPr>
      <a:lvl9pPr>
        <a:defRPr lang="en-US" sz="1800"/>
      </a:lvl9pPr>
    </p:bodyStyle>
    <p:otherStyle>
      <a:lvl1pPr marL="0" indent="0" algn="l" defTabSz="914400" rtl="0">
        <a:lnSpc>
          <a:spcPct val="100000"/>
        </a:lnSpc>
        <a:spcBef>
          <a:spcPts val="0"/>
        </a:spcBef>
        <a:spcAft>
          <a:spcPts val="0"/>
        </a:spcAft>
        <a:buNone/>
        <a:defRPr lang="en-US" sz="1800" b="0" i="0">
          <a:solidFill>
            <a:schemeClr val="dk1"/>
          </a:solidFill>
          <a:latin typeface="Arial"/>
          <a:ea typeface="Arial"/>
        </a:defRPr>
      </a:lvl1pPr>
      <a:lvl2pPr marL="455295" indent="457200" algn="l" defTabSz="914400" rtl="0">
        <a:lnSpc>
          <a:spcPct val="100000"/>
        </a:lnSpc>
        <a:spcBef>
          <a:spcPts val="0"/>
        </a:spcBef>
        <a:spcAft>
          <a:spcPts val="0"/>
        </a:spcAft>
        <a:buNone/>
        <a:defRPr lang="en-US" sz="1800" b="0" i="0">
          <a:solidFill>
            <a:schemeClr val="dk1"/>
          </a:solidFill>
          <a:latin typeface="Arial"/>
          <a:ea typeface="Arial"/>
        </a:defRPr>
      </a:lvl2pPr>
      <a:lvl3pPr marL="912495" indent="914400" algn="l" defTabSz="914400" rtl="0">
        <a:lnSpc>
          <a:spcPct val="100000"/>
        </a:lnSpc>
        <a:spcBef>
          <a:spcPts val="0"/>
        </a:spcBef>
        <a:spcAft>
          <a:spcPts val="0"/>
        </a:spcAft>
        <a:buNone/>
        <a:defRPr lang="en-US" sz="1800" b="0" i="0">
          <a:solidFill>
            <a:schemeClr val="dk1"/>
          </a:solidFill>
          <a:latin typeface="Arial"/>
          <a:ea typeface="Arial"/>
        </a:defRPr>
      </a:lvl3pPr>
      <a:lvl4pPr marL="1369695" indent="1371600" algn="l" defTabSz="914400" rtl="0">
        <a:lnSpc>
          <a:spcPct val="100000"/>
        </a:lnSpc>
        <a:spcBef>
          <a:spcPts val="0"/>
        </a:spcBef>
        <a:spcAft>
          <a:spcPts val="0"/>
        </a:spcAft>
        <a:buNone/>
        <a:defRPr lang="en-US" sz="1800" b="0" i="0">
          <a:solidFill>
            <a:schemeClr val="dk1"/>
          </a:solidFill>
          <a:latin typeface="Arial"/>
          <a:ea typeface="Arial"/>
        </a:defRPr>
      </a:lvl4pPr>
      <a:lvl5pPr marL="1826895" indent="1828800" algn="l" defTabSz="914400" rtl="0">
        <a:lnSpc>
          <a:spcPct val="100000"/>
        </a:lnSpc>
        <a:spcBef>
          <a:spcPts val="0"/>
        </a:spcBef>
        <a:spcAft>
          <a:spcPts val="0"/>
        </a:spcAft>
        <a:buNone/>
        <a:defRPr lang="en-US" sz="1800" b="0" i="0">
          <a:solidFill>
            <a:schemeClr val="dk1"/>
          </a:solidFill>
          <a:latin typeface="Arial"/>
          <a:ea typeface="Arial"/>
        </a:defRPr>
      </a:lvl5pPr>
      <a:lvl6pPr>
        <a:defRPr lang="en-US" sz="1800"/>
      </a:lvl6pPr>
      <a:lvl7pPr>
        <a:defRPr lang="en-US" sz="1800"/>
      </a:lvl7pPr>
      <a:lvl8pPr>
        <a:defRPr lang="en-US" sz="1800"/>
      </a:lvl8pPr>
      <a:lvl9pPr>
        <a:defRPr lang="en-US" sz="1800"/>
      </a:lvl9pPr>
    </p:otherStyle>
  </p:txStyles>
</p:sldMaster>
</file>

<file path=ppt/slideMasters/slideMaster2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85053397" name="Title Placeholder 21"/>
          <p:cNvSpPr>
            <a:spLocks noGrp="1" noChangeShapeType="1"/>
          </p:cNvSpPr>
          <p:nvPr>
            <p:ph type="title"/>
          </p:nvPr>
        </p:nvSpPr>
        <p:spPr bwMode="auto">
          <a:xfrm>
            <a:off x="457200" y="274637"/>
            <a:ext cx="8229600" cy="1143000"/>
          </a:xfrm>
          <a:prstGeom prst="rect">
            <a:avLst/>
          </a:prstGeom>
          <a:noFill/>
        </p:spPr>
        <p:txBody>
          <a:bodyPr lIns="91440" tIns="45720" rIns="91440" bIns="45720" anchor="ctr" anchorCtr="0"/>
          <a:lstStyle/>
          <a:p>
            <a:pPr marL="0" lvl="0" indent="0">
              <a:spcBef>
                <a:spcPts val="0"/>
              </a:spcBef>
              <a:buNone/>
              <a:defRPr/>
            </a:pPr>
            <a:r>
              <a:t>Click to edit Master title style</a:t>
            </a:r>
          </a:p>
        </p:txBody>
      </p:sp>
      <p:sp>
        <p:nvSpPr>
          <p:cNvPr id="1274233839" name="Text Placeholder 12"/>
          <p:cNvSpPr>
            <a:spLocks noGrp="1" noChangeShapeType="1"/>
          </p:cNvSpPr>
          <p:nvPr>
            <p:ph type="body" idx="1"/>
          </p:nvPr>
        </p:nvSpPr>
        <p:spPr bwMode="auto">
          <a:xfrm>
            <a:off x="457200" y="1600200"/>
            <a:ext cx="8229600" cy="4708525"/>
          </a:xfrm>
          <a:prstGeom prst="rect">
            <a:avLst/>
          </a:prstGeom>
          <a:noFill/>
        </p:spPr>
        <p:txBody>
          <a:bodyPr lIns="91440" tIns="45720" rIns="91440" bIns="45720"/>
          <a:lstStyle>
            <a:lvl1pPr marL="547370" indent="136525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9F9F9"/>
              </a:buClr>
              <a:buSzPct val="65000"/>
              <a:buChar char=""/>
              <a:defRPr sz="2800" b="0" i="0">
                <a:solidFill>
                  <a:schemeClr val="dk1"/>
                </a:solidFill>
                <a:latin typeface="Book Antiqua"/>
              </a:defRPr>
            </a:lvl1pPr>
            <a:lvl2pPr marL="868045" indent="58547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80000"/>
              <a:buChar char=""/>
              <a:defRPr sz="2400" b="0" i="0">
                <a:solidFill>
                  <a:schemeClr val="dk1"/>
                </a:solidFill>
                <a:latin typeface="Book Antiqua"/>
              </a:defRPr>
            </a:lvl2pPr>
            <a:lvl3pPr marL="1133475" indent="904875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95000"/>
              <a:buChar char=""/>
              <a:defRPr sz="2200" b="0" i="0">
                <a:solidFill>
                  <a:schemeClr val="dk1"/>
                </a:solidFill>
                <a:latin typeface="Book Antiqua"/>
              </a:defRPr>
            </a:lvl3pPr>
            <a:lvl4pPr marL="1352550" indent="116967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00000"/>
              <a:buChar char=""/>
              <a:defRPr sz="2000" b="0" i="0">
                <a:solidFill>
                  <a:schemeClr val="dk1"/>
                </a:solidFill>
                <a:latin typeface="Book Antiqua"/>
              </a:defRPr>
            </a:lvl4pPr>
            <a:lvl5pPr marL="1544320" indent="1362075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00000"/>
              <a:buChar char=""/>
              <a:defRPr sz="2000" b="0" i="0">
                <a:solidFill>
                  <a:schemeClr val="dk1"/>
                </a:solidFill>
                <a:latin typeface="Book Antiqua"/>
              </a:defRPr>
            </a:lvl5pPr>
          </a:lstStyle>
          <a:p>
            <a:pPr marL="547370" lvl="0" indent="-410845">
              <a:spcBef>
                <a:spcPts val="0"/>
              </a:spcBef>
              <a:buClr>
                <a:srgbClr val="F9F9F9"/>
              </a:buClr>
              <a:buSzPct val="65000"/>
              <a:buFont typeface="Wingdings 2"/>
              <a:buChar char=""/>
              <a:defRPr/>
            </a:pPr>
            <a:r>
              <a:t>Click to edit Master text styles</a:t>
            </a:r>
          </a:p>
          <a:p>
            <a:pPr marL="868045" lvl="1" indent="-282575">
              <a:spcBef>
                <a:spcPts val="0"/>
              </a:spcBef>
              <a:buClr>
                <a:srgbClr val="FFFFFF"/>
              </a:buClr>
              <a:buSzPct val="80000"/>
              <a:buChar char=""/>
              <a:defRPr/>
            </a:pPr>
            <a:r>
              <a:t>Second level</a:t>
            </a:r>
          </a:p>
          <a:p>
            <a:pPr marL="1133475" lvl="2" indent="-228600">
              <a:spcBef>
                <a:spcPts val="0"/>
              </a:spcBef>
              <a:buClr>
                <a:srgbClr val="FFFFFF"/>
              </a:buClr>
              <a:buSzPct val="95000"/>
              <a:buFont typeface="Wingdings"/>
              <a:buChar char=""/>
              <a:defRPr/>
            </a:pPr>
            <a:r>
              <a:t>Third level</a:t>
            </a:r>
          </a:p>
          <a:p>
            <a:pPr marL="1352550" lvl="3" indent="-182880">
              <a:spcBef>
                <a:spcPts val="0"/>
              </a:spcBef>
              <a:buClr>
                <a:srgbClr val="FFFFFF"/>
              </a:buClr>
              <a:buSzPct val="100000"/>
              <a:buFont typeface="Wingdings 3"/>
              <a:buChar char=""/>
              <a:defRPr/>
            </a:pPr>
            <a:r>
              <a:t>Fourth level</a:t>
            </a:r>
          </a:p>
          <a:p>
            <a:pPr marL="1544320" lvl="4" indent="-182245">
              <a:spcBef>
                <a:spcPts val="0"/>
              </a:spcBef>
              <a:buClr>
                <a:srgbClr val="FFFFFF"/>
              </a:buClr>
              <a:buSzPct val="100000"/>
              <a:buFont typeface="Wingdings 2"/>
              <a:buChar char=""/>
              <a:defRPr/>
            </a:pPr>
            <a:r>
              <a:t>Fifth level</a:t>
            </a:r>
          </a:p>
        </p:txBody>
      </p:sp>
      <p:sp>
        <p:nvSpPr>
          <p:cNvPr id="749539326" name="Date Placeholder 13"/>
          <p:cNvSpPr>
            <a:spLocks noGrp="1" noChangeShapeType="1"/>
          </p:cNvSpPr>
          <p:nvPr>
            <p:ph type="dt" idx="2"/>
          </p:nvPr>
        </p:nvSpPr>
        <p:spPr bwMode="auto">
          <a:xfrm>
            <a:off x="457200" y="6416675"/>
            <a:ext cx="2133600" cy="365125"/>
          </a:xfrm>
          <a:prstGeom prst="rect">
            <a:avLst/>
          </a:prstGeom>
          <a:noFill/>
        </p:spPr>
        <p:txBody>
          <a:bodyPr lIns="91440" tIns="45720" rIns="91440" bIns="45720" anchor="b"/>
          <a:lstStyle/>
          <a:p>
            <a:pPr>
              <a:defRPr/>
            </a:pPr>
            <a:endParaRPr sz="1400"/>
          </a:p>
        </p:txBody>
      </p:sp>
      <p:sp>
        <p:nvSpPr>
          <p:cNvPr id="1113212796" name="Footer Placeholder 2"/>
          <p:cNvSpPr>
            <a:spLocks noGrp="1" noChangeShapeType="1"/>
          </p:cNvSpPr>
          <p:nvPr>
            <p:ph type="ftr" idx="3"/>
          </p:nvPr>
        </p:nvSpPr>
        <p:spPr bwMode="auto">
          <a:xfrm>
            <a:off x="3124200" y="6416675"/>
            <a:ext cx="2895600" cy="365125"/>
          </a:xfrm>
          <a:prstGeom prst="rect">
            <a:avLst/>
          </a:prstGeom>
          <a:noFill/>
        </p:spPr>
        <p:txBody>
          <a:bodyPr lIns="91440" tIns="45720" rIns="91440" bIns="45720" anchor="b"/>
          <a:lstStyle/>
          <a:p>
            <a:pPr>
              <a:defRPr/>
            </a:pPr>
            <a:endParaRPr sz="1400"/>
          </a:p>
        </p:txBody>
      </p:sp>
      <p:sp>
        <p:nvSpPr>
          <p:cNvPr id="1058053878" name="Slide Number Placeholder 22"/>
          <p:cNvSpPr>
            <a:spLocks noGrp="1" noChangeShapeType="1"/>
          </p:cNvSpPr>
          <p:nvPr>
            <p:ph type="sldNum" idx="4"/>
          </p:nvPr>
        </p:nvSpPr>
        <p:spPr bwMode="auto">
          <a:xfrm>
            <a:off x="7924800" y="6416675"/>
            <a:ext cx="762000" cy="365125"/>
          </a:xfrm>
          <a:prstGeom prst="rect">
            <a:avLst/>
          </a:prstGeom>
          <a:noFill/>
        </p:spPr>
        <p:txBody>
          <a:bodyPr lIns="0" tIns="45720" rIns="0" bIns="45720" anchor="b"/>
          <a:lstStyle>
            <a:lvl1pPr mar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Book Antiqua"/>
              </a:defRPr>
            </a:lvl1pPr>
            <a:lvl2pPr marL="457200" indent="4572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Book Antiqua"/>
              </a:defRPr>
            </a:lvl2pPr>
            <a:lvl3pPr marL="914400" indent="9144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Book Antiqua"/>
              </a:defRPr>
            </a:lvl3pPr>
            <a:lvl4pPr marL="1371600" indent="13716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Book Antiqua"/>
              </a:defRPr>
            </a:lvl4pPr>
            <a:lvl5pPr marL="1828800" indent="18288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Book Antiqua"/>
              </a:defRPr>
            </a:lvl5pPr>
          </a:lstStyle>
          <a:p>
            <a:pPr marL="0" lvl="0" indent="0" algn="r">
              <a:spcBef>
                <a:spcPts val="0"/>
              </a:spcBef>
              <a:buNone/>
              <a:defRPr/>
            </a:pPr>
            <a:fld id="{D038279B-FC19-497E-A7D1-5ADD9CAF016F}" type="slidenum">
              <a:rPr lang="en-GB" sz="1200" b="1" i="0" u="none">
                <a:solidFill>
                  <a:srgbClr val="BCBCBC"/>
                </a:solidFill>
              </a:rPr>
            </a:fld>
            <a:endParaRPr lang="en-GB" sz="1200" b="1" i="0" u="none">
              <a:solidFill>
                <a:srgbClr val="BCBCBC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</p:sldLayoutIdLst>
  <p:txStyles>
    <p:titleStyle>
      <a:lvl1pPr marL="0" indent="0" algn="ctr" defTabSz="914400" rtl="0">
        <a:lnSpc>
          <a:spcPct val="100000"/>
        </a:lnSpc>
        <a:spcBef>
          <a:spcPts val="0"/>
        </a:spcBef>
        <a:spcAft>
          <a:spcPts val="0"/>
        </a:spcAft>
        <a:buNone/>
        <a:defRPr lang="en-US" sz="4100" b="1" i="0">
          <a:solidFill>
            <a:schemeClr val="dk1"/>
          </a:solidFill>
          <a:latin typeface="Lucida Sans"/>
        </a:defRPr>
      </a:lvl1pPr>
      <a:lvl2pPr marL="0" indent="0" algn="ctr" defTabSz="914400" rtl="0">
        <a:lnSpc>
          <a:spcPct val="100000"/>
        </a:lnSpc>
        <a:spcBef>
          <a:spcPts val="0"/>
        </a:spcBef>
        <a:spcAft>
          <a:spcPts val="0"/>
        </a:spcAft>
        <a:buNone/>
        <a:defRPr lang="en-US" sz="4100" b="1" i="0">
          <a:solidFill>
            <a:schemeClr val="dk1"/>
          </a:solidFill>
          <a:latin typeface="Lucida Sans"/>
        </a:defRPr>
      </a:lvl2pPr>
      <a:lvl3pPr marL="0" indent="0" algn="ctr" defTabSz="914400" rtl="0">
        <a:lnSpc>
          <a:spcPct val="100000"/>
        </a:lnSpc>
        <a:spcBef>
          <a:spcPts val="0"/>
        </a:spcBef>
        <a:spcAft>
          <a:spcPts val="0"/>
        </a:spcAft>
        <a:buNone/>
        <a:defRPr lang="en-US" sz="4100" b="1" i="0">
          <a:solidFill>
            <a:schemeClr val="dk1"/>
          </a:solidFill>
          <a:latin typeface="Lucida Sans"/>
        </a:defRPr>
      </a:lvl3pPr>
      <a:lvl4pPr marL="0" indent="0" algn="ctr" defTabSz="914400" rtl="0">
        <a:lnSpc>
          <a:spcPct val="100000"/>
        </a:lnSpc>
        <a:spcBef>
          <a:spcPts val="0"/>
        </a:spcBef>
        <a:spcAft>
          <a:spcPts val="0"/>
        </a:spcAft>
        <a:buNone/>
        <a:defRPr lang="en-US" sz="4100" b="1" i="0">
          <a:solidFill>
            <a:schemeClr val="dk1"/>
          </a:solidFill>
          <a:latin typeface="Lucida Sans"/>
        </a:defRPr>
      </a:lvl4pPr>
      <a:lvl5pPr marL="0" indent="0" algn="ctr" defTabSz="914400" rtl="0">
        <a:lnSpc>
          <a:spcPct val="100000"/>
        </a:lnSpc>
        <a:spcBef>
          <a:spcPts val="0"/>
        </a:spcBef>
        <a:spcAft>
          <a:spcPts val="0"/>
        </a:spcAft>
        <a:buNone/>
        <a:defRPr lang="en-US" sz="4100" b="1" i="0">
          <a:solidFill>
            <a:schemeClr val="dk1"/>
          </a:solidFill>
          <a:latin typeface="Lucida Sans"/>
        </a:defRPr>
      </a:lvl5pPr>
      <a:lvl6pPr>
        <a:defRPr lang="en-US" sz="1800"/>
      </a:lvl6pPr>
      <a:lvl7pPr>
        <a:defRPr lang="en-US" sz="1800"/>
      </a:lvl7pPr>
      <a:lvl8pPr>
        <a:defRPr lang="en-US" sz="1800"/>
      </a:lvl8pPr>
      <a:lvl9pPr>
        <a:defRPr lang="en-US" sz="1800"/>
      </a:lvl9pPr>
    </p:titleStyle>
    <p:bodyStyle>
      <a:lvl1pPr marL="547370" indent="136525" algn="l" defTabSz="914400" rtl="0">
        <a:lnSpc>
          <a:spcPct val="100000"/>
        </a:lnSpc>
        <a:spcBef>
          <a:spcPts val="0"/>
        </a:spcBef>
        <a:spcAft>
          <a:spcPts val="0"/>
        </a:spcAft>
        <a:buClr>
          <a:srgbClr val="F9F9F9"/>
        </a:buClr>
        <a:buSzPct val="65000"/>
        <a:buFont typeface="Wingdings 2"/>
        <a:buChar char=""/>
        <a:defRPr lang="en-US" sz="2800" b="0" i="0">
          <a:solidFill>
            <a:schemeClr val="dk1"/>
          </a:solidFill>
          <a:latin typeface="Book Antiqua"/>
        </a:defRPr>
      </a:lvl1pPr>
      <a:lvl2pPr marL="868045" indent="585470" algn="l" defTabSz="914400" rtl="0">
        <a:lnSpc>
          <a:spcPct val="100000"/>
        </a:lnSpc>
        <a:spcBef>
          <a:spcPts val="0"/>
        </a:spcBef>
        <a:spcAft>
          <a:spcPts val="0"/>
        </a:spcAft>
        <a:buClr>
          <a:srgbClr val="FFFFFF"/>
        </a:buClr>
        <a:buSzPct val="80000"/>
        <a:buChar char=""/>
        <a:defRPr lang="en-US" sz="2400" b="0" i="0">
          <a:solidFill>
            <a:schemeClr val="dk1"/>
          </a:solidFill>
          <a:latin typeface="Book Antiqua"/>
        </a:defRPr>
      </a:lvl2pPr>
      <a:lvl3pPr marL="1133475" indent="904875" algn="l" defTabSz="914400" rtl="0">
        <a:lnSpc>
          <a:spcPct val="100000"/>
        </a:lnSpc>
        <a:spcBef>
          <a:spcPts val="0"/>
        </a:spcBef>
        <a:spcAft>
          <a:spcPts val="0"/>
        </a:spcAft>
        <a:buClr>
          <a:srgbClr val="FFFFFF"/>
        </a:buClr>
        <a:buSzPct val="95000"/>
        <a:buFont typeface="Wingdings"/>
        <a:buChar char=""/>
        <a:defRPr lang="en-US" sz="2200" b="0" i="0">
          <a:solidFill>
            <a:schemeClr val="dk1"/>
          </a:solidFill>
          <a:latin typeface="Book Antiqua"/>
        </a:defRPr>
      </a:lvl3pPr>
      <a:lvl4pPr marL="1352550" indent="1169670" algn="l" defTabSz="914400" rtl="0">
        <a:lnSpc>
          <a:spcPct val="100000"/>
        </a:lnSpc>
        <a:spcBef>
          <a:spcPts val="0"/>
        </a:spcBef>
        <a:spcAft>
          <a:spcPts val="0"/>
        </a:spcAft>
        <a:buClr>
          <a:srgbClr val="FFFFFF"/>
        </a:buClr>
        <a:buSzPct val="100000"/>
        <a:buFont typeface="Wingdings 3"/>
        <a:buChar char=""/>
        <a:defRPr lang="en-US" sz="2000" b="0" i="0">
          <a:solidFill>
            <a:schemeClr val="dk1"/>
          </a:solidFill>
          <a:latin typeface="Book Antiqua"/>
        </a:defRPr>
      </a:lvl4pPr>
      <a:lvl5pPr marL="1544320" indent="1362075" algn="l" defTabSz="914400" rtl="0">
        <a:lnSpc>
          <a:spcPct val="100000"/>
        </a:lnSpc>
        <a:spcBef>
          <a:spcPts val="0"/>
        </a:spcBef>
        <a:spcAft>
          <a:spcPts val="0"/>
        </a:spcAft>
        <a:buClr>
          <a:srgbClr val="FFFFFF"/>
        </a:buClr>
        <a:buSzPct val="100000"/>
        <a:buFont typeface="Wingdings 2"/>
        <a:buChar char=""/>
        <a:defRPr lang="en-US" sz="2000" b="0" i="0">
          <a:solidFill>
            <a:schemeClr val="dk1"/>
          </a:solidFill>
          <a:latin typeface="Book Antiqua"/>
        </a:defRPr>
      </a:lvl5pPr>
      <a:lvl6pPr>
        <a:defRPr lang="en-US" sz="1800"/>
      </a:lvl6pPr>
      <a:lvl7pPr>
        <a:defRPr lang="en-US" sz="1800"/>
      </a:lvl7pPr>
      <a:lvl8pPr>
        <a:defRPr lang="en-US" sz="1800"/>
      </a:lvl8pPr>
      <a:lvl9pPr>
        <a:defRPr lang="en-US" sz="1800"/>
      </a:lvl9pPr>
    </p:bodyStyle>
    <p:otherStyle>
      <a:lvl1pPr marL="0" indent="0" algn="l" defTabSz="914400" rtl="0">
        <a:lnSpc>
          <a:spcPct val="100000"/>
        </a:lnSpc>
        <a:spcBef>
          <a:spcPts val="0"/>
        </a:spcBef>
        <a:spcAft>
          <a:spcPts val="0"/>
        </a:spcAft>
        <a:buNone/>
        <a:defRPr lang="en-US" sz="1800" b="0" i="0">
          <a:solidFill>
            <a:schemeClr val="dk1"/>
          </a:solidFill>
          <a:latin typeface="Arial"/>
          <a:ea typeface="Arial"/>
        </a:defRPr>
      </a:lvl1pPr>
      <a:lvl2pPr marL="455295" indent="457200" algn="l" defTabSz="914400" rtl="0">
        <a:lnSpc>
          <a:spcPct val="100000"/>
        </a:lnSpc>
        <a:spcBef>
          <a:spcPts val="0"/>
        </a:spcBef>
        <a:spcAft>
          <a:spcPts val="0"/>
        </a:spcAft>
        <a:buNone/>
        <a:defRPr lang="en-US" sz="1800" b="0" i="0">
          <a:solidFill>
            <a:schemeClr val="dk1"/>
          </a:solidFill>
          <a:latin typeface="Arial"/>
          <a:ea typeface="Arial"/>
        </a:defRPr>
      </a:lvl2pPr>
      <a:lvl3pPr marL="912495" indent="914400" algn="l" defTabSz="914400" rtl="0">
        <a:lnSpc>
          <a:spcPct val="100000"/>
        </a:lnSpc>
        <a:spcBef>
          <a:spcPts val="0"/>
        </a:spcBef>
        <a:spcAft>
          <a:spcPts val="0"/>
        </a:spcAft>
        <a:buNone/>
        <a:defRPr lang="en-US" sz="1800" b="0" i="0">
          <a:solidFill>
            <a:schemeClr val="dk1"/>
          </a:solidFill>
          <a:latin typeface="Arial"/>
          <a:ea typeface="Arial"/>
        </a:defRPr>
      </a:lvl3pPr>
      <a:lvl4pPr marL="1369695" indent="1371600" algn="l" defTabSz="914400" rtl="0">
        <a:lnSpc>
          <a:spcPct val="100000"/>
        </a:lnSpc>
        <a:spcBef>
          <a:spcPts val="0"/>
        </a:spcBef>
        <a:spcAft>
          <a:spcPts val="0"/>
        </a:spcAft>
        <a:buNone/>
        <a:defRPr lang="en-US" sz="1800" b="0" i="0">
          <a:solidFill>
            <a:schemeClr val="dk1"/>
          </a:solidFill>
          <a:latin typeface="Arial"/>
          <a:ea typeface="Arial"/>
        </a:defRPr>
      </a:lvl4pPr>
      <a:lvl5pPr marL="1826895" indent="1828800" algn="l" defTabSz="914400" rtl="0">
        <a:lnSpc>
          <a:spcPct val="100000"/>
        </a:lnSpc>
        <a:spcBef>
          <a:spcPts val="0"/>
        </a:spcBef>
        <a:spcAft>
          <a:spcPts val="0"/>
        </a:spcAft>
        <a:buNone/>
        <a:defRPr lang="en-US" sz="1800" b="0" i="0">
          <a:solidFill>
            <a:schemeClr val="dk1"/>
          </a:solidFill>
          <a:latin typeface="Arial"/>
          <a:ea typeface="Arial"/>
        </a:defRPr>
      </a:lvl5pPr>
      <a:lvl6pPr>
        <a:defRPr lang="en-US" sz="1800"/>
      </a:lvl6pPr>
      <a:lvl7pPr>
        <a:defRPr lang="en-US" sz="1800"/>
      </a:lvl7pPr>
      <a:lvl8pPr>
        <a:defRPr lang="en-US" sz="1800"/>
      </a:lvl8pPr>
      <a:lvl9pPr>
        <a:defRPr lang="en-US" sz="1800"/>
      </a:lvl9pPr>
    </p:otherStyle>
  </p:txStyles>
</p:sldMaster>
</file>

<file path=ppt/slideMasters/slideMaster2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47151476" name="Title Placeholder 21"/>
          <p:cNvSpPr>
            <a:spLocks noGrp="1" noChangeShapeType="1"/>
          </p:cNvSpPr>
          <p:nvPr>
            <p:ph type="title"/>
          </p:nvPr>
        </p:nvSpPr>
        <p:spPr bwMode="auto">
          <a:xfrm>
            <a:off x="457200" y="274637"/>
            <a:ext cx="8229600" cy="1143000"/>
          </a:xfrm>
          <a:prstGeom prst="rect">
            <a:avLst/>
          </a:prstGeom>
          <a:noFill/>
        </p:spPr>
        <p:txBody>
          <a:bodyPr lIns="91440" tIns="45720" rIns="91440" bIns="45720" anchor="ctr" anchorCtr="0"/>
          <a:lstStyle/>
          <a:p>
            <a:pPr marL="0" lvl="0" indent="0">
              <a:spcBef>
                <a:spcPts val="0"/>
              </a:spcBef>
              <a:buNone/>
              <a:defRPr/>
            </a:pPr>
            <a:r>
              <a:t>Click to edit Master title style</a:t>
            </a:r>
          </a:p>
        </p:txBody>
      </p:sp>
      <p:sp>
        <p:nvSpPr>
          <p:cNvPr id="1167257206" name="Text Placeholder 12"/>
          <p:cNvSpPr>
            <a:spLocks noGrp="1" noChangeShapeType="1"/>
          </p:cNvSpPr>
          <p:nvPr>
            <p:ph type="body" idx="1"/>
          </p:nvPr>
        </p:nvSpPr>
        <p:spPr bwMode="auto">
          <a:xfrm>
            <a:off x="457200" y="1600200"/>
            <a:ext cx="8229600" cy="4708525"/>
          </a:xfrm>
          <a:prstGeom prst="rect">
            <a:avLst/>
          </a:prstGeom>
          <a:noFill/>
        </p:spPr>
        <p:txBody>
          <a:bodyPr lIns="91440" tIns="45720" rIns="91440" bIns="45720"/>
          <a:lstStyle>
            <a:lvl1pPr marL="547370" indent="136525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9F9F9"/>
              </a:buClr>
              <a:buSzPct val="65000"/>
              <a:buChar char=""/>
              <a:defRPr sz="2800" b="0" i="0">
                <a:solidFill>
                  <a:schemeClr val="dk1"/>
                </a:solidFill>
                <a:latin typeface="Book Antiqua"/>
              </a:defRPr>
            </a:lvl1pPr>
            <a:lvl2pPr marL="868045" indent="58547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80000"/>
              <a:buChar char=""/>
              <a:defRPr sz="2400" b="0" i="0">
                <a:solidFill>
                  <a:schemeClr val="dk1"/>
                </a:solidFill>
                <a:latin typeface="Book Antiqua"/>
              </a:defRPr>
            </a:lvl2pPr>
            <a:lvl3pPr marL="1133475" indent="904875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95000"/>
              <a:buChar char=""/>
              <a:defRPr sz="2200" b="0" i="0">
                <a:solidFill>
                  <a:schemeClr val="dk1"/>
                </a:solidFill>
                <a:latin typeface="Book Antiqua"/>
              </a:defRPr>
            </a:lvl3pPr>
            <a:lvl4pPr marL="1352550" indent="116967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00000"/>
              <a:buChar char=""/>
              <a:defRPr sz="2000" b="0" i="0">
                <a:solidFill>
                  <a:schemeClr val="dk1"/>
                </a:solidFill>
                <a:latin typeface="Book Antiqua"/>
              </a:defRPr>
            </a:lvl4pPr>
            <a:lvl5pPr marL="1544320" indent="1362075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00000"/>
              <a:buChar char=""/>
              <a:defRPr sz="2000" b="0" i="0">
                <a:solidFill>
                  <a:schemeClr val="dk1"/>
                </a:solidFill>
                <a:latin typeface="Book Antiqua"/>
              </a:defRPr>
            </a:lvl5pPr>
          </a:lstStyle>
          <a:p>
            <a:pPr marL="547370" lvl="0" indent="-410845">
              <a:spcBef>
                <a:spcPts val="0"/>
              </a:spcBef>
              <a:buClr>
                <a:srgbClr val="F9F9F9"/>
              </a:buClr>
              <a:buSzPct val="65000"/>
              <a:buFont typeface="Wingdings 2"/>
              <a:buChar char=""/>
              <a:defRPr/>
            </a:pPr>
            <a:r>
              <a:t>Click to edit Master text styles</a:t>
            </a:r>
          </a:p>
          <a:p>
            <a:pPr marL="868045" lvl="1" indent="-282575">
              <a:spcBef>
                <a:spcPts val="0"/>
              </a:spcBef>
              <a:buClr>
                <a:srgbClr val="FFFFFF"/>
              </a:buClr>
              <a:buSzPct val="80000"/>
              <a:buChar char=""/>
              <a:defRPr/>
            </a:pPr>
            <a:r>
              <a:t>Second level</a:t>
            </a:r>
          </a:p>
          <a:p>
            <a:pPr marL="1133475" lvl="2" indent="-228600">
              <a:spcBef>
                <a:spcPts val="0"/>
              </a:spcBef>
              <a:buClr>
                <a:srgbClr val="FFFFFF"/>
              </a:buClr>
              <a:buSzPct val="95000"/>
              <a:buFont typeface="Wingdings"/>
              <a:buChar char=""/>
              <a:defRPr/>
            </a:pPr>
            <a:r>
              <a:t>Third level</a:t>
            </a:r>
          </a:p>
          <a:p>
            <a:pPr marL="1352550" lvl="3" indent="-182880">
              <a:spcBef>
                <a:spcPts val="0"/>
              </a:spcBef>
              <a:buClr>
                <a:srgbClr val="FFFFFF"/>
              </a:buClr>
              <a:buSzPct val="100000"/>
              <a:buFont typeface="Wingdings 3"/>
              <a:buChar char=""/>
              <a:defRPr/>
            </a:pPr>
            <a:r>
              <a:t>Fourth level</a:t>
            </a:r>
          </a:p>
          <a:p>
            <a:pPr marL="1544320" lvl="4" indent="-182245">
              <a:spcBef>
                <a:spcPts val="0"/>
              </a:spcBef>
              <a:buClr>
                <a:srgbClr val="FFFFFF"/>
              </a:buClr>
              <a:buSzPct val="100000"/>
              <a:buFont typeface="Wingdings 2"/>
              <a:buChar char=""/>
              <a:defRPr/>
            </a:pPr>
            <a:r>
              <a:t>Fifth level</a:t>
            </a:r>
          </a:p>
        </p:txBody>
      </p:sp>
      <p:sp>
        <p:nvSpPr>
          <p:cNvPr id="87854331" name="Date Placeholder 13"/>
          <p:cNvSpPr>
            <a:spLocks noGrp="1" noChangeShapeType="1"/>
          </p:cNvSpPr>
          <p:nvPr>
            <p:ph type="dt" idx="2"/>
          </p:nvPr>
        </p:nvSpPr>
        <p:spPr bwMode="auto">
          <a:xfrm>
            <a:off x="457200" y="6416675"/>
            <a:ext cx="2133600" cy="365125"/>
          </a:xfrm>
          <a:prstGeom prst="rect">
            <a:avLst/>
          </a:prstGeom>
          <a:noFill/>
        </p:spPr>
        <p:txBody>
          <a:bodyPr lIns="91440" tIns="45720" rIns="91440" bIns="45720" anchor="b"/>
          <a:lstStyle/>
          <a:p>
            <a:pPr>
              <a:defRPr/>
            </a:pPr>
            <a:endParaRPr sz="1400"/>
          </a:p>
        </p:txBody>
      </p:sp>
      <p:sp>
        <p:nvSpPr>
          <p:cNvPr id="1263873634" name="Footer Placeholder 2"/>
          <p:cNvSpPr>
            <a:spLocks noGrp="1" noChangeShapeType="1"/>
          </p:cNvSpPr>
          <p:nvPr>
            <p:ph type="ftr" idx="3"/>
          </p:nvPr>
        </p:nvSpPr>
        <p:spPr bwMode="auto">
          <a:xfrm>
            <a:off x="3124200" y="6416675"/>
            <a:ext cx="2895600" cy="365125"/>
          </a:xfrm>
          <a:prstGeom prst="rect">
            <a:avLst/>
          </a:prstGeom>
          <a:noFill/>
        </p:spPr>
        <p:txBody>
          <a:bodyPr lIns="91440" tIns="45720" rIns="91440" bIns="45720" anchor="b"/>
          <a:lstStyle/>
          <a:p>
            <a:pPr>
              <a:defRPr/>
            </a:pPr>
            <a:endParaRPr sz="1400"/>
          </a:p>
        </p:txBody>
      </p:sp>
      <p:sp>
        <p:nvSpPr>
          <p:cNvPr id="1926206499" name="Slide Number Placeholder 22"/>
          <p:cNvSpPr>
            <a:spLocks noGrp="1" noChangeShapeType="1"/>
          </p:cNvSpPr>
          <p:nvPr>
            <p:ph type="sldNum" idx="4"/>
          </p:nvPr>
        </p:nvSpPr>
        <p:spPr bwMode="auto">
          <a:xfrm>
            <a:off x="7924800" y="6416675"/>
            <a:ext cx="762000" cy="365125"/>
          </a:xfrm>
          <a:prstGeom prst="rect">
            <a:avLst/>
          </a:prstGeom>
          <a:noFill/>
        </p:spPr>
        <p:txBody>
          <a:bodyPr lIns="0" tIns="45720" rIns="0" bIns="45720" anchor="b"/>
          <a:lstStyle>
            <a:lvl1pPr mar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Book Antiqua"/>
              </a:defRPr>
            </a:lvl1pPr>
            <a:lvl2pPr marL="457200" indent="4572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Book Antiqua"/>
              </a:defRPr>
            </a:lvl2pPr>
            <a:lvl3pPr marL="914400" indent="9144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Book Antiqua"/>
              </a:defRPr>
            </a:lvl3pPr>
            <a:lvl4pPr marL="1371600" indent="13716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Book Antiqua"/>
              </a:defRPr>
            </a:lvl4pPr>
            <a:lvl5pPr marL="1828800" indent="18288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Book Antiqua"/>
              </a:defRPr>
            </a:lvl5pPr>
          </a:lstStyle>
          <a:p>
            <a:pPr marL="0" lvl="0" indent="0" algn="r">
              <a:spcBef>
                <a:spcPts val="0"/>
              </a:spcBef>
              <a:buNone/>
              <a:defRPr/>
            </a:pPr>
            <a:fld id="{D038279B-FC19-497E-A7D1-5ADD9CAF016F}" type="slidenum">
              <a:rPr lang="en-GB" sz="1200" b="1" i="0" u="none">
                <a:solidFill>
                  <a:srgbClr val="BCBCBC"/>
                </a:solidFill>
              </a:rPr>
            </a:fld>
            <a:endParaRPr lang="en-GB" sz="1200" b="1" i="0" u="none">
              <a:solidFill>
                <a:srgbClr val="BCBCBC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4" r:id="rId1"/>
    <p:sldLayoutId id="2147483725" r:id="rId2"/>
  </p:sldLayoutIdLst>
  <p:txStyles>
    <p:titleStyle>
      <a:lvl1pPr marL="0" indent="0" algn="ctr" defTabSz="914400" rtl="0">
        <a:lnSpc>
          <a:spcPct val="100000"/>
        </a:lnSpc>
        <a:spcBef>
          <a:spcPts val="0"/>
        </a:spcBef>
        <a:spcAft>
          <a:spcPts val="0"/>
        </a:spcAft>
        <a:buNone/>
        <a:defRPr lang="en-US" sz="4100" b="1" i="0">
          <a:solidFill>
            <a:schemeClr val="dk1"/>
          </a:solidFill>
          <a:latin typeface="Lucida Sans"/>
        </a:defRPr>
      </a:lvl1pPr>
      <a:lvl2pPr marL="0" indent="0" algn="ctr" defTabSz="914400" rtl="0">
        <a:lnSpc>
          <a:spcPct val="100000"/>
        </a:lnSpc>
        <a:spcBef>
          <a:spcPts val="0"/>
        </a:spcBef>
        <a:spcAft>
          <a:spcPts val="0"/>
        </a:spcAft>
        <a:buNone/>
        <a:defRPr lang="en-US" sz="4100" b="1" i="0">
          <a:solidFill>
            <a:schemeClr val="dk1"/>
          </a:solidFill>
          <a:latin typeface="Lucida Sans"/>
        </a:defRPr>
      </a:lvl2pPr>
      <a:lvl3pPr marL="0" indent="0" algn="ctr" defTabSz="914400" rtl="0">
        <a:lnSpc>
          <a:spcPct val="100000"/>
        </a:lnSpc>
        <a:spcBef>
          <a:spcPts val="0"/>
        </a:spcBef>
        <a:spcAft>
          <a:spcPts val="0"/>
        </a:spcAft>
        <a:buNone/>
        <a:defRPr lang="en-US" sz="4100" b="1" i="0">
          <a:solidFill>
            <a:schemeClr val="dk1"/>
          </a:solidFill>
          <a:latin typeface="Lucida Sans"/>
        </a:defRPr>
      </a:lvl3pPr>
      <a:lvl4pPr marL="0" indent="0" algn="ctr" defTabSz="914400" rtl="0">
        <a:lnSpc>
          <a:spcPct val="100000"/>
        </a:lnSpc>
        <a:spcBef>
          <a:spcPts val="0"/>
        </a:spcBef>
        <a:spcAft>
          <a:spcPts val="0"/>
        </a:spcAft>
        <a:buNone/>
        <a:defRPr lang="en-US" sz="4100" b="1" i="0">
          <a:solidFill>
            <a:schemeClr val="dk1"/>
          </a:solidFill>
          <a:latin typeface="Lucida Sans"/>
        </a:defRPr>
      </a:lvl4pPr>
      <a:lvl5pPr marL="0" indent="0" algn="ctr" defTabSz="914400" rtl="0">
        <a:lnSpc>
          <a:spcPct val="100000"/>
        </a:lnSpc>
        <a:spcBef>
          <a:spcPts val="0"/>
        </a:spcBef>
        <a:spcAft>
          <a:spcPts val="0"/>
        </a:spcAft>
        <a:buNone/>
        <a:defRPr lang="en-US" sz="4100" b="1" i="0">
          <a:solidFill>
            <a:schemeClr val="dk1"/>
          </a:solidFill>
          <a:latin typeface="Lucida Sans"/>
        </a:defRPr>
      </a:lvl5pPr>
      <a:lvl6pPr>
        <a:defRPr lang="en-US" sz="1800"/>
      </a:lvl6pPr>
      <a:lvl7pPr>
        <a:defRPr lang="en-US" sz="1800"/>
      </a:lvl7pPr>
      <a:lvl8pPr>
        <a:defRPr lang="en-US" sz="1800"/>
      </a:lvl8pPr>
      <a:lvl9pPr>
        <a:defRPr lang="en-US" sz="1800"/>
      </a:lvl9pPr>
    </p:titleStyle>
    <p:bodyStyle>
      <a:lvl1pPr marL="547370" indent="136525" algn="l" defTabSz="914400" rtl="0">
        <a:lnSpc>
          <a:spcPct val="100000"/>
        </a:lnSpc>
        <a:spcBef>
          <a:spcPts val="0"/>
        </a:spcBef>
        <a:spcAft>
          <a:spcPts val="0"/>
        </a:spcAft>
        <a:buClr>
          <a:srgbClr val="F9F9F9"/>
        </a:buClr>
        <a:buSzPct val="65000"/>
        <a:buFont typeface="Wingdings 2"/>
        <a:buChar char=""/>
        <a:defRPr lang="en-US" sz="2800" b="0" i="0">
          <a:solidFill>
            <a:schemeClr val="dk1"/>
          </a:solidFill>
          <a:latin typeface="Book Antiqua"/>
        </a:defRPr>
      </a:lvl1pPr>
      <a:lvl2pPr marL="868045" indent="585470" algn="l" defTabSz="914400" rtl="0">
        <a:lnSpc>
          <a:spcPct val="100000"/>
        </a:lnSpc>
        <a:spcBef>
          <a:spcPts val="0"/>
        </a:spcBef>
        <a:spcAft>
          <a:spcPts val="0"/>
        </a:spcAft>
        <a:buClr>
          <a:srgbClr val="FFFFFF"/>
        </a:buClr>
        <a:buSzPct val="80000"/>
        <a:buChar char=""/>
        <a:defRPr lang="en-US" sz="2400" b="0" i="0">
          <a:solidFill>
            <a:schemeClr val="dk1"/>
          </a:solidFill>
          <a:latin typeface="Book Antiqua"/>
        </a:defRPr>
      </a:lvl2pPr>
      <a:lvl3pPr marL="1133475" indent="904875" algn="l" defTabSz="914400" rtl="0">
        <a:lnSpc>
          <a:spcPct val="100000"/>
        </a:lnSpc>
        <a:spcBef>
          <a:spcPts val="0"/>
        </a:spcBef>
        <a:spcAft>
          <a:spcPts val="0"/>
        </a:spcAft>
        <a:buClr>
          <a:srgbClr val="FFFFFF"/>
        </a:buClr>
        <a:buSzPct val="95000"/>
        <a:buFont typeface="Wingdings"/>
        <a:buChar char=""/>
        <a:defRPr lang="en-US" sz="2200" b="0" i="0">
          <a:solidFill>
            <a:schemeClr val="dk1"/>
          </a:solidFill>
          <a:latin typeface="Book Antiqua"/>
        </a:defRPr>
      </a:lvl3pPr>
      <a:lvl4pPr marL="1352550" indent="1169670" algn="l" defTabSz="914400" rtl="0">
        <a:lnSpc>
          <a:spcPct val="100000"/>
        </a:lnSpc>
        <a:spcBef>
          <a:spcPts val="0"/>
        </a:spcBef>
        <a:spcAft>
          <a:spcPts val="0"/>
        </a:spcAft>
        <a:buClr>
          <a:srgbClr val="FFFFFF"/>
        </a:buClr>
        <a:buSzPct val="100000"/>
        <a:buFont typeface="Wingdings 3"/>
        <a:buChar char=""/>
        <a:defRPr lang="en-US" sz="2000" b="0" i="0">
          <a:solidFill>
            <a:schemeClr val="dk1"/>
          </a:solidFill>
          <a:latin typeface="Book Antiqua"/>
        </a:defRPr>
      </a:lvl4pPr>
      <a:lvl5pPr marL="1544320" indent="1362075" algn="l" defTabSz="914400" rtl="0">
        <a:lnSpc>
          <a:spcPct val="100000"/>
        </a:lnSpc>
        <a:spcBef>
          <a:spcPts val="0"/>
        </a:spcBef>
        <a:spcAft>
          <a:spcPts val="0"/>
        </a:spcAft>
        <a:buClr>
          <a:srgbClr val="FFFFFF"/>
        </a:buClr>
        <a:buSzPct val="100000"/>
        <a:buFont typeface="Wingdings 2"/>
        <a:buChar char=""/>
        <a:defRPr lang="en-US" sz="2000" b="0" i="0">
          <a:solidFill>
            <a:schemeClr val="dk1"/>
          </a:solidFill>
          <a:latin typeface="Book Antiqua"/>
        </a:defRPr>
      </a:lvl5pPr>
      <a:lvl6pPr>
        <a:defRPr lang="en-US" sz="1800"/>
      </a:lvl6pPr>
      <a:lvl7pPr>
        <a:defRPr lang="en-US" sz="1800"/>
      </a:lvl7pPr>
      <a:lvl8pPr>
        <a:defRPr lang="en-US" sz="1800"/>
      </a:lvl8pPr>
      <a:lvl9pPr>
        <a:defRPr lang="en-US" sz="1800"/>
      </a:lvl9pPr>
    </p:bodyStyle>
    <p:otherStyle>
      <a:lvl1pPr marL="0" indent="0" algn="l" defTabSz="914400" rtl="0">
        <a:lnSpc>
          <a:spcPct val="100000"/>
        </a:lnSpc>
        <a:spcBef>
          <a:spcPts val="0"/>
        </a:spcBef>
        <a:spcAft>
          <a:spcPts val="0"/>
        </a:spcAft>
        <a:buNone/>
        <a:defRPr lang="en-US" sz="1800" b="0" i="0">
          <a:solidFill>
            <a:schemeClr val="dk1"/>
          </a:solidFill>
          <a:latin typeface="Arial"/>
          <a:ea typeface="Arial"/>
        </a:defRPr>
      </a:lvl1pPr>
      <a:lvl2pPr marL="455295" indent="457200" algn="l" defTabSz="914400" rtl="0">
        <a:lnSpc>
          <a:spcPct val="100000"/>
        </a:lnSpc>
        <a:spcBef>
          <a:spcPts val="0"/>
        </a:spcBef>
        <a:spcAft>
          <a:spcPts val="0"/>
        </a:spcAft>
        <a:buNone/>
        <a:defRPr lang="en-US" sz="1800" b="0" i="0">
          <a:solidFill>
            <a:schemeClr val="dk1"/>
          </a:solidFill>
          <a:latin typeface="Arial"/>
          <a:ea typeface="Arial"/>
        </a:defRPr>
      </a:lvl2pPr>
      <a:lvl3pPr marL="912495" indent="914400" algn="l" defTabSz="914400" rtl="0">
        <a:lnSpc>
          <a:spcPct val="100000"/>
        </a:lnSpc>
        <a:spcBef>
          <a:spcPts val="0"/>
        </a:spcBef>
        <a:spcAft>
          <a:spcPts val="0"/>
        </a:spcAft>
        <a:buNone/>
        <a:defRPr lang="en-US" sz="1800" b="0" i="0">
          <a:solidFill>
            <a:schemeClr val="dk1"/>
          </a:solidFill>
          <a:latin typeface="Arial"/>
          <a:ea typeface="Arial"/>
        </a:defRPr>
      </a:lvl3pPr>
      <a:lvl4pPr marL="1369695" indent="1371600" algn="l" defTabSz="914400" rtl="0">
        <a:lnSpc>
          <a:spcPct val="100000"/>
        </a:lnSpc>
        <a:spcBef>
          <a:spcPts val="0"/>
        </a:spcBef>
        <a:spcAft>
          <a:spcPts val="0"/>
        </a:spcAft>
        <a:buNone/>
        <a:defRPr lang="en-US" sz="1800" b="0" i="0">
          <a:solidFill>
            <a:schemeClr val="dk1"/>
          </a:solidFill>
          <a:latin typeface="Arial"/>
          <a:ea typeface="Arial"/>
        </a:defRPr>
      </a:lvl4pPr>
      <a:lvl5pPr marL="1826895" indent="1828800" algn="l" defTabSz="914400" rtl="0">
        <a:lnSpc>
          <a:spcPct val="100000"/>
        </a:lnSpc>
        <a:spcBef>
          <a:spcPts val="0"/>
        </a:spcBef>
        <a:spcAft>
          <a:spcPts val="0"/>
        </a:spcAft>
        <a:buNone/>
        <a:defRPr lang="en-US" sz="1800" b="0" i="0">
          <a:solidFill>
            <a:schemeClr val="dk1"/>
          </a:solidFill>
          <a:latin typeface="Arial"/>
          <a:ea typeface="Arial"/>
        </a:defRPr>
      </a:lvl5pPr>
      <a:lvl6pPr>
        <a:defRPr lang="en-US" sz="1800"/>
      </a:lvl6pPr>
      <a:lvl7pPr>
        <a:defRPr lang="en-US" sz="1800"/>
      </a:lvl7pPr>
      <a:lvl8pPr>
        <a:defRPr lang="en-US" sz="1800"/>
      </a:lvl8pPr>
      <a:lvl9pPr>
        <a:defRPr lang="en-US" sz="1800"/>
      </a:lvl9pPr>
    </p:otherStyle>
  </p:txStyles>
</p:sldMaster>
</file>

<file path=ppt/slideMasters/slideMaster2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0590269" name="Title Placeholder 21"/>
          <p:cNvSpPr>
            <a:spLocks noGrp="1" noChangeShapeType="1"/>
          </p:cNvSpPr>
          <p:nvPr>
            <p:ph type="title"/>
          </p:nvPr>
        </p:nvSpPr>
        <p:spPr bwMode="auto">
          <a:xfrm>
            <a:off x="457200" y="274637"/>
            <a:ext cx="8229600" cy="1143000"/>
          </a:xfrm>
          <a:prstGeom prst="rect">
            <a:avLst/>
          </a:prstGeom>
          <a:noFill/>
        </p:spPr>
        <p:txBody>
          <a:bodyPr lIns="91440" tIns="45720" rIns="91440" bIns="45720" anchor="ctr" anchorCtr="0"/>
          <a:lstStyle/>
          <a:p>
            <a:pPr marL="0" lvl="0" indent="0">
              <a:spcBef>
                <a:spcPts val="0"/>
              </a:spcBef>
              <a:buNone/>
              <a:defRPr/>
            </a:pPr>
            <a:r>
              <a:t>Click to edit Master title style</a:t>
            </a:r>
          </a:p>
        </p:txBody>
      </p:sp>
      <p:sp>
        <p:nvSpPr>
          <p:cNvPr id="1967033" name="Text Placeholder 12"/>
          <p:cNvSpPr>
            <a:spLocks noGrp="1" noChangeShapeType="1"/>
          </p:cNvSpPr>
          <p:nvPr>
            <p:ph type="body" idx="1"/>
          </p:nvPr>
        </p:nvSpPr>
        <p:spPr bwMode="auto">
          <a:xfrm>
            <a:off x="457200" y="1600200"/>
            <a:ext cx="8229600" cy="4708525"/>
          </a:xfrm>
          <a:prstGeom prst="rect">
            <a:avLst/>
          </a:prstGeom>
          <a:noFill/>
        </p:spPr>
        <p:txBody>
          <a:bodyPr lIns="91440" tIns="45720" rIns="91440" bIns="45720"/>
          <a:lstStyle>
            <a:lvl1pPr marL="547370" indent="136525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9F9F9"/>
              </a:buClr>
              <a:buSzPct val="65000"/>
              <a:buChar char=""/>
              <a:defRPr sz="2800" b="0" i="0">
                <a:solidFill>
                  <a:schemeClr val="dk1"/>
                </a:solidFill>
                <a:latin typeface="Book Antiqua"/>
              </a:defRPr>
            </a:lvl1pPr>
            <a:lvl2pPr marL="868045" indent="58547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80000"/>
              <a:buChar char=""/>
              <a:defRPr sz="2400" b="0" i="0">
                <a:solidFill>
                  <a:schemeClr val="dk1"/>
                </a:solidFill>
                <a:latin typeface="Book Antiqua"/>
              </a:defRPr>
            </a:lvl2pPr>
            <a:lvl3pPr marL="1133475" indent="904875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95000"/>
              <a:buChar char=""/>
              <a:defRPr sz="2200" b="0" i="0">
                <a:solidFill>
                  <a:schemeClr val="dk1"/>
                </a:solidFill>
                <a:latin typeface="Book Antiqua"/>
              </a:defRPr>
            </a:lvl3pPr>
            <a:lvl4pPr marL="1352550" indent="116967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00000"/>
              <a:buChar char=""/>
              <a:defRPr sz="2000" b="0" i="0">
                <a:solidFill>
                  <a:schemeClr val="dk1"/>
                </a:solidFill>
                <a:latin typeface="Book Antiqua"/>
              </a:defRPr>
            </a:lvl4pPr>
            <a:lvl5pPr marL="1544320" indent="1362075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00000"/>
              <a:buChar char=""/>
              <a:defRPr sz="2000" b="0" i="0">
                <a:solidFill>
                  <a:schemeClr val="dk1"/>
                </a:solidFill>
                <a:latin typeface="Book Antiqua"/>
              </a:defRPr>
            </a:lvl5pPr>
          </a:lstStyle>
          <a:p>
            <a:pPr marL="547370" lvl="0" indent="-410845">
              <a:spcBef>
                <a:spcPts val="0"/>
              </a:spcBef>
              <a:buClr>
                <a:srgbClr val="F9F9F9"/>
              </a:buClr>
              <a:buSzPct val="65000"/>
              <a:buFont typeface="Wingdings 2"/>
              <a:buChar char=""/>
              <a:defRPr/>
            </a:pPr>
            <a:r>
              <a:t>Click to edit Master text styles</a:t>
            </a:r>
          </a:p>
          <a:p>
            <a:pPr marL="868045" lvl="1" indent="-282575">
              <a:spcBef>
                <a:spcPts val="0"/>
              </a:spcBef>
              <a:buClr>
                <a:srgbClr val="FFFFFF"/>
              </a:buClr>
              <a:buSzPct val="80000"/>
              <a:buChar char=""/>
              <a:defRPr/>
            </a:pPr>
            <a:r>
              <a:t>Second level</a:t>
            </a:r>
          </a:p>
          <a:p>
            <a:pPr marL="1133475" lvl="2" indent="-228600">
              <a:spcBef>
                <a:spcPts val="0"/>
              </a:spcBef>
              <a:buClr>
                <a:srgbClr val="FFFFFF"/>
              </a:buClr>
              <a:buSzPct val="95000"/>
              <a:buFont typeface="Wingdings"/>
              <a:buChar char=""/>
              <a:defRPr/>
            </a:pPr>
            <a:r>
              <a:t>Third level</a:t>
            </a:r>
          </a:p>
          <a:p>
            <a:pPr marL="1352550" lvl="3" indent="-182880">
              <a:spcBef>
                <a:spcPts val="0"/>
              </a:spcBef>
              <a:buClr>
                <a:srgbClr val="FFFFFF"/>
              </a:buClr>
              <a:buSzPct val="100000"/>
              <a:buFont typeface="Wingdings 3"/>
              <a:buChar char=""/>
              <a:defRPr/>
            </a:pPr>
            <a:r>
              <a:t>Fourth level</a:t>
            </a:r>
          </a:p>
          <a:p>
            <a:pPr marL="1544320" lvl="4" indent="-182245">
              <a:spcBef>
                <a:spcPts val="0"/>
              </a:spcBef>
              <a:buClr>
                <a:srgbClr val="FFFFFF"/>
              </a:buClr>
              <a:buSzPct val="100000"/>
              <a:buFont typeface="Wingdings 2"/>
              <a:buChar char=""/>
              <a:defRPr/>
            </a:pPr>
            <a:r>
              <a:t>Fifth level</a:t>
            </a:r>
          </a:p>
        </p:txBody>
      </p:sp>
      <p:sp>
        <p:nvSpPr>
          <p:cNvPr id="635749949" name="Date Placeholder 13"/>
          <p:cNvSpPr>
            <a:spLocks noGrp="1" noChangeShapeType="1"/>
          </p:cNvSpPr>
          <p:nvPr>
            <p:ph type="dt" idx="2"/>
          </p:nvPr>
        </p:nvSpPr>
        <p:spPr bwMode="auto">
          <a:xfrm>
            <a:off x="457200" y="6416675"/>
            <a:ext cx="2133600" cy="365125"/>
          </a:xfrm>
          <a:prstGeom prst="rect">
            <a:avLst/>
          </a:prstGeom>
          <a:noFill/>
        </p:spPr>
        <p:txBody>
          <a:bodyPr lIns="91440" tIns="45720" rIns="91440" bIns="45720" anchor="b"/>
          <a:lstStyle/>
          <a:p>
            <a:pPr>
              <a:defRPr/>
            </a:pPr>
            <a:endParaRPr sz="1400"/>
          </a:p>
        </p:txBody>
      </p:sp>
      <p:sp>
        <p:nvSpPr>
          <p:cNvPr id="688099021" name="Footer Placeholder 2"/>
          <p:cNvSpPr>
            <a:spLocks noGrp="1" noChangeShapeType="1"/>
          </p:cNvSpPr>
          <p:nvPr>
            <p:ph type="ftr" idx="3"/>
          </p:nvPr>
        </p:nvSpPr>
        <p:spPr bwMode="auto">
          <a:xfrm>
            <a:off x="3124200" y="6416675"/>
            <a:ext cx="2895600" cy="365125"/>
          </a:xfrm>
          <a:prstGeom prst="rect">
            <a:avLst/>
          </a:prstGeom>
          <a:noFill/>
        </p:spPr>
        <p:txBody>
          <a:bodyPr lIns="91440" tIns="45720" rIns="91440" bIns="45720" anchor="b"/>
          <a:lstStyle/>
          <a:p>
            <a:pPr>
              <a:defRPr/>
            </a:pPr>
            <a:endParaRPr sz="1400"/>
          </a:p>
        </p:txBody>
      </p:sp>
      <p:sp>
        <p:nvSpPr>
          <p:cNvPr id="700004149" name="Slide Number Placeholder 22"/>
          <p:cNvSpPr>
            <a:spLocks noGrp="1" noChangeShapeType="1"/>
          </p:cNvSpPr>
          <p:nvPr>
            <p:ph type="sldNum" idx="4"/>
          </p:nvPr>
        </p:nvSpPr>
        <p:spPr bwMode="auto">
          <a:xfrm>
            <a:off x="7924800" y="6416675"/>
            <a:ext cx="762000" cy="365125"/>
          </a:xfrm>
          <a:prstGeom prst="rect">
            <a:avLst/>
          </a:prstGeom>
          <a:noFill/>
        </p:spPr>
        <p:txBody>
          <a:bodyPr lIns="0" tIns="45720" rIns="0" bIns="45720" anchor="b"/>
          <a:lstStyle>
            <a:lvl1pPr mar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Book Antiqua"/>
              </a:defRPr>
            </a:lvl1pPr>
            <a:lvl2pPr marL="457200" indent="4572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Book Antiqua"/>
              </a:defRPr>
            </a:lvl2pPr>
            <a:lvl3pPr marL="914400" indent="9144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Book Antiqua"/>
              </a:defRPr>
            </a:lvl3pPr>
            <a:lvl4pPr marL="1371600" indent="13716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Book Antiqua"/>
              </a:defRPr>
            </a:lvl4pPr>
            <a:lvl5pPr marL="1828800" indent="18288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Book Antiqua"/>
              </a:defRPr>
            </a:lvl5pPr>
          </a:lstStyle>
          <a:p>
            <a:pPr marL="0" lvl="0" indent="0" algn="r">
              <a:spcBef>
                <a:spcPts val="0"/>
              </a:spcBef>
              <a:buNone/>
              <a:defRPr/>
            </a:pPr>
            <a:fld id="{D038279B-FC19-497E-A7D1-5ADD9CAF016F}" type="slidenum">
              <a:rPr lang="en-GB" sz="1200" b="1" i="0" u="none">
                <a:solidFill>
                  <a:srgbClr val="BCBCBC"/>
                </a:solidFill>
              </a:rPr>
            </a:fld>
            <a:endParaRPr lang="en-GB" sz="1200" b="1" i="0" u="none">
              <a:solidFill>
                <a:srgbClr val="BCBCBC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7" r:id="rId1"/>
    <p:sldLayoutId id="2147483728" r:id="rId2"/>
  </p:sldLayoutIdLst>
  <p:txStyles>
    <p:titleStyle>
      <a:lvl1pPr marL="0" indent="0" algn="ctr" defTabSz="914400" rtl="0">
        <a:lnSpc>
          <a:spcPct val="100000"/>
        </a:lnSpc>
        <a:spcBef>
          <a:spcPts val="0"/>
        </a:spcBef>
        <a:spcAft>
          <a:spcPts val="0"/>
        </a:spcAft>
        <a:buNone/>
        <a:defRPr lang="en-US" sz="4100" b="1" i="0">
          <a:solidFill>
            <a:schemeClr val="dk1"/>
          </a:solidFill>
          <a:latin typeface="Lucida Sans"/>
        </a:defRPr>
      </a:lvl1pPr>
      <a:lvl2pPr marL="0" indent="0" algn="ctr" defTabSz="914400" rtl="0">
        <a:lnSpc>
          <a:spcPct val="100000"/>
        </a:lnSpc>
        <a:spcBef>
          <a:spcPts val="0"/>
        </a:spcBef>
        <a:spcAft>
          <a:spcPts val="0"/>
        </a:spcAft>
        <a:buNone/>
        <a:defRPr lang="en-US" sz="4100" b="1" i="0">
          <a:solidFill>
            <a:schemeClr val="dk1"/>
          </a:solidFill>
          <a:latin typeface="Lucida Sans"/>
        </a:defRPr>
      </a:lvl2pPr>
      <a:lvl3pPr marL="0" indent="0" algn="ctr" defTabSz="914400" rtl="0">
        <a:lnSpc>
          <a:spcPct val="100000"/>
        </a:lnSpc>
        <a:spcBef>
          <a:spcPts val="0"/>
        </a:spcBef>
        <a:spcAft>
          <a:spcPts val="0"/>
        </a:spcAft>
        <a:buNone/>
        <a:defRPr lang="en-US" sz="4100" b="1" i="0">
          <a:solidFill>
            <a:schemeClr val="dk1"/>
          </a:solidFill>
          <a:latin typeface="Lucida Sans"/>
        </a:defRPr>
      </a:lvl3pPr>
      <a:lvl4pPr marL="0" indent="0" algn="ctr" defTabSz="914400" rtl="0">
        <a:lnSpc>
          <a:spcPct val="100000"/>
        </a:lnSpc>
        <a:spcBef>
          <a:spcPts val="0"/>
        </a:spcBef>
        <a:spcAft>
          <a:spcPts val="0"/>
        </a:spcAft>
        <a:buNone/>
        <a:defRPr lang="en-US" sz="4100" b="1" i="0">
          <a:solidFill>
            <a:schemeClr val="dk1"/>
          </a:solidFill>
          <a:latin typeface="Lucida Sans"/>
        </a:defRPr>
      </a:lvl4pPr>
      <a:lvl5pPr marL="0" indent="0" algn="ctr" defTabSz="914400" rtl="0">
        <a:lnSpc>
          <a:spcPct val="100000"/>
        </a:lnSpc>
        <a:spcBef>
          <a:spcPts val="0"/>
        </a:spcBef>
        <a:spcAft>
          <a:spcPts val="0"/>
        </a:spcAft>
        <a:buNone/>
        <a:defRPr lang="en-US" sz="4100" b="1" i="0">
          <a:solidFill>
            <a:schemeClr val="dk1"/>
          </a:solidFill>
          <a:latin typeface="Lucida Sans"/>
        </a:defRPr>
      </a:lvl5pPr>
      <a:lvl6pPr>
        <a:defRPr lang="en-US" sz="1800"/>
      </a:lvl6pPr>
      <a:lvl7pPr>
        <a:defRPr lang="en-US" sz="1800"/>
      </a:lvl7pPr>
      <a:lvl8pPr>
        <a:defRPr lang="en-US" sz="1800"/>
      </a:lvl8pPr>
      <a:lvl9pPr>
        <a:defRPr lang="en-US" sz="1800"/>
      </a:lvl9pPr>
    </p:titleStyle>
    <p:bodyStyle>
      <a:lvl1pPr marL="547370" indent="136525" algn="l" defTabSz="914400" rtl="0">
        <a:lnSpc>
          <a:spcPct val="100000"/>
        </a:lnSpc>
        <a:spcBef>
          <a:spcPts val="0"/>
        </a:spcBef>
        <a:spcAft>
          <a:spcPts val="0"/>
        </a:spcAft>
        <a:buClr>
          <a:srgbClr val="F9F9F9"/>
        </a:buClr>
        <a:buSzPct val="65000"/>
        <a:buFont typeface="Wingdings 2"/>
        <a:buChar char=""/>
        <a:defRPr lang="en-US" sz="2800" b="0" i="0">
          <a:solidFill>
            <a:schemeClr val="dk1"/>
          </a:solidFill>
          <a:latin typeface="Book Antiqua"/>
        </a:defRPr>
      </a:lvl1pPr>
      <a:lvl2pPr marL="868045" indent="585470" algn="l" defTabSz="914400" rtl="0">
        <a:lnSpc>
          <a:spcPct val="100000"/>
        </a:lnSpc>
        <a:spcBef>
          <a:spcPts val="0"/>
        </a:spcBef>
        <a:spcAft>
          <a:spcPts val="0"/>
        </a:spcAft>
        <a:buClr>
          <a:srgbClr val="FFFFFF"/>
        </a:buClr>
        <a:buSzPct val="80000"/>
        <a:buChar char=""/>
        <a:defRPr lang="en-US" sz="2400" b="0" i="0">
          <a:solidFill>
            <a:schemeClr val="dk1"/>
          </a:solidFill>
          <a:latin typeface="Book Antiqua"/>
        </a:defRPr>
      </a:lvl2pPr>
      <a:lvl3pPr marL="1133475" indent="904875" algn="l" defTabSz="914400" rtl="0">
        <a:lnSpc>
          <a:spcPct val="100000"/>
        </a:lnSpc>
        <a:spcBef>
          <a:spcPts val="0"/>
        </a:spcBef>
        <a:spcAft>
          <a:spcPts val="0"/>
        </a:spcAft>
        <a:buClr>
          <a:srgbClr val="FFFFFF"/>
        </a:buClr>
        <a:buSzPct val="95000"/>
        <a:buFont typeface="Wingdings"/>
        <a:buChar char=""/>
        <a:defRPr lang="en-US" sz="2200" b="0" i="0">
          <a:solidFill>
            <a:schemeClr val="dk1"/>
          </a:solidFill>
          <a:latin typeface="Book Antiqua"/>
        </a:defRPr>
      </a:lvl3pPr>
      <a:lvl4pPr marL="1352550" indent="1169670" algn="l" defTabSz="914400" rtl="0">
        <a:lnSpc>
          <a:spcPct val="100000"/>
        </a:lnSpc>
        <a:spcBef>
          <a:spcPts val="0"/>
        </a:spcBef>
        <a:spcAft>
          <a:spcPts val="0"/>
        </a:spcAft>
        <a:buClr>
          <a:srgbClr val="FFFFFF"/>
        </a:buClr>
        <a:buSzPct val="100000"/>
        <a:buFont typeface="Wingdings 3"/>
        <a:buChar char=""/>
        <a:defRPr lang="en-US" sz="2000" b="0" i="0">
          <a:solidFill>
            <a:schemeClr val="dk1"/>
          </a:solidFill>
          <a:latin typeface="Book Antiqua"/>
        </a:defRPr>
      </a:lvl4pPr>
      <a:lvl5pPr marL="1544320" indent="1362075" algn="l" defTabSz="914400" rtl="0">
        <a:lnSpc>
          <a:spcPct val="100000"/>
        </a:lnSpc>
        <a:spcBef>
          <a:spcPts val="0"/>
        </a:spcBef>
        <a:spcAft>
          <a:spcPts val="0"/>
        </a:spcAft>
        <a:buClr>
          <a:srgbClr val="FFFFFF"/>
        </a:buClr>
        <a:buSzPct val="100000"/>
        <a:buFont typeface="Wingdings 2"/>
        <a:buChar char=""/>
        <a:defRPr lang="en-US" sz="2000" b="0" i="0">
          <a:solidFill>
            <a:schemeClr val="dk1"/>
          </a:solidFill>
          <a:latin typeface="Book Antiqua"/>
        </a:defRPr>
      </a:lvl5pPr>
      <a:lvl6pPr>
        <a:defRPr lang="en-US" sz="1800"/>
      </a:lvl6pPr>
      <a:lvl7pPr>
        <a:defRPr lang="en-US" sz="1800"/>
      </a:lvl7pPr>
      <a:lvl8pPr>
        <a:defRPr lang="en-US" sz="1800"/>
      </a:lvl8pPr>
      <a:lvl9pPr>
        <a:defRPr lang="en-US" sz="1800"/>
      </a:lvl9pPr>
    </p:bodyStyle>
    <p:otherStyle>
      <a:lvl1pPr marL="0" indent="0" algn="l" defTabSz="914400" rtl="0">
        <a:lnSpc>
          <a:spcPct val="100000"/>
        </a:lnSpc>
        <a:spcBef>
          <a:spcPts val="0"/>
        </a:spcBef>
        <a:spcAft>
          <a:spcPts val="0"/>
        </a:spcAft>
        <a:buNone/>
        <a:defRPr lang="en-US" sz="1800" b="0" i="0">
          <a:solidFill>
            <a:schemeClr val="dk1"/>
          </a:solidFill>
          <a:latin typeface="Arial"/>
          <a:ea typeface="Arial"/>
        </a:defRPr>
      </a:lvl1pPr>
      <a:lvl2pPr marL="455295" indent="457200" algn="l" defTabSz="914400" rtl="0">
        <a:lnSpc>
          <a:spcPct val="100000"/>
        </a:lnSpc>
        <a:spcBef>
          <a:spcPts val="0"/>
        </a:spcBef>
        <a:spcAft>
          <a:spcPts val="0"/>
        </a:spcAft>
        <a:buNone/>
        <a:defRPr lang="en-US" sz="1800" b="0" i="0">
          <a:solidFill>
            <a:schemeClr val="dk1"/>
          </a:solidFill>
          <a:latin typeface="Arial"/>
          <a:ea typeface="Arial"/>
        </a:defRPr>
      </a:lvl2pPr>
      <a:lvl3pPr marL="912495" indent="914400" algn="l" defTabSz="914400" rtl="0">
        <a:lnSpc>
          <a:spcPct val="100000"/>
        </a:lnSpc>
        <a:spcBef>
          <a:spcPts val="0"/>
        </a:spcBef>
        <a:spcAft>
          <a:spcPts val="0"/>
        </a:spcAft>
        <a:buNone/>
        <a:defRPr lang="en-US" sz="1800" b="0" i="0">
          <a:solidFill>
            <a:schemeClr val="dk1"/>
          </a:solidFill>
          <a:latin typeface="Arial"/>
          <a:ea typeface="Arial"/>
        </a:defRPr>
      </a:lvl3pPr>
      <a:lvl4pPr marL="1369695" indent="1371600" algn="l" defTabSz="914400" rtl="0">
        <a:lnSpc>
          <a:spcPct val="100000"/>
        </a:lnSpc>
        <a:spcBef>
          <a:spcPts val="0"/>
        </a:spcBef>
        <a:spcAft>
          <a:spcPts val="0"/>
        </a:spcAft>
        <a:buNone/>
        <a:defRPr lang="en-US" sz="1800" b="0" i="0">
          <a:solidFill>
            <a:schemeClr val="dk1"/>
          </a:solidFill>
          <a:latin typeface="Arial"/>
          <a:ea typeface="Arial"/>
        </a:defRPr>
      </a:lvl4pPr>
      <a:lvl5pPr marL="1826895" indent="1828800" algn="l" defTabSz="914400" rtl="0">
        <a:lnSpc>
          <a:spcPct val="100000"/>
        </a:lnSpc>
        <a:spcBef>
          <a:spcPts val="0"/>
        </a:spcBef>
        <a:spcAft>
          <a:spcPts val="0"/>
        </a:spcAft>
        <a:buNone/>
        <a:defRPr lang="en-US" sz="1800" b="0" i="0">
          <a:solidFill>
            <a:schemeClr val="dk1"/>
          </a:solidFill>
          <a:latin typeface="Arial"/>
          <a:ea typeface="Arial"/>
        </a:defRPr>
      </a:lvl5pPr>
      <a:lvl6pPr>
        <a:defRPr lang="en-US" sz="1800"/>
      </a:lvl6pPr>
      <a:lvl7pPr>
        <a:defRPr lang="en-US" sz="1800"/>
      </a:lvl7pPr>
      <a:lvl8pPr>
        <a:defRPr lang="en-US" sz="1800"/>
      </a:lvl8pPr>
      <a:lvl9pPr>
        <a:defRPr lang="en-US" sz="1800"/>
      </a:lvl9pPr>
    </p:otherStyle>
  </p:txStyles>
</p:sldMaster>
</file>

<file path=ppt/slideMasters/slideMaster2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91847635" name="Title Placeholder 21"/>
          <p:cNvSpPr>
            <a:spLocks noGrp="1" noChangeShapeType="1"/>
          </p:cNvSpPr>
          <p:nvPr>
            <p:ph type="title"/>
          </p:nvPr>
        </p:nvSpPr>
        <p:spPr bwMode="auto">
          <a:xfrm>
            <a:off x="457200" y="274637"/>
            <a:ext cx="8229600" cy="1143000"/>
          </a:xfrm>
          <a:prstGeom prst="rect">
            <a:avLst/>
          </a:prstGeom>
          <a:noFill/>
        </p:spPr>
        <p:txBody>
          <a:bodyPr lIns="91440" tIns="45720" rIns="91440" bIns="45720" anchor="ctr" anchorCtr="0"/>
          <a:lstStyle/>
          <a:p>
            <a:pPr marL="0" lvl="0" indent="0">
              <a:spcBef>
                <a:spcPts val="0"/>
              </a:spcBef>
              <a:buNone/>
              <a:defRPr/>
            </a:pPr>
            <a:r>
              <a:t>Click to edit Master title style</a:t>
            </a:r>
          </a:p>
        </p:txBody>
      </p:sp>
      <p:sp>
        <p:nvSpPr>
          <p:cNvPr id="1023346685" name="Text Placeholder 12"/>
          <p:cNvSpPr>
            <a:spLocks noGrp="1" noChangeShapeType="1"/>
          </p:cNvSpPr>
          <p:nvPr>
            <p:ph type="body" idx="1"/>
          </p:nvPr>
        </p:nvSpPr>
        <p:spPr bwMode="auto">
          <a:xfrm>
            <a:off x="457200" y="1600200"/>
            <a:ext cx="8229600" cy="4708525"/>
          </a:xfrm>
          <a:prstGeom prst="rect">
            <a:avLst/>
          </a:prstGeom>
          <a:noFill/>
        </p:spPr>
        <p:txBody>
          <a:bodyPr lIns="91440" tIns="45720" rIns="91440" bIns="45720"/>
          <a:lstStyle>
            <a:lvl1pPr marL="547370" indent="136525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9F9F9"/>
              </a:buClr>
              <a:buSzPct val="65000"/>
              <a:buChar char=""/>
              <a:defRPr sz="2800" b="0" i="0">
                <a:solidFill>
                  <a:schemeClr val="dk1"/>
                </a:solidFill>
                <a:latin typeface="Book Antiqua"/>
              </a:defRPr>
            </a:lvl1pPr>
            <a:lvl2pPr marL="868045" indent="58547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80000"/>
              <a:buChar char=""/>
              <a:defRPr sz="2400" b="0" i="0">
                <a:solidFill>
                  <a:schemeClr val="dk1"/>
                </a:solidFill>
                <a:latin typeface="Book Antiqua"/>
              </a:defRPr>
            </a:lvl2pPr>
            <a:lvl3pPr marL="1133475" indent="904875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95000"/>
              <a:buChar char=""/>
              <a:defRPr sz="2200" b="0" i="0">
                <a:solidFill>
                  <a:schemeClr val="dk1"/>
                </a:solidFill>
                <a:latin typeface="Book Antiqua"/>
              </a:defRPr>
            </a:lvl3pPr>
            <a:lvl4pPr marL="1352550" indent="116967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00000"/>
              <a:buChar char=""/>
              <a:defRPr sz="2000" b="0" i="0">
                <a:solidFill>
                  <a:schemeClr val="dk1"/>
                </a:solidFill>
                <a:latin typeface="Book Antiqua"/>
              </a:defRPr>
            </a:lvl4pPr>
            <a:lvl5pPr marL="1544320" indent="1362075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00000"/>
              <a:buChar char=""/>
              <a:defRPr sz="2000" b="0" i="0">
                <a:solidFill>
                  <a:schemeClr val="dk1"/>
                </a:solidFill>
                <a:latin typeface="Book Antiqua"/>
              </a:defRPr>
            </a:lvl5pPr>
          </a:lstStyle>
          <a:p>
            <a:pPr marL="547370" lvl="0" indent="-410845">
              <a:spcBef>
                <a:spcPts val="0"/>
              </a:spcBef>
              <a:buClr>
                <a:srgbClr val="F9F9F9"/>
              </a:buClr>
              <a:buSzPct val="65000"/>
              <a:buFont typeface="Wingdings 2"/>
              <a:buChar char=""/>
              <a:defRPr/>
            </a:pPr>
            <a:r>
              <a:t>Click to edit Master text styles</a:t>
            </a:r>
          </a:p>
          <a:p>
            <a:pPr marL="868045" lvl="1" indent="-282575">
              <a:spcBef>
                <a:spcPts val="0"/>
              </a:spcBef>
              <a:buClr>
                <a:srgbClr val="FFFFFF"/>
              </a:buClr>
              <a:buSzPct val="80000"/>
              <a:buChar char=""/>
              <a:defRPr/>
            </a:pPr>
            <a:r>
              <a:t>Second level</a:t>
            </a:r>
          </a:p>
          <a:p>
            <a:pPr marL="1133475" lvl="2" indent="-228600">
              <a:spcBef>
                <a:spcPts val="0"/>
              </a:spcBef>
              <a:buClr>
                <a:srgbClr val="FFFFFF"/>
              </a:buClr>
              <a:buSzPct val="95000"/>
              <a:buFont typeface="Wingdings"/>
              <a:buChar char=""/>
              <a:defRPr/>
            </a:pPr>
            <a:r>
              <a:t>Third level</a:t>
            </a:r>
          </a:p>
          <a:p>
            <a:pPr marL="1352550" lvl="3" indent="-182880">
              <a:spcBef>
                <a:spcPts val="0"/>
              </a:spcBef>
              <a:buClr>
                <a:srgbClr val="FFFFFF"/>
              </a:buClr>
              <a:buSzPct val="100000"/>
              <a:buFont typeface="Wingdings 3"/>
              <a:buChar char=""/>
              <a:defRPr/>
            </a:pPr>
            <a:r>
              <a:t>Fourth level</a:t>
            </a:r>
          </a:p>
          <a:p>
            <a:pPr marL="1544320" lvl="4" indent="-182245">
              <a:spcBef>
                <a:spcPts val="0"/>
              </a:spcBef>
              <a:buClr>
                <a:srgbClr val="FFFFFF"/>
              </a:buClr>
              <a:buSzPct val="100000"/>
              <a:buFont typeface="Wingdings 2"/>
              <a:buChar char=""/>
              <a:defRPr/>
            </a:pPr>
            <a:r>
              <a:t>Fifth level</a:t>
            </a:r>
          </a:p>
        </p:txBody>
      </p:sp>
      <p:sp>
        <p:nvSpPr>
          <p:cNvPr id="1098508170" name="Date Placeholder 13"/>
          <p:cNvSpPr>
            <a:spLocks noGrp="1" noChangeShapeType="1"/>
          </p:cNvSpPr>
          <p:nvPr>
            <p:ph type="dt" idx="2"/>
          </p:nvPr>
        </p:nvSpPr>
        <p:spPr bwMode="auto">
          <a:xfrm>
            <a:off x="457200" y="6416675"/>
            <a:ext cx="2133600" cy="365125"/>
          </a:xfrm>
          <a:prstGeom prst="rect">
            <a:avLst/>
          </a:prstGeom>
          <a:noFill/>
        </p:spPr>
        <p:txBody>
          <a:bodyPr lIns="91440" tIns="45720" rIns="91440" bIns="45720" anchor="b"/>
          <a:lstStyle/>
          <a:p>
            <a:pPr>
              <a:defRPr/>
            </a:pPr>
            <a:endParaRPr sz="1400"/>
          </a:p>
        </p:txBody>
      </p:sp>
      <p:sp>
        <p:nvSpPr>
          <p:cNvPr id="1319566812" name="Footer Placeholder 2"/>
          <p:cNvSpPr>
            <a:spLocks noGrp="1" noChangeShapeType="1"/>
          </p:cNvSpPr>
          <p:nvPr>
            <p:ph type="ftr" idx="3"/>
          </p:nvPr>
        </p:nvSpPr>
        <p:spPr bwMode="auto">
          <a:xfrm>
            <a:off x="3124200" y="6416675"/>
            <a:ext cx="2895600" cy="365125"/>
          </a:xfrm>
          <a:prstGeom prst="rect">
            <a:avLst/>
          </a:prstGeom>
          <a:noFill/>
        </p:spPr>
        <p:txBody>
          <a:bodyPr lIns="91440" tIns="45720" rIns="91440" bIns="45720" anchor="b"/>
          <a:lstStyle/>
          <a:p>
            <a:pPr>
              <a:defRPr/>
            </a:pPr>
            <a:endParaRPr sz="1400"/>
          </a:p>
        </p:txBody>
      </p:sp>
      <p:sp>
        <p:nvSpPr>
          <p:cNvPr id="1797320877" name="Slide Number Placeholder 22"/>
          <p:cNvSpPr>
            <a:spLocks noGrp="1" noChangeShapeType="1"/>
          </p:cNvSpPr>
          <p:nvPr>
            <p:ph type="sldNum" idx="4"/>
          </p:nvPr>
        </p:nvSpPr>
        <p:spPr bwMode="auto">
          <a:xfrm>
            <a:off x="7924800" y="6416675"/>
            <a:ext cx="762000" cy="365125"/>
          </a:xfrm>
          <a:prstGeom prst="rect">
            <a:avLst/>
          </a:prstGeom>
          <a:noFill/>
        </p:spPr>
        <p:txBody>
          <a:bodyPr lIns="0" tIns="45720" rIns="0" bIns="45720" anchor="b"/>
          <a:lstStyle>
            <a:lvl1pPr mar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Book Antiqua"/>
              </a:defRPr>
            </a:lvl1pPr>
            <a:lvl2pPr marL="457200" indent="4572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Book Antiqua"/>
              </a:defRPr>
            </a:lvl2pPr>
            <a:lvl3pPr marL="914400" indent="9144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Book Antiqua"/>
              </a:defRPr>
            </a:lvl3pPr>
            <a:lvl4pPr marL="1371600" indent="13716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Book Antiqua"/>
              </a:defRPr>
            </a:lvl4pPr>
            <a:lvl5pPr marL="1828800" indent="18288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Book Antiqua"/>
              </a:defRPr>
            </a:lvl5pPr>
          </a:lstStyle>
          <a:p>
            <a:pPr marL="0" lvl="0" indent="0" algn="r">
              <a:spcBef>
                <a:spcPts val="0"/>
              </a:spcBef>
              <a:buNone/>
              <a:defRPr/>
            </a:pPr>
            <a:fld id="{D038279B-FC19-497E-A7D1-5ADD9CAF016F}" type="slidenum">
              <a:rPr lang="en-GB" sz="1200" b="1" i="0" u="none">
                <a:solidFill>
                  <a:srgbClr val="BCBCBC"/>
                </a:solidFill>
              </a:rPr>
            </a:fld>
            <a:endParaRPr lang="en-GB" sz="1200" b="1" i="0" u="none">
              <a:solidFill>
                <a:srgbClr val="BCBCBC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0" r:id="rId1"/>
    <p:sldLayoutId id="2147483731" r:id="rId2"/>
  </p:sldLayoutIdLst>
  <p:txStyles>
    <p:titleStyle>
      <a:lvl1pPr marL="0" indent="0" algn="ctr" defTabSz="914400" rtl="0">
        <a:lnSpc>
          <a:spcPct val="100000"/>
        </a:lnSpc>
        <a:spcBef>
          <a:spcPts val="0"/>
        </a:spcBef>
        <a:spcAft>
          <a:spcPts val="0"/>
        </a:spcAft>
        <a:buNone/>
        <a:defRPr lang="en-US" sz="4100" b="1" i="0">
          <a:solidFill>
            <a:schemeClr val="dk1"/>
          </a:solidFill>
          <a:latin typeface="Lucida Sans"/>
        </a:defRPr>
      </a:lvl1pPr>
      <a:lvl2pPr marL="0" indent="0" algn="ctr" defTabSz="914400" rtl="0">
        <a:lnSpc>
          <a:spcPct val="100000"/>
        </a:lnSpc>
        <a:spcBef>
          <a:spcPts val="0"/>
        </a:spcBef>
        <a:spcAft>
          <a:spcPts val="0"/>
        </a:spcAft>
        <a:buNone/>
        <a:defRPr lang="en-US" sz="4100" b="1" i="0">
          <a:solidFill>
            <a:schemeClr val="dk1"/>
          </a:solidFill>
          <a:latin typeface="Lucida Sans"/>
        </a:defRPr>
      </a:lvl2pPr>
      <a:lvl3pPr marL="0" indent="0" algn="ctr" defTabSz="914400" rtl="0">
        <a:lnSpc>
          <a:spcPct val="100000"/>
        </a:lnSpc>
        <a:spcBef>
          <a:spcPts val="0"/>
        </a:spcBef>
        <a:spcAft>
          <a:spcPts val="0"/>
        </a:spcAft>
        <a:buNone/>
        <a:defRPr lang="en-US" sz="4100" b="1" i="0">
          <a:solidFill>
            <a:schemeClr val="dk1"/>
          </a:solidFill>
          <a:latin typeface="Lucida Sans"/>
        </a:defRPr>
      </a:lvl3pPr>
      <a:lvl4pPr marL="0" indent="0" algn="ctr" defTabSz="914400" rtl="0">
        <a:lnSpc>
          <a:spcPct val="100000"/>
        </a:lnSpc>
        <a:spcBef>
          <a:spcPts val="0"/>
        </a:spcBef>
        <a:spcAft>
          <a:spcPts val="0"/>
        </a:spcAft>
        <a:buNone/>
        <a:defRPr lang="en-US" sz="4100" b="1" i="0">
          <a:solidFill>
            <a:schemeClr val="dk1"/>
          </a:solidFill>
          <a:latin typeface="Lucida Sans"/>
        </a:defRPr>
      </a:lvl4pPr>
      <a:lvl5pPr marL="0" indent="0" algn="ctr" defTabSz="914400" rtl="0">
        <a:lnSpc>
          <a:spcPct val="100000"/>
        </a:lnSpc>
        <a:spcBef>
          <a:spcPts val="0"/>
        </a:spcBef>
        <a:spcAft>
          <a:spcPts val="0"/>
        </a:spcAft>
        <a:buNone/>
        <a:defRPr lang="en-US" sz="4100" b="1" i="0">
          <a:solidFill>
            <a:schemeClr val="dk1"/>
          </a:solidFill>
          <a:latin typeface="Lucida Sans"/>
        </a:defRPr>
      </a:lvl5pPr>
      <a:lvl6pPr>
        <a:defRPr lang="en-US" sz="1800"/>
      </a:lvl6pPr>
      <a:lvl7pPr>
        <a:defRPr lang="en-US" sz="1800"/>
      </a:lvl7pPr>
      <a:lvl8pPr>
        <a:defRPr lang="en-US" sz="1800"/>
      </a:lvl8pPr>
      <a:lvl9pPr>
        <a:defRPr lang="en-US" sz="1800"/>
      </a:lvl9pPr>
    </p:titleStyle>
    <p:bodyStyle>
      <a:lvl1pPr marL="547370" indent="136525" algn="l" defTabSz="914400" rtl="0">
        <a:lnSpc>
          <a:spcPct val="100000"/>
        </a:lnSpc>
        <a:spcBef>
          <a:spcPts val="0"/>
        </a:spcBef>
        <a:spcAft>
          <a:spcPts val="0"/>
        </a:spcAft>
        <a:buClr>
          <a:srgbClr val="F9F9F9"/>
        </a:buClr>
        <a:buSzPct val="65000"/>
        <a:buFont typeface="Wingdings 2"/>
        <a:buChar char=""/>
        <a:defRPr lang="en-US" sz="2800" b="0" i="0">
          <a:solidFill>
            <a:schemeClr val="dk1"/>
          </a:solidFill>
          <a:latin typeface="Book Antiqua"/>
        </a:defRPr>
      </a:lvl1pPr>
      <a:lvl2pPr marL="868045" indent="585470" algn="l" defTabSz="914400" rtl="0">
        <a:lnSpc>
          <a:spcPct val="100000"/>
        </a:lnSpc>
        <a:spcBef>
          <a:spcPts val="0"/>
        </a:spcBef>
        <a:spcAft>
          <a:spcPts val="0"/>
        </a:spcAft>
        <a:buClr>
          <a:srgbClr val="FFFFFF"/>
        </a:buClr>
        <a:buSzPct val="80000"/>
        <a:buChar char=""/>
        <a:defRPr lang="en-US" sz="2400" b="0" i="0">
          <a:solidFill>
            <a:schemeClr val="dk1"/>
          </a:solidFill>
          <a:latin typeface="Book Antiqua"/>
        </a:defRPr>
      </a:lvl2pPr>
      <a:lvl3pPr marL="1133475" indent="904875" algn="l" defTabSz="914400" rtl="0">
        <a:lnSpc>
          <a:spcPct val="100000"/>
        </a:lnSpc>
        <a:spcBef>
          <a:spcPts val="0"/>
        </a:spcBef>
        <a:spcAft>
          <a:spcPts val="0"/>
        </a:spcAft>
        <a:buClr>
          <a:srgbClr val="FFFFFF"/>
        </a:buClr>
        <a:buSzPct val="95000"/>
        <a:buFont typeface="Wingdings"/>
        <a:buChar char=""/>
        <a:defRPr lang="en-US" sz="2200" b="0" i="0">
          <a:solidFill>
            <a:schemeClr val="dk1"/>
          </a:solidFill>
          <a:latin typeface="Book Antiqua"/>
        </a:defRPr>
      </a:lvl3pPr>
      <a:lvl4pPr marL="1352550" indent="1169670" algn="l" defTabSz="914400" rtl="0">
        <a:lnSpc>
          <a:spcPct val="100000"/>
        </a:lnSpc>
        <a:spcBef>
          <a:spcPts val="0"/>
        </a:spcBef>
        <a:spcAft>
          <a:spcPts val="0"/>
        </a:spcAft>
        <a:buClr>
          <a:srgbClr val="FFFFFF"/>
        </a:buClr>
        <a:buSzPct val="100000"/>
        <a:buFont typeface="Wingdings 3"/>
        <a:buChar char=""/>
        <a:defRPr lang="en-US" sz="2000" b="0" i="0">
          <a:solidFill>
            <a:schemeClr val="dk1"/>
          </a:solidFill>
          <a:latin typeface="Book Antiqua"/>
        </a:defRPr>
      </a:lvl4pPr>
      <a:lvl5pPr marL="1544320" indent="1362075" algn="l" defTabSz="914400" rtl="0">
        <a:lnSpc>
          <a:spcPct val="100000"/>
        </a:lnSpc>
        <a:spcBef>
          <a:spcPts val="0"/>
        </a:spcBef>
        <a:spcAft>
          <a:spcPts val="0"/>
        </a:spcAft>
        <a:buClr>
          <a:srgbClr val="FFFFFF"/>
        </a:buClr>
        <a:buSzPct val="100000"/>
        <a:buFont typeface="Wingdings 2"/>
        <a:buChar char=""/>
        <a:defRPr lang="en-US" sz="2000" b="0" i="0">
          <a:solidFill>
            <a:schemeClr val="dk1"/>
          </a:solidFill>
          <a:latin typeface="Book Antiqua"/>
        </a:defRPr>
      </a:lvl5pPr>
      <a:lvl6pPr>
        <a:defRPr lang="en-US" sz="1800"/>
      </a:lvl6pPr>
      <a:lvl7pPr>
        <a:defRPr lang="en-US" sz="1800"/>
      </a:lvl7pPr>
      <a:lvl8pPr>
        <a:defRPr lang="en-US" sz="1800"/>
      </a:lvl8pPr>
      <a:lvl9pPr>
        <a:defRPr lang="en-US" sz="1800"/>
      </a:lvl9pPr>
    </p:bodyStyle>
    <p:otherStyle>
      <a:lvl1pPr marL="0" indent="0" algn="l" defTabSz="914400" rtl="0">
        <a:lnSpc>
          <a:spcPct val="100000"/>
        </a:lnSpc>
        <a:spcBef>
          <a:spcPts val="0"/>
        </a:spcBef>
        <a:spcAft>
          <a:spcPts val="0"/>
        </a:spcAft>
        <a:buNone/>
        <a:defRPr lang="en-US" sz="1800" b="0" i="0">
          <a:solidFill>
            <a:schemeClr val="dk1"/>
          </a:solidFill>
          <a:latin typeface="Arial"/>
          <a:ea typeface="Arial"/>
        </a:defRPr>
      </a:lvl1pPr>
      <a:lvl2pPr marL="455295" indent="457200" algn="l" defTabSz="914400" rtl="0">
        <a:lnSpc>
          <a:spcPct val="100000"/>
        </a:lnSpc>
        <a:spcBef>
          <a:spcPts val="0"/>
        </a:spcBef>
        <a:spcAft>
          <a:spcPts val="0"/>
        </a:spcAft>
        <a:buNone/>
        <a:defRPr lang="en-US" sz="1800" b="0" i="0">
          <a:solidFill>
            <a:schemeClr val="dk1"/>
          </a:solidFill>
          <a:latin typeface="Arial"/>
          <a:ea typeface="Arial"/>
        </a:defRPr>
      </a:lvl2pPr>
      <a:lvl3pPr marL="912495" indent="914400" algn="l" defTabSz="914400" rtl="0">
        <a:lnSpc>
          <a:spcPct val="100000"/>
        </a:lnSpc>
        <a:spcBef>
          <a:spcPts val="0"/>
        </a:spcBef>
        <a:spcAft>
          <a:spcPts val="0"/>
        </a:spcAft>
        <a:buNone/>
        <a:defRPr lang="en-US" sz="1800" b="0" i="0">
          <a:solidFill>
            <a:schemeClr val="dk1"/>
          </a:solidFill>
          <a:latin typeface="Arial"/>
          <a:ea typeface="Arial"/>
        </a:defRPr>
      </a:lvl3pPr>
      <a:lvl4pPr marL="1369695" indent="1371600" algn="l" defTabSz="914400" rtl="0">
        <a:lnSpc>
          <a:spcPct val="100000"/>
        </a:lnSpc>
        <a:spcBef>
          <a:spcPts val="0"/>
        </a:spcBef>
        <a:spcAft>
          <a:spcPts val="0"/>
        </a:spcAft>
        <a:buNone/>
        <a:defRPr lang="en-US" sz="1800" b="0" i="0">
          <a:solidFill>
            <a:schemeClr val="dk1"/>
          </a:solidFill>
          <a:latin typeface="Arial"/>
          <a:ea typeface="Arial"/>
        </a:defRPr>
      </a:lvl4pPr>
      <a:lvl5pPr marL="1826895" indent="1828800" algn="l" defTabSz="914400" rtl="0">
        <a:lnSpc>
          <a:spcPct val="100000"/>
        </a:lnSpc>
        <a:spcBef>
          <a:spcPts val="0"/>
        </a:spcBef>
        <a:spcAft>
          <a:spcPts val="0"/>
        </a:spcAft>
        <a:buNone/>
        <a:defRPr lang="en-US" sz="1800" b="0" i="0">
          <a:solidFill>
            <a:schemeClr val="dk1"/>
          </a:solidFill>
          <a:latin typeface="Arial"/>
          <a:ea typeface="Arial"/>
        </a:defRPr>
      </a:lvl5pPr>
      <a:lvl6pPr>
        <a:defRPr lang="en-US" sz="1800"/>
      </a:lvl6pPr>
      <a:lvl7pPr>
        <a:defRPr lang="en-US" sz="1800"/>
      </a:lvl7pPr>
      <a:lvl8pPr>
        <a:defRPr lang="en-US" sz="1800"/>
      </a:lvl8pPr>
      <a:lvl9pPr>
        <a:defRPr lang="en-US" sz="1800"/>
      </a:lvl9pPr>
    </p:otherStyle>
  </p:txStyles>
</p:sldMaster>
</file>

<file path=ppt/slideMasters/slideMaster2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849861" name="Title Placeholder 21"/>
          <p:cNvSpPr>
            <a:spLocks noGrp="1" noChangeShapeType="1"/>
          </p:cNvSpPr>
          <p:nvPr>
            <p:ph type="title"/>
          </p:nvPr>
        </p:nvSpPr>
        <p:spPr bwMode="auto">
          <a:xfrm>
            <a:off x="457200" y="274637"/>
            <a:ext cx="8229600" cy="1143000"/>
          </a:xfrm>
          <a:prstGeom prst="rect">
            <a:avLst/>
          </a:prstGeom>
          <a:noFill/>
        </p:spPr>
        <p:txBody>
          <a:bodyPr lIns="91440" tIns="45720" rIns="91440" bIns="45720" anchor="ctr" anchorCtr="0"/>
          <a:lstStyle/>
          <a:p>
            <a:pPr marL="0" lvl="0" indent="0">
              <a:spcBef>
                <a:spcPts val="0"/>
              </a:spcBef>
              <a:buNone/>
              <a:defRPr/>
            </a:pPr>
            <a:r>
              <a:t>Click to edit Master title style</a:t>
            </a:r>
          </a:p>
        </p:txBody>
      </p:sp>
      <p:sp>
        <p:nvSpPr>
          <p:cNvPr id="1364241970" name="Text Placeholder 12"/>
          <p:cNvSpPr>
            <a:spLocks noGrp="1" noChangeShapeType="1"/>
          </p:cNvSpPr>
          <p:nvPr>
            <p:ph type="body" idx="1"/>
          </p:nvPr>
        </p:nvSpPr>
        <p:spPr bwMode="auto">
          <a:xfrm>
            <a:off x="457200" y="1600200"/>
            <a:ext cx="8229600" cy="4708525"/>
          </a:xfrm>
          <a:prstGeom prst="rect">
            <a:avLst/>
          </a:prstGeom>
          <a:noFill/>
        </p:spPr>
        <p:txBody>
          <a:bodyPr lIns="91440" tIns="45720" rIns="91440" bIns="45720"/>
          <a:lstStyle>
            <a:lvl1pPr marL="547370" indent="136525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9F9F9"/>
              </a:buClr>
              <a:buSzPct val="65000"/>
              <a:buChar char=""/>
              <a:defRPr sz="2800" b="0" i="0">
                <a:solidFill>
                  <a:schemeClr val="dk1"/>
                </a:solidFill>
                <a:latin typeface="Book Antiqua"/>
              </a:defRPr>
            </a:lvl1pPr>
            <a:lvl2pPr marL="868045" indent="58547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80000"/>
              <a:buChar char=""/>
              <a:defRPr sz="2400" b="0" i="0">
                <a:solidFill>
                  <a:schemeClr val="dk1"/>
                </a:solidFill>
                <a:latin typeface="Book Antiqua"/>
              </a:defRPr>
            </a:lvl2pPr>
            <a:lvl3pPr marL="1133475" indent="904875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95000"/>
              <a:buChar char=""/>
              <a:defRPr sz="2200" b="0" i="0">
                <a:solidFill>
                  <a:schemeClr val="dk1"/>
                </a:solidFill>
                <a:latin typeface="Book Antiqua"/>
              </a:defRPr>
            </a:lvl3pPr>
            <a:lvl4pPr marL="1352550" indent="116967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00000"/>
              <a:buChar char=""/>
              <a:defRPr sz="2000" b="0" i="0">
                <a:solidFill>
                  <a:schemeClr val="dk1"/>
                </a:solidFill>
                <a:latin typeface="Book Antiqua"/>
              </a:defRPr>
            </a:lvl4pPr>
            <a:lvl5pPr marL="1544320" indent="1362075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00000"/>
              <a:buChar char=""/>
              <a:defRPr sz="2000" b="0" i="0">
                <a:solidFill>
                  <a:schemeClr val="dk1"/>
                </a:solidFill>
                <a:latin typeface="Book Antiqua"/>
              </a:defRPr>
            </a:lvl5pPr>
          </a:lstStyle>
          <a:p>
            <a:pPr marL="547370" lvl="0" indent="-410845">
              <a:spcBef>
                <a:spcPts val="0"/>
              </a:spcBef>
              <a:buClr>
                <a:srgbClr val="F9F9F9"/>
              </a:buClr>
              <a:buSzPct val="65000"/>
              <a:buFont typeface="Wingdings 2"/>
              <a:buChar char=""/>
              <a:defRPr/>
            </a:pPr>
            <a:r>
              <a:t>Click to edit Master text styles</a:t>
            </a:r>
          </a:p>
          <a:p>
            <a:pPr marL="868045" lvl="1" indent="-282575">
              <a:spcBef>
                <a:spcPts val="0"/>
              </a:spcBef>
              <a:buClr>
                <a:srgbClr val="FFFFFF"/>
              </a:buClr>
              <a:buSzPct val="80000"/>
              <a:buChar char=""/>
              <a:defRPr/>
            </a:pPr>
            <a:r>
              <a:t>Second level</a:t>
            </a:r>
          </a:p>
          <a:p>
            <a:pPr marL="1133475" lvl="2" indent="-228600">
              <a:spcBef>
                <a:spcPts val="0"/>
              </a:spcBef>
              <a:buClr>
                <a:srgbClr val="FFFFFF"/>
              </a:buClr>
              <a:buSzPct val="95000"/>
              <a:buFont typeface="Wingdings"/>
              <a:buChar char=""/>
              <a:defRPr/>
            </a:pPr>
            <a:r>
              <a:t>Third level</a:t>
            </a:r>
          </a:p>
          <a:p>
            <a:pPr marL="1352550" lvl="3" indent="-182880">
              <a:spcBef>
                <a:spcPts val="0"/>
              </a:spcBef>
              <a:buClr>
                <a:srgbClr val="FFFFFF"/>
              </a:buClr>
              <a:buSzPct val="100000"/>
              <a:buFont typeface="Wingdings 3"/>
              <a:buChar char=""/>
              <a:defRPr/>
            </a:pPr>
            <a:r>
              <a:t>Fourth level</a:t>
            </a:r>
          </a:p>
          <a:p>
            <a:pPr marL="1544320" lvl="4" indent="-182245">
              <a:spcBef>
                <a:spcPts val="0"/>
              </a:spcBef>
              <a:buClr>
                <a:srgbClr val="FFFFFF"/>
              </a:buClr>
              <a:buSzPct val="100000"/>
              <a:buFont typeface="Wingdings 2"/>
              <a:buChar char=""/>
              <a:defRPr/>
            </a:pPr>
            <a:r>
              <a:t>Fifth level</a:t>
            </a:r>
          </a:p>
        </p:txBody>
      </p:sp>
      <p:sp>
        <p:nvSpPr>
          <p:cNvPr id="1823881810" name="Date Placeholder 13"/>
          <p:cNvSpPr>
            <a:spLocks noGrp="1" noChangeShapeType="1"/>
          </p:cNvSpPr>
          <p:nvPr>
            <p:ph type="dt" idx="2"/>
          </p:nvPr>
        </p:nvSpPr>
        <p:spPr bwMode="auto">
          <a:xfrm>
            <a:off x="457200" y="6416675"/>
            <a:ext cx="2133600" cy="365125"/>
          </a:xfrm>
          <a:prstGeom prst="rect">
            <a:avLst/>
          </a:prstGeom>
          <a:noFill/>
        </p:spPr>
        <p:txBody>
          <a:bodyPr lIns="91440" tIns="45720" rIns="91440" bIns="45720" anchor="b"/>
          <a:lstStyle/>
          <a:p>
            <a:pPr>
              <a:defRPr/>
            </a:pPr>
            <a:endParaRPr sz="1400"/>
          </a:p>
        </p:txBody>
      </p:sp>
      <p:sp>
        <p:nvSpPr>
          <p:cNvPr id="599322228" name="Footer Placeholder 2"/>
          <p:cNvSpPr>
            <a:spLocks noGrp="1" noChangeShapeType="1"/>
          </p:cNvSpPr>
          <p:nvPr>
            <p:ph type="ftr" idx="3"/>
          </p:nvPr>
        </p:nvSpPr>
        <p:spPr bwMode="auto">
          <a:xfrm>
            <a:off x="3124200" y="6416675"/>
            <a:ext cx="2895600" cy="365125"/>
          </a:xfrm>
          <a:prstGeom prst="rect">
            <a:avLst/>
          </a:prstGeom>
          <a:noFill/>
        </p:spPr>
        <p:txBody>
          <a:bodyPr lIns="91440" tIns="45720" rIns="91440" bIns="45720" anchor="b"/>
          <a:lstStyle/>
          <a:p>
            <a:pPr>
              <a:defRPr/>
            </a:pPr>
            <a:endParaRPr sz="1400"/>
          </a:p>
        </p:txBody>
      </p:sp>
      <p:sp>
        <p:nvSpPr>
          <p:cNvPr id="128599822" name="Slide Number Placeholder 22"/>
          <p:cNvSpPr>
            <a:spLocks noGrp="1" noChangeShapeType="1"/>
          </p:cNvSpPr>
          <p:nvPr>
            <p:ph type="sldNum" idx="4"/>
          </p:nvPr>
        </p:nvSpPr>
        <p:spPr bwMode="auto">
          <a:xfrm>
            <a:off x="7924800" y="6416675"/>
            <a:ext cx="762000" cy="365125"/>
          </a:xfrm>
          <a:prstGeom prst="rect">
            <a:avLst/>
          </a:prstGeom>
          <a:noFill/>
        </p:spPr>
        <p:txBody>
          <a:bodyPr lIns="0" tIns="45720" rIns="0" bIns="45720" anchor="b"/>
          <a:lstStyle>
            <a:lvl1pPr mar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Book Antiqua"/>
              </a:defRPr>
            </a:lvl1pPr>
            <a:lvl2pPr marL="457200" indent="4572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Book Antiqua"/>
              </a:defRPr>
            </a:lvl2pPr>
            <a:lvl3pPr marL="914400" indent="9144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Book Antiqua"/>
              </a:defRPr>
            </a:lvl3pPr>
            <a:lvl4pPr marL="1371600" indent="13716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Book Antiqua"/>
              </a:defRPr>
            </a:lvl4pPr>
            <a:lvl5pPr marL="1828800" indent="18288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Book Antiqua"/>
              </a:defRPr>
            </a:lvl5pPr>
          </a:lstStyle>
          <a:p>
            <a:pPr marL="0" lvl="0" indent="0" algn="r">
              <a:spcBef>
                <a:spcPts val="0"/>
              </a:spcBef>
              <a:buNone/>
              <a:defRPr/>
            </a:pPr>
            <a:fld id="{D038279B-FC19-497E-A7D1-5ADD9CAF016F}" type="slidenum">
              <a:rPr lang="en-GB" sz="1200" b="1" i="0" u="none">
                <a:solidFill>
                  <a:srgbClr val="BCBCBC"/>
                </a:solidFill>
              </a:rPr>
            </a:fld>
            <a:endParaRPr lang="en-GB" sz="1200" b="1" i="0" u="none">
              <a:solidFill>
                <a:srgbClr val="BCBCBC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</p:sldLayoutIdLst>
  <p:txStyles>
    <p:titleStyle>
      <a:lvl1pPr marL="0" indent="0" algn="ctr" defTabSz="914400" rtl="0">
        <a:lnSpc>
          <a:spcPct val="100000"/>
        </a:lnSpc>
        <a:spcBef>
          <a:spcPts val="0"/>
        </a:spcBef>
        <a:spcAft>
          <a:spcPts val="0"/>
        </a:spcAft>
        <a:buNone/>
        <a:defRPr lang="en-US" sz="4100" b="1" i="0">
          <a:solidFill>
            <a:schemeClr val="dk1"/>
          </a:solidFill>
          <a:latin typeface="Lucida Sans"/>
        </a:defRPr>
      </a:lvl1pPr>
      <a:lvl2pPr marL="0" indent="0" algn="ctr" defTabSz="914400" rtl="0">
        <a:lnSpc>
          <a:spcPct val="100000"/>
        </a:lnSpc>
        <a:spcBef>
          <a:spcPts val="0"/>
        </a:spcBef>
        <a:spcAft>
          <a:spcPts val="0"/>
        </a:spcAft>
        <a:buNone/>
        <a:defRPr lang="en-US" sz="4100" b="1" i="0">
          <a:solidFill>
            <a:schemeClr val="dk1"/>
          </a:solidFill>
          <a:latin typeface="Lucida Sans"/>
        </a:defRPr>
      </a:lvl2pPr>
      <a:lvl3pPr marL="0" indent="0" algn="ctr" defTabSz="914400" rtl="0">
        <a:lnSpc>
          <a:spcPct val="100000"/>
        </a:lnSpc>
        <a:spcBef>
          <a:spcPts val="0"/>
        </a:spcBef>
        <a:spcAft>
          <a:spcPts val="0"/>
        </a:spcAft>
        <a:buNone/>
        <a:defRPr lang="en-US" sz="4100" b="1" i="0">
          <a:solidFill>
            <a:schemeClr val="dk1"/>
          </a:solidFill>
          <a:latin typeface="Lucida Sans"/>
        </a:defRPr>
      </a:lvl3pPr>
      <a:lvl4pPr marL="0" indent="0" algn="ctr" defTabSz="914400" rtl="0">
        <a:lnSpc>
          <a:spcPct val="100000"/>
        </a:lnSpc>
        <a:spcBef>
          <a:spcPts val="0"/>
        </a:spcBef>
        <a:spcAft>
          <a:spcPts val="0"/>
        </a:spcAft>
        <a:buNone/>
        <a:defRPr lang="en-US" sz="4100" b="1" i="0">
          <a:solidFill>
            <a:schemeClr val="dk1"/>
          </a:solidFill>
          <a:latin typeface="Lucida Sans"/>
        </a:defRPr>
      </a:lvl4pPr>
      <a:lvl5pPr marL="0" indent="0" algn="ctr" defTabSz="914400" rtl="0">
        <a:lnSpc>
          <a:spcPct val="100000"/>
        </a:lnSpc>
        <a:spcBef>
          <a:spcPts val="0"/>
        </a:spcBef>
        <a:spcAft>
          <a:spcPts val="0"/>
        </a:spcAft>
        <a:buNone/>
        <a:defRPr lang="en-US" sz="4100" b="1" i="0">
          <a:solidFill>
            <a:schemeClr val="dk1"/>
          </a:solidFill>
          <a:latin typeface="Lucida Sans"/>
        </a:defRPr>
      </a:lvl5pPr>
      <a:lvl6pPr>
        <a:defRPr lang="en-US" sz="1800"/>
      </a:lvl6pPr>
      <a:lvl7pPr>
        <a:defRPr lang="en-US" sz="1800"/>
      </a:lvl7pPr>
      <a:lvl8pPr>
        <a:defRPr lang="en-US" sz="1800"/>
      </a:lvl8pPr>
      <a:lvl9pPr>
        <a:defRPr lang="en-US" sz="1800"/>
      </a:lvl9pPr>
    </p:titleStyle>
    <p:bodyStyle>
      <a:lvl1pPr marL="547370" indent="136525" algn="l" defTabSz="914400" rtl="0">
        <a:lnSpc>
          <a:spcPct val="100000"/>
        </a:lnSpc>
        <a:spcBef>
          <a:spcPts val="0"/>
        </a:spcBef>
        <a:spcAft>
          <a:spcPts val="0"/>
        </a:spcAft>
        <a:buClr>
          <a:srgbClr val="F9F9F9"/>
        </a:buClr>
        <a:buSzPct val="65000"/>
        <a:buFont typeface="Wingdings 2"/>
        <a:buChar char=""/>
        <a:defRPr lang="en-US" sz="2800" b="0" i="0">
          <a:solidFill>
            <a:schemeClr val="dk1"/>
          </a:solidFill>
          <a:latin typeface="Book Antiqua"/>
        </a:defRPr>
      </a:lvl1pPr>
      <a:lvl2pPr marL="868045" indent="585470" algn="l" defTabSz="914400" rtl="0">
        <a:lnSpc>
          <a:spcPct val="100000"/>
        </a:lnSpc>
        <a:spcBef>
          <a:spcPts val="0"/>
        </a:spcBef>
        <a:spcAft>
          <a:spcPts val="0"/>
        </a:spcAft>
        <a:buClr>
          <a:srgbClr val="FFFFFF"/>
        </a:buClr>
        <a:buSzPct val="80000"/>
        <a:buChar char=""/>
        <a:defRPr lang="en-US" sz="2400" b="0" i="0">
          <a:solidFill>
            <a:schemeClr val="dk1"/>
          </a:solidFill>
          <a:latin typeface="Book Antiqua"/>
        </a:defRPr>
      </a:lvl2pPr>
      <a:lvl3pPr marL="1133475" indent="904875" algn="l" defTabSz="914400" rtl="0">
        <a:lnSpc>
          <a:spcPct val="100000"/>
        </a:lnSpc>
        <a:spcBef>
          <a:spcPts val="0"/>
        </a:spcBef>
        <a:spcAft>
          <a:spcPts val="0"/>
        </a:spcAft>
        <a:buClr>
          <a:srgbClr val="FFFFFF"/>
        </a:buClr>
        <a:buSzPct val="95000"/>
        <a:buFont typeface="Wingdings"/>
        <a:buChar char=""/>
        <a:defRPr lang="en-US" sz="2200" b="0" i="0">
          <a:solidFill>
            <a:schemeClr val="dk1"/>
          </a:solidFill>
          <a:latin typeface="Book Antiqua"/>
        </a:defRPr>
      </a:lvl3pPr>
      <a:lvl4pPr marL="1352550" indent="1169670" algn="l" defTabSz="914400" rtl="0">
        <a:lnSpc>
          <a:spcPct val="100000"/>
        </a:lnSpc>
        <a:spcBef>
          <a:spcPts val="0"/>
        </a:spcBef>
        <a:spcAft>
          <a:spcPts val="0"/>
        </a:spcAft>
        <a:buClr>
          <a:srgbClr val="FFFFFF"/>
        </a:buClr>
        <a:buSzPct val="100000"/>
        <a:buFont typeface="Wingdings 3"/>
        <a:buChar char=""/>
        <a:defRPr lang="en-US" sz="2000" b="0" i="0">
          <a:solidFill>
            <a:schemeClr val="dk1"/>
          </a:solidFill>
          <a:latin typeface="Book Antiqua"/>
        </a:defRPr>
      </a:lvl4pPr>
      <a:lvl5pPr marL="1544320" indent="1362075" algn="l" defTabSz="914400" rtl="0">
        <a:lnSpc>
          <a:spcPct val="100000"/>
        </a:lnSpc>
        <a:spcBef>
          <a:spcPts val="0"/>
        </a:spcBef>
        <a:spcAft>
          <a:spcPts val="0"/>
        </a:spcAft>
        <a:buClr>
          <a:srgbClr val="FFFFFF"/>
        </a:buClr>
        <a:buSzPct val="100000"/>
        <a:buFont typeface="Wingdings 2"/>
        <a:buChar char=""/>
        <a:defRPr lang="en-US" sz="2000" b="0" i="0">
          <a:solidFill>
            <a:schemeClr val="dk1"/>
          </a:solidFill>
          <a:latin typeface="Book Antiqua"/>
        </a:defRPr>
      </a:lvl5pPr>
      <a:lvl6pPr>
        <a:defRPr lang="en-US" sz="1800"/>
      </a:lvl6pPr>
      <a:lvl7pPr>
        <a:defRPr lang="en-US" sz="1800"/>
      </a:lvl7pPr>
      <a:lvl8pPr>
        <a:defRPr lang="en-US" sz="1800"/>
      </a:lvl8pPr>
      <a:lvl9pPr>
        <a:defRPr lang="en-US" sz="1800"/>
      </a:lvl9pPr>
    </p:bodyStyle>
    <p:otherStyle>
      <a:lvl1pPr marL="0" indent="0" algn="l" defTabSz="914400" rtl="0">
        <a:lnSpc>
          <a:spcPct val="100000"/>
        </a:lnSpc>
        <a:spcBef>
          <a:spcPts val="0"/>
        </a:spcBef>
        <a:spcAft>
          <a:spcPts val="0"/>
        </a:spcAft>
        <a:buNone/>
        <a:defRPr lang="en-US" sz="1800" b="0" i="0">
          <a:solidFill>
            <a:schemeClr val="dk1"/>
          </a:solidFill>
          <a:latin typeface="Arial"/>
          <a:ea typeface="Arial"/>
        </a:defRPr>
      </a:lvl1pPr>
      <a:lvl2pPr marL="455295" indent="457200" algn="l" defTabSz="914400" rtl="0">
        <a:lnSpc>
          <a:spcPct val="100000"/>
        </a:lnSpc>
        <a:spcBef>
          <a:spcPts val="0"/>
        </a:spcBef>
        <a:spcAft>
          <a:spcPts val="0"/>
        </a:spcAft>
        <a:buNone/>
        <a:defRPr lang="en-US" sz="1800" b="0" i="0">
          <a:solidFill>
            <a:schemeClr val="dk1"/>
          </a:solidFill>
          <a:latin typeface="Arial"/>
          <a:ea typeface="Arial"/>
        </a:defRPr>
      </a:lvl2pPr>
      <a:lvl3pPr marL="912495" indent="914400" algn="l" defTabSz="914400" rtl="0">
        <a:lnSpc>
          <a:spcPct val="100000"/>
        </a:lnSpc>
        <a:spcBef>
          <a:spcPts val="0"/>
        </a:spcBef>
        <a:spcAft>
          <a:spcPts val="0"/>
        </a:spcAft>
        <a:buNone/>
        <a:defRPr lang="en-US" sz="1800" b="0" i="0">
          <a:solidFill>
            <a:schemeClr val="dk1"/>
          </a:solidFill>
          <a:latin typeface="Arial"/>
          <a:ea typeface="Arial"/>
        </a:defRPr>
      </a:lvl3pPr>
      <a:lvl4pPr marL="1369695" indent="1371600" algn="l" defTabSz="914400" rtl="0">
        <a:lnSpc>
          <a:spcPct val="100000"/>
        </a:lnSpc>
        <a:spcBef>
          <a:spcPts val="0"/>
        </a:spcBef>
        <a:spcAft>
          <a:spcPts val="0"/>
        </a:spcAft>
        <a:buNone/>
        <a:defRPr lang="en-US" sz="1800" b="0" i="0">
          <a:solidFill>
            <a:schemeClr val="dk1"/>
          </a:solidFill>
          <a:latin typeface="Arial"/>
          <a:ea typeface="Arial"/>
        </a:defRPr>
      </a:lvl4pPr>
      <a:lvl5pPr marL="1826895" indent="1828800" algn="l" defTabSz="914400" rtl="0">
        <a:lnSpc>
          <a:spcPct val="100000"/>
        </a:lnSpc>
        <a:spcBef>
          <a:spcPts val="0"/>
        </a:spcBef>
        <a:spcAft>
          <a:spcPts val="0"/>
        </a:spcAft>
        <a:buNone/>
        <a:defRPr lang="en-US" sz="1800" b="0" i="0">
          <a:solidFill>
            <a:schemeClr val="dk1"/>
          </a:solidFill>
          <a:latin typeface="Arial"/>
          <a:ea typeface="Arial"/>
        </a:defRPr>
      </a:lvl5pPr>
      <a:lvl6pPr>
        <a:defRPr lang="en-US" sz="1800"/>
      </a:lvl6pPr>
      <a:lvl7pPr>
        <a:defRPr lang="en-US" sz="1800"/>
      </a:lvl7pPr>
      <a:lvl8pPr>
        <a:defRPr lang="en-US" sz="1800"/>
      </a:lvl8pPr>
      <a:lvl9pPr>
        <a:defRPr lang="en-US" sz="1800"/>
      </a:lvl9pPr>
    </p:otherStyle>
  </p:txStyles>
</p:sldMaster>
</file>

<file path=ppt/slideMasters/slideMaster3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27673109" name="Title Placeholder 21"/>
          <p:cNvSpPr>
            <a:spLocks noGrp="1" noChangeShapeType="1"/>
          </p:cNvSpPr>
          <p:nvPr>
            <p:ph type="title"/>
          </p:nvPr>
        </p:nvSpPr>
        <p:spPr bwMode="auto">
          <a:xfrm>
            <a:off x="457200" y="274637"/>
            <a:ext cx="8229600" cy="1143000"/>
          </a:xfrm>
          <a:prstGeom prst="rect">
            <a:avLst/>
          </a:prstGeom>
          <a:noFill/>
        </p:spPr>
        <p:txBody>
          <a:bodyPr lIns="91440" tIns="45720" rIns="91440" bIns="45720" anchor="ctr" anchorCtr="0"/>
          <a:lstStyle/>
          <a:p>
            <a:pPr marL="0" lvl="0" indent="0">
              <a:spcBef>
                <a:spcPts val="0"/>
              </a:spcBef>
              <a:buNone/>
              <a:defRPr/>
            </a:pPr>
            <a:r>
              <a:t>Click to edit Master title style</a:t>
            </a:r>
          </a:p>
        </p:txBody>
      </p:sp>
      <p:sp>
        <p:nvSpPr>
          <p:cNvPr id="1631711510" name="Text Placeholder 12"/>
          <p:cNvSpPr>
            <a:spLocks noGrp="1" noChangeShapeType="1"/>
          </p:cNvSpPr>
          <p:nvPr>
            <p:ph type="body" idx="1"/>
          </p:nvPr>
        </p:nvSpPr>
        <p:spPr bwMode="auto">
          <a:xfrm>
            <a:off x="457200" y="1600200"/>
            <a:ext cx="8229600" cy="4708525"/>
          </a:xfrm>
          <a:prstGeom prst="rect">
            <a:avLst/>
          </a:prstGeom>
          <a:noFill/>
        </p:spPr>
        <p:txBody>
          <a:bodyPr lIns="91440" tIns="45720" rIns="91440" bIns="45720"/>
          <a:lstStyle>
            <a:lvl1pPr marL="547370" indent="136525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9F9F9"/>
              </a:buClr>
              <a:buSzPct val="65000"/>
              <a:buChar char=""/>
              <a:defRPr sz="2800" b="0" i="0">
                <a:solidFill>
                  <a:schemeClr val="dk1"/>
                </a:solidFill>
                <a:latin typeface="Book Antiqua"/>
              </a:defRPr>
            </a:lvl1pPr>
            <a:lvl2pPr marL="868045" indent="58547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80000"/>
              <a:buChar char=""/>
              <a:defRPr sz="2400" b="0" i="0">
                <a:solidFill>
                  <a:schemeClr val="dk1"/>
                </a:solidFill>
                <a:latin typeface="Book Antiqua"/>
              </a:defRPr>
            </a:lvl2pPr>
            <a:lvl3pPr marL="1133475" indent="904875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95000"/>
              <a:buChar char=""/>
              <a:defRPr sz="2200" b="0" i="0">
                <a:solidFill>
                  <a:schemeClr val="dk1"/>
                </a:solidFill>
                <a:latin typeface="Book Antiqua"/>
              </a:defRPr>
            </a:lvl3pPr>
            <a:lvl4pPr marL="1352550" indent="116967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00000"/>
              <a:buChar char=""/>
              <a:defRPr sz="2000" b="0" i="0">
                <a:solidFill>
                  <a:schemeClr val="dk1"/>
                </a:solidFill>
                <a:latin typeface="Book Antiqua"/>
              </a:defRPr>
            </a:lvl4pPr>
            <a:lvl5pPr marL="1544320" indent="1362075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00000"/>
              <a:buChar char=""/>
              <a:defRPr sz="2000" b="0" i="0">
                <a:solidFill>
                  <a:schemeClr val="dk1"/>
                </a:solidFill>
                <a:latin typeface="Book Antiqua"/>
              </a:defRPr>
            </a:lvl5pPr>
          </a:lstStyle>
          <a:p>
            <a:pPr marL="547370" lvl="0" indent="-410845">
              <a:spcBef>
                <a:spcPts val="0"/>
              </a:spcBef>
              <a:buClr>
                <a:srgbClr val="F9F9F9"/>
              </a:buClr>
              <a:buSzPct val="65000"/>
              <a:buFont typeface="Wingdings 2"/>
              <a:buChar char=""/>
              <a:defRPr/>
            </a:pPr>
            <a:r>
              <a:t>Click to edit Master text styles</a:t>
            </a:r>
          </a:p>
          <a:p>
            <a:pPr marL="868045" lvl="1" indent="-282575">
              <a:spcBef>
                <a:spcPts val="0"/>
              </a:spcBef>
              <a:buClr>
                <a:srgbClr val="FFFFFF"/>
              </a:buClr>
              <a:buSzPct val="80000"/>
              <a:buChar char=""/>
              <a:defRPr/>
            </a:pPr>
            <a:r>
              <a:t>Second level</a:t>
            </a:r>
          </a:p>
          <a:p>
            <a:pPr marL="1133475" lvl="2" indent="-228600">
              <a:spcBef>
                <a:spcPts val="0"/>
              </a:spcBef>
              <a:buClr>
                <a:srgbClr val="FFFFFF"/>
              </a:buClr>
              <a:buSzPct val="95000"/>
              <a:buFont typeface="Wingdings"/>
              <a:buChar char=""/>
              <a:defRPr/>
            </a:pPr>
            <a:r>
              <a:t>Third level</a:t>
            </a:r>
          </a:p>
          <a:p>
            <a:pPr marL="1352550" lvl="3" indent="-182880">
              <a:spcBef>
                <a:spcPts val="0"/>
              </a:spcBef>
              <a:buClr>
                <a:srgbClr val="FFFFFF"/>
              </a:buClr>
              <a:buSzPct val="100000"/>
              <a:buFont typeface="Wingdings 3"/>
              <a:buChar char=""/>
              <a:defRPr/>
            </a:pPr>
            <a:r>
              <a:t>Fourth level</a:t>
            </a:r>
          </a:p>
          <a:p>
            <a:pPr marL="1544320" lvl="4" indent="-182245">
              <a:spcBef>
                <a:spcPts val="0"/>
              </a:spcBef>
              <a:buClr>
                <a:srgbClr val="FFFFFF"/>
              </a:buClr>
              <a:buSzPct val="100000"/>
              <a:buFont typeface="Wingdings 2"/>
              <a:buChar char=""/>
              <a:defRPr/>
            </a:pPr>
            <a:r>
              <a:t>Fifth level</a:t>
            </a:r>
          </a:p>
        </p:txBody>
      </p:sp>
      <p:sp>
        <p:nvSpPr>
          <p:cNvPr id="202118281" name="Date Placeholder 13"/>
          <p:cNvSpPr>
            <a:spLocks noGrp="1" noChangeShapeType="1"/>
          </p:cNvSpPr>
          <p:nvPr>
            <p:ph type="dt" idx="2"/>
          </p:nvPr>
        </p:nvSpPr>
        <p:spPr bwMode="auto">
          <a:xfrm>
            <a:off x="457200" y="6416675"/>
            <a:ext cx="2133600" cy="365125"/>
          </a:xfrm>
          <a:prstGeom prst="rect">
            <a:avLst/>
          </a:prstGeom>
          <a:noFill/>
        </p:spPr>
        <p:txBody>
          <a:bodyPr lIns="91440" tIns="45720" rIns="91440" bIns="45720" anchor="b"/>
          <a:lstStyle/>
          <a:p>
            <a:pPr>
              <a:defRPr/>
            </a:pPr>
            <a:endParaRPr sz="1400"/>
          </a:p>
        </p:txBody>
      </p:sp>
      <p:sp>
        <p:nvSpPr>
          <p:cNvPr id="796511528" name="Footer Placeholder 2"/>
          <p:cNvSpPr>
            <a:spLocks noGrp="1" noChangeShapeType="1"/>
          </p:cNvSpPr>
          <p:nvPr>
            <p:ph type="ftr" idx="3"/>
          </p:nvPr>
        </p:nvSpPr>
        <p:spPr bwMode="auto">
          <a:xfrm>
            <a:off x="3124200" y="6416675"/>
            <a:ext cx="2895600" cy="365125"/>
          </a:xfrm>
          <a:prstGeom prst="rect">
            <a:avLst/>
          </a:prstGeom>
          <a:noFill/>
        </p:spPr>
        <p:txBody>
          <a:bodyPr lIns="91440" tIns="45720" rIns="91440" bIns="45720" anchor="b"/>
          <a:lstStyle/>
          <a:p>
            <a:pPr>
              <a:defRPr/>
            </a:pPr>
            <a:endParaRPr sz="1400"/>
          </a:p>
        </p:txBody>
      </p:sp>
      <p:sp>
        <p:nvSpPr>
          <p:cNvPr id="783680328" name="Slide Number Placeholder 22"/>
          <p:cNvSpPr>
            <a:spLocks noGrp="1" noChangeShapeType="1"/>
          </p:cNvSpPr>
          <p:nvPr>
            <p:ph type="sldNum" idx="4"/>
          </p:nvPr>
        </p:nvSpPr>
        <p:spPr bwMode="auto">
          <a:xfrm>
            <a:off x="7924800" y="6416675"/>
            <a:ext cx="762000" cy="365125"/>
          </a:xfrm>
          <a:prstGeom prst="rect">
            <a:avLst/>
          </a:prstGeom>
          <a:noFill/>
        </p:spPr>
        <p:txBody>
          <a:bodyPr lIns="0" tIns="45720" rIns="0" bIns="45720" anchor="b"/>
          <a:lstStyle>
            <a:lvl1pPr mar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Book Antiqua"/>
              </a:defRPr>
            </a:lvl1pPr>
            <a:lvl2pPr marL="457200" indent="4572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Book Antiqua"/>
              </a:defRPr>
            </a:lvl2pPr>
            <a:lvl3pPr marL="914400" indent="9144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Book Antiqua"/>
              </a:defRPr>
            </a:lvl3pPr>
            <a:lvl4pPr marL="1371600" indent="13716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Book Antiqua"/>
              </a:defRPr>
            </a:lvl4pPr>
            <a:lvl5pPr marL="1828800" indent="18288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Book Antiqua"/>
              </a:defRPr>
            </a:lvl5pPr>
          </a:lstStyle>
          <a:p>
            <a:pPr marL="0" lvl="0" indent="0" algn="r">
              <a:spcBef>
                <a:spcPts val="0"/>
              </a:spcBef>
              <a:buNone/>
              <a:defRPr/>
            </a:pPr>
            <a:fld id="{D038279B-FC19-497E-A7D1-5ADD9CAF016F}" type="slidenum">
              <a:rPr lang="en-GB" sz="1200" b="1" i="0" u="none">
                <a:solidFill>
                  <a:srgbClr val="BCBCBC"/>
                </a:solidFill>
              </a:rPr>
            </a:fld>
            <a:endParaRPr lang="en-GB" sz="1200" b="1" i="0" u="none">
              <a:solidFill>
                <a:srgbClr val="BCBCBC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6" r:id="rId1"/>
    <p:sldLayoutId id="2147483737" r:id="rId2"/>
  </p:sldLayoutIdLst>
  <p:txStyles>
    <p:titleStyle>
      <a:lvl1pPr marL="0" indent="0" algn="ctr" defTabSz="914400" rtl="0">
        <a:lnSpc>
          <a:spcPct val="100000"/>
        </a:lnSpc>
        <a:spcBef>
          <a:spcPts val="0"/>
        </a:spcBef>
        <a:spcAft>
          <a:spcPts val="0"/>
        </a:spcAft>
        <a:buNone/>
        <a:defRPr lang="en-US" sz="4100" b="1" i="0">
          <a:solidFill>
            <a:schemeClr val="dk1"/>
          </a:solidFill>
          <a:latin typeface="Lucida Sans"/>
        </a:defRPr>
      </a:lvl1pPr>
      <a:lvl2pPr marL="0" indent="0" algn="ctr" defTabSz="914400" rtl="0">
        <a:lnSpc>
          <a:spcPct val="100000"/>
        </a:lnSpc>
        <a:spcBef>
          <a:spcPts val="0"/>
        </a:spcBef>
        <a:spcAft>
          <a:spcPts val="0"/>
        </a:spcAft>
        <a:buNone/>
        <a:defRPr lang="en-US" sz="4100" b="1" i="0">
          <a:solidFill>
            <a:schemeClr val="dk1"/>
          </a:solidFill>
          <a:latin typeface="Lucida Sans"/>
        </a:defRPr>
      </a:lvl2pPr>
      <a:lvl3pPr marL="0" indent="0" algn="ctr" defTabSz="914400" rtl="0">
        <a:lnSpc>
          <a:spcPct val="100000"/>
        </a:lnSpc>
        <a:spcBef>
          <a:spcPts val="0"/>
        </a:spcBef>
        <a:spcAft>
          <a:spcPts val="0"/>
        </a:spcAft>
        <a:buNone/>
        <a:defRPr lang="en-US" sz="4100" b="1" i="0">
          <a:solidFill>
            <a:schemeClr val="dk1"/>
          </a:solidFill>
          <a:latin typeface="Lucida Sans"/>
        </a:defRPr>
      </a:lvl3pPr>
      <a:lvl4pPr marL="0" indent="0" algn="ctr" defTabSz="914400" rtl="0">
        <a:lnSpc>
          <a:spcPct val="100000"/>
        </a:lnSpc>
        <a:spcBef>
          <a:spcPts val="0"/>
        </a:spcBef>
        <a:spcAft>
          <a:spcPts val="0"/>
        </a:spcAft>
        <a:buNone/>
        <a:defRPr lang="en-US" sz="4100" b="1" i="0">
          <a:solidFill>
            <a:schemeClr val="dk1"/>
          </a:solidFill>
          <a:latin typeface="Lucida Sans"/>
        </a:defRPr>
      </a:lvl4pPr>
      <a:lvl5pPr marL="0" indent="0" algn="ctr" defTabSz="914400" rtl="0">
        <a:lnSpc>
          <a:spcPct val="100000"/>
        </a:lnSpc>
        <a:spcBef>
          <a:spcPts val="0"/>
        </a:spcBef>
        <a:spcAft>
          <a:spcPts val="0"/>
        </a:spcAft>
        <a:buNone/>
        <a:defRPr lang="en-US" sz="4100" b="1" i="0">
          <a:solidFill>
            <a:schemeClr val="dk1"/>
          </a:solidFill>
          <a:latin typeface="Lucida Sans"/>
        </a:defRPr>
      </a:lvl5pPr>
      <a:lvl6pPr>
        <a:defRPr lang="en-US" sz="1800"/>
      </a:lvl6pPr>
      <a:lvl7pPr>
        <a:defRPr lang="en-US" sz="1800"/>
      </a:lvl7pPr>
      <a:lvl8pPr>
        <a:defRPr lang="en-US" sz="1800"/>
      </a:lvl8pPr>
      <a:lvl9pPr>
        <a:defRPr lang="en-US" sz="1800"/>
      </a:lvl9pPr>
    </p:titleStyle>
    <p:bodyStyle>
      <a:lvl1pPr marL="547370" indent="136525" algn="l" defTabSz="914400" rtl="0">
        <a:lnSpc>
          <a:spcPct val="100000"/>
        </a:lnSpc>
        <a:spcBef>
          <a:spcPts val="0"/>
        </a:spcBef>
        <a:spcAft>
          <a:spcPts val="0"/>
        </a:spcAft>
        <a:buClr>
          <a:srgbClr val="F9F9F9"/>
        </a:buClr>
        <a:buSzPct val="65000"/>
        <a:buFont typeface="Wingdings 2"/>
        <a:buChar char=""/>
        <a:defRPr lang="en-US" sz="2800" b="0" i="0">
          <a:solidFill>
            <a:schemeClr val="dk1"/>
          </a:solidFill>
          <a:latin typeface="Book Antiqua"/>
        </a:defRPr>
      </a:lvl1pPr>
      <a:lvl2pPr marL="868045" indent="585470" algn="l" defTabSz="914400" rtl="0">
        <a:lnSpc>
          <a:spcPct val="100000"/>
        </a:lnSpc>
        <a:spcBef>
          <a:spcPts val="0"/>
        </a:spcBef>
        <a:spcAft>
          <a:spcPts val="0"/>
        </a:spcAft>
        <a:buClr>
          <a:srgbClr val="FFFFFF"/>
        </a:buClr>
        <a:buSzPct val="80000"/>
        <a:buChar char=""/>
        <a:defRPr lang="en-US" sz="2400" b="0" i="0">
          <a:solidFill>
            <a:schemeClr val="dk1"/>
          </a:solidFill>
          <a:latin typeface="Book Antiqua"/>
        </a:defRPr>
      </a:lvl2pPr>
      <a:lvl3pPr marL="1133475" indent="904875" algn="l" defTabSz="914400" rtl="0">
        <a:lnSpc>
          <a:spcPct val="100000"/>
        </a:lnSpc>
        <a:spcBef>
          <a:spcPts val="0"/>
        </a:spcBef>
        <a:spcAft>
          <a:spcPts val="0"/>
        </a:spcAft>
        <a:buClr>
          <a:srgbClr val="FFFFFF"/>
        </a:buClr>
        <a:buSzPct val="95000"/>
        <a:buFont typeface="Wingdings"/>
        <a:buChar char=""/>
        <a:defRPr lang="en-US" sz="2200" b="0" i="0">
          <a:solidFill>
            <a:schemeClr val="dk1"/>
          </a:solidFill>
          <a:latin typeface="Book Antiqua"/>
        </a:defRPr>
      </a:lvl3pPr>
      <a:lvl4pPr marL="1352550" indent="1169670" algn="l" defTabSz="914400" rtl="0">
        <a:lnSpc>
          <a:spcPct val="100000"/>
        </a:lnSpc>
        <a:spcBef>
          <a:spcPts val="0"/>
        </a:spcBef>
        <a:spcAft>
          <a:spcPts val="0"/>
        </a:spcAft>
        <a:buClr>
          <a:srgbClr val="FFFFFF"/>
        </a:buClr>
        <a:buSzPct val="100000"/>
        <a:buFont typeface="Wingdings 3"/>
        <a:buChar char=""/>
        <a:defRPr lang="en-US" sz="2000" b="0" i="0">
          <a:solidFill>
            <a:schemeClr val="dk1"/>
          </a:solidFill>
          <a:latin typeface="Book Antiqua"/>
        </a:defRPr>
      </a:lvl4pPr>
      <a:lvl5pPr marL="1544320" indent="1362075" algn="l" defTabSz="914400" rtl="0">
        <a:lnSpc>
          <a:spcPct val="100000"/>
        </a:lnSpc>
        <a:spcBef>
          <a:spcPts val="0"/>
        </a:spcBef>
        <a:spcAft>
          <a:spcPts val="0"/>
        </a:spcAft>
        <a:buClr>
          <a:srgbClr val="FFFFFF"/>
        </a:buClr>
        <a:buSzPct val="100000"/>
        <a:buFont typeface="Wingdings 2"/>
        <a:buChar char=""/>
        <a:defRPr lang="en-US" sz="2000" b="0" i="0">
          <a:solidFill>
            <a:schemeClr val="dk1"/>
          </a:solidFill>
          <a:latin typeface="Book Antiqua"/>
        </a:defRPr>
      </a:lvl5pPr>
      <a:lvl6pPr>
        <a:defRPr lang="en-US" sz="1800"/>
      </a:lvl6pPr>
      <a:lvl7pPr>
        <a:defRPr lang="en-US" sz="1800"/>
      </a:lvl7pPr>
      <a:lvl8pPr>
        <a:defRPr lang="en-US" sz="1800"/>
      </a:lvl8pPr>
      <a:lvl9pPr>
        <a:defRPr lang="en-US" sz="1800"/>
      </a:lvl9pPr>
    </p:bodyStyle>
    <p:otherStyle>
      <a:lvl1pPr marL="0" indent="0" algn="l" defTabSz="914400" rtl="0">
        <a:lnSpc>
          <a:spcPct val="100000"/>
        </a:lnSpc>
        <a:spcBef>
          <a:spcPts val="0"/>
        </a:spcBef>
        <a:spcAft>
          <a:spcPts val="0"/>
        </a:spcAft>
        <a:buNone/>
        <a:defRPr lang="en-US" sz="1800" b="0" i="0">
          <a:solidFill>
            <a:schemeClr val="dk1"/>
          </a:solidFill>
          <a:latin typeface="Arial"/>
          <a:ea typeface="Arial"/>
        </a:defRPr>
      </a:lvl1pPr>
      <a:lvl2pPr marL="455295" indent="457200" algn="l" defTabSz="914400" rtl="0">
        <a:lnSpc>
          <a:spcPct val="100000"/>
        </a:lnSpc>
        <a:spcBef>
          <a:spcPts val="0"/>
        </a:spcBef>
        <a:spcAft>
          <a:spcPts val="0"/>
        </a:spcAft>
        <a:buNone/>
        <a:defRPr lang="en-US" sz="1800" b="0" i="0">
          <a:solidFill>
            <a:schemeClr val="dk1"/>
          </a:solidFill>
          <a:latin typeface="Arial"/>
          <a:ea typeface="Arial"/>
        </a:defRPr>
      </a:lvl2pPr>
      <a:lvl3pPr marL="912495" indent="914400" algn="l" defTabSz="914400" rtl="0">
        <a:lnSpc>
          <a:spcPct val="100000"/>
        </a:lnSpc>
        <a:spcBef>
          <a:spcPts val="0"/>
        </a:spcBef>
        <a:spcAft>
          <a:spcPts val="0"/>
        </a:spcAft>
        <a:buNone/>
        <a:defRPr lang="en-US" sz="1800" b="0" i="0">
          <a:solidFill>
            <a:schemeClr val="dk1"/>
          </a:solidFill>
          <a:latin typeface="Arial"/>
          <a:ea typeface="Arial"/>
        </a:defRPr>
      </a:lvl3pPr>
      <a:lvl4pPr marL="1369695" indent="1371600" algn="l" defTabSz="914400" rtl="0">
        <a:lnSpc>
          <a:spcPct val="100000"/>
        </a:lnSpc>
        <a:spcBef>
          <a:spcPts val="0"/>
        </a:spcBef>
        <a:spcAft>
          <a:spcPts val="0"/>
        </a:spcAft>
        <a:buNone/>
        <a:defRPr lang="en-US" sz="1800" b="0" i="0">
          <a:solidFill>
            <a:schemeClr val="dk1"/>
          </a:solidFill>
          <a:latin typeface="Arial"/>
          <a:ea typeface="Arial"/>
        </a:defRPr>
      </a:lvl4pPr>
      <a:lvl5pPr marL="1826895" indent="1828800" algn="l" defTabSz="914400" rtl="0">
        <a:lnSpc>
          <a:spcPct val="100000"/>
        </a:lnSpc>
        <a:spcBef>
          <a:spcPts val="0"/>
        </a:spcBef>
        <a:spcAft>
          <a:spcPts val="0"/>
        </a:spcAft>
        <a:buNone/>
        <a:defRPr lang="en-US" sz="1800" b="0" i="0">
          <a:solidFill>
            <a:schemeClr val="dk1"/>
          </a:solidFill>
          <a:latin typeface="Arial"/>
          <a:ea typeface="Arial"/>
        </a:defRPr>
      </a:lvl5pPr>
      <a:lvl6pPr>
        <a:defRPr lang="en-US" sz="1800"/>
      </a:lvl6pPr>
      <a:lvl7pPr>
        <a:defRPr lang="en-US" sz="1800"/>
      </a:lvl7pPr>
      <a:lvl8pPr>
        <a:defRPr lang="en-US" sz="1800"/>
      </a:lvl8pPr>
      <a:lvl9pPr>
        <a:defRPr lang="en-US" sz="1800"/>
      </a:lvl9pPr>
    </p:otherStyle>
  </p:txStyles>
</p:sldMaster>
</file>

<file path=ppt/slideMasters/slideMaster3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5146173" name="Title Placeholder 21"/>
          <p:cNvSpPr>
            <a:spLocks noGrp="1" noChangeShapeType="1"/>
          </p:cNvSpPr>
          <p:nvPr>
            <p:ph type="title"/>
          </p:nvPr>
        </p:nvSpPr>
        <p:spPr bwMode="auto">
          <a:xfrm>
            <a:off x="457200" y="274637"/>
            <a:ext cx="8229600" cy="1143000"/>
          </a:xfrm>
          <a:prstGeom prst="rect">
            <a:avLst/>
          </a:prstGeom>
          <a:noFill/>
        </p:spPr>
        <p:txBody>
          <a:bodyPr lIns="91440" tIns="45720" rIns="91440" bIns="45720" anchor="ctr" anchorCtr="0"/>
          <a:lstStyle/>
          <a:p>
            <a:pPr marL="0" lvl="0" indent="0">
              <a:spcBef>
                <a:spcPts val="0"/>
              </a:spcBef>
              <a:buNone/>
              <a:defRPr/>
            </a:pPr>
            <a:r>
              <a:t>Click to edit Master title style</a:t>
            </a:r>
          </a:p>
        </p:txBody>
      </p:sp>
      <p:sp>
        <p:nvSpPr>
          <p:cNvPr id="535954993" name="Text Placeholder 12"/>
          <p:cNvSpPr>
            <a:spLocks noGrp="1" noChangeShapeType="1"/>
          </p:cNvSpPr>
          <p:nvPr>
            <p:ph type="body" idx="1"/>
          </p:nvPr>
        </p:nvSpPr>
        <p:spPr bwMode="auto">
          <a:xfrm>
            <a:off x="457200" y="1600200"/>
            <a:ext cx="8229600" cy="4708525"/>
          </a:xfrm>
          <a:prstGeom prst="rect">
            <a:avLst/>
          </a:prstGeom>
          <a:noFill/>
        </p:spPr>
        <p:txBody>
          <a:bodyPr lIns="91440" tIns="45720" rIns="91440" bIns="45720"/>
          <a:lstStyle>
            <a:lvl1pPr marL="547370" indent="136525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9F9F9"/>
              </a:buClr>
              <a:buSzPct val="65000"/>
              <a:buChar char=""/>
              <a:defRPr sz="2800" b="0" i="0">
                <a:solidFill>
                  <a:schemeClr val="dk1"/>
                </a:solidFill>
                <a:latin typeface="Book Antiqua"/>
              </a:defRPr>
            </a:lvl1pPr>
            <a:lvl2pPr marL="868045" indent="58547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80000"/>
              <a:buChar char=""/>
              <a:defRPr sz="2400" b="0" i="0">
                <a:solidFill>
                  <a:schemeClr val="dk1"/>
                </a:solidFill>
                <a:latin typeface="Book Antiqua"/>
              </a:defRPr>
            </a:lvl2pPr>
            <a:lvl3pPr marL="1133475" indent="904875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95000"/>
              <a:buChar char=""/>
              <a:defRPr sz="2200" b="0" i="0">
                <a:solidFill>
                  <a:schemeClr val="dk1"/>
                </a:solidFill>
                <a:latin typeface="Book Antiqua"/>
              </a:defRPr>
            </a:lvl3pPr>
            <a:lvl4pPr marL="1352550" indent="116967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00000"/>
              <a:buChar char=""/>
              <a:defRPr sz="2000" b="0" i="0">
                <a:solidFill>
                  <a:schemeClr val="dk1"/>
                </a:solidFill>
                <a:latin typeface="Book Antiqua"/>
              </a:defRPr>
            </a:lvl4pPr>
            <a:lvl5pPr marL="1544320" indent="1362075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00000"/>
              <a:buChar char=""/>
              <a:defRPr sz="2000" b="0" i="0">
                <a:solidFill>
                  <a:schemeClr val="dk1"/>
                </a:solidFill>
                <a:latin typeface="Book Antiqua"/>
              </a:defRPr>
            </a:lvl5pPr>
          </a:lstStyle>
          <a:p>
            <a:pPr marL="547370" lvl="0" indent="-410845">
              <a:spcBef>
                <a:spcPts val="0"/>
              </a:spcBef>
              <a:buClr>
                <a:srgbClr val="F9F9F9"/>
              </a:buClr>
              <a:buSzPct val="65000"/>
              <a:buFont typeface="Wingdings 2"/>
              <a:buChar char=""/>
              <a:defRPr/>
            </a:pPr>
            <a:r>
              <a:t>Click to edit Master text styles</a:t>
            </a:r>
          </a:p>
          <a:p>
            <a:pPr marL="868045" lvl="1" indent="-282575">
              <a:spcBef>
                <a:spcPts val="0"/>
              </a:spcBef>
              <a:buClr>
                <a:srgbClr val="FFFFFF"/>
              </a:buClr>
              <a:buSzPct val="80000"/>
              <a:buChar char=""/>
              <a:defRPr/>
            </a:pPr>
            <a:r>
              <a:t>Second level</a:t>
            </a:r>
          </a:p>
          <a:p>
            <a:pPr marL="1133475" lvl="2" indent="-228600">
              <a:spcBef>
                <a:spcPts val="0"/>
              </a:spcBef>
              <a:buClr>
                <a:srgbClr val="FFFFFF"/>
              </a:buClr>
              <a:buSzPct val="95000"/>
              <a:buFont typeface="Wingdings"/>
              <a:buChar char=""/>
              <a:defRPr/>
            </a:pPr>
            <a:r>
              <a:t>Third level</a:t>
            </a:r>
          </a:p>
          <a:p>
            <a:pPr marL="1352550" lvl="3" indent="-182880">
              <a:spcBef>
                <a:spcPts val="0"/>
              </a:spcBef>
              <a:buClr>
                <a:srgbClr val="FFFFFF"/>
              </a:buClr>
              <a:buSzPct val="100000"/>
              <a:buFont typeface="Wingdings 3"/>
              <a:buChar char=""/>
              <a:defRPr/>
            </a:pPr>
            <a:r>
              <a:t>Fourth level</a:t>
            </a:r>
          </a:p>
          <a:p>
            <a:pPr marL="1544320" lvl="4" indent="-182245">
              <a:spcBef>
                <a:spcPts val="0"/>
              </a:spcBef>
              <a:buClr>
                <a:srgbClr val="FFFFFF"/>
              </a:buClr>
              <a:buSzPct val="100000"/>
              <a:buFont typeface="Wingdings 2"/>
              <a:buChar char=""/>
              <a:defRPr/>
            </a:pPr>
            <a:r>
              <a:t>Fifth level</a:t>
            </a:r>
          </a:p>
        </p:txBody>
      </p:sp>
      <p:sp>
        <p:nvSpPr>
          <p:cNvPr id="1493369578" name="Date Placeholder 13"/>
          <p:cNvSpPr>
            <a:spLocks noGrp="1" noChangeShapeType="1"/>
          </p:cNvSpPr>
          <p:nvPr>
            <p:ph type="dt" idx="2"/>
          </p:nvPr>
        </p:nvSpPr>
        <p:spPr bwMode="auto">
          <a:xfrm>
            <a:off x="457200" y="6416675"/>
            <a:ext cx="2133600" cy="365125"/>
          </a:xfrm>
          <a:prstGeom prst="rect">
            <a:avLst/>
          </a:prstGeom>
          <a:noFill/>
        </p:spPr>
        <p:txBody>
          <a:bodyPr lIns="91440" tIns="45720" rIns="91440" bIns="45720" anchor="b"/>
          <a:lstStyle/>
          <a:p>
            <a:pPr>
              <a:defRPr/>
            </a:pPr>
            <a:endParaRPr sz="1400"/>
          </a:p>
        </p:txBody>
      </p:sp>
      <p:sp>
        <p:nvSpPr>
          <p:cNvPr id="867287506" name="Footer Placeholder 2"/>
          <p:cNvSpPr>
            <a:spLocks noGrp="1" noChangeShapeType="1"/>
          </p:cNvSpPr>
          <p:nvPr>
            <p:ph type="ftr" idx="3"/>
          </p:nvPr>
        </p:nvSpPr>
        <p:spPr bwMode="auto">
          <a:xfrm>
            <a:off x="3124200" y="6416675"/>
            <a:ext cx="2895600" cy="365125"/>
          </a:xfrm>
          <a:prstGeom prst="rect">
            <a:avLst/>
          </a:prstGeom>
          <a:noFill/>
        </p:spPr>
        <p:txBody>
          <a:bodyPr lIns="91440" tIns="45720" rIns="91440" bIns="45720" anchor="b"/>
          <a:lstStyle/>
          <a:p>
            <a:pPr>
              <a:defRPr/>
            </a:pPr>
            <a:endParaRPr sz="1400"/>
          </a:p>
        </p:txBody>
      </p:sp>
      <p:sp>
        <p:nvSpPr>
          <p:cNvPr id="853498420" name="Slide Number Placeholder 22"/>
          <p:cNvSpPr>
            <a:spLocks noGrp="1" noChangeShapeType="1"/>
          </p:cNvSpPr>
          <p:nvPr>
            <p:ph type="sldNum" idx="4"/>
          </p:nvPr>
        </p:nvSpPr>
        <p:spPr bwMode="auto">
          <a:xfrm>
            <a:off x="7924800" y="6416675"/>
            <a:ext cx="762000" cy="365125"/>
          </a:xfrm>
          <a:prstGeom prst="rect">
            <a:avLst/>
          </a:prstGeom>
          <a:noFill/>
        </p:spPr>
        <p:txBody>
          <a:bodyPr lIns="0" tIns="45720" rIns="0" bIns="45720" anchor="b"/>
          <a:lstStyle>
            <a:lvl1pPr mar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Book Antiqua"/>
              </a:defRPr>
            </a:lvl1pPr>
            <a:lvl2pPr marL="457200" indent="4572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Book Antiqua"/>
              </a:defRPr>
            </a:lvl2pPr>
            <a:lvl3pPr marL="914400" indent="9144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Book Antiqua"/>
              </a:defRPr>
            </a:lvl3pPr>
            <a:lvl4pPr marL="1371600" indent="13716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Book Antiqua"/>
              </a:defRPr>
            </a:lvl4pPr>
            <a:lvl5pPr marL="1828800" indent="18288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Book Antiqua"/>
              </a:defRPr>
            </a:lvl5pPr>
          </a:lstStyle>
          <a:p>
            <a:pPr marL="0" lvl="0" indent="0" algn="r">
              <a:spcBef>
                <a:spcPts val="0"/>
              </a:spcBef>
              <a:buNone/>
              <a:defRPr/>
            </a:pPr>
            <a:fld id="{D038279B-FC19-497E-A7D1-5ADD9CAF016F}" type="slidenum">
              <a:rPr lang="en-GB" sz="1200" b="1" i="0" u="none">
                <a:solidFill>
                  <a:srgbClr val="BCBCBC"/>
                </a:solidFill>
              </a:rPr>
            </a:fld>
            <a:endParaRPr lang="en-GB" sz="1200" b="1" i="0" u="none">
              <a:solidFill>
                <a:srgbClr val="BCBCBC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9" r:id="rId1"/>
    <p:sldLayoutId id="2147483740" r:id="rId2"/>
  </p:sldLayoutIdLst>
  <p:txStyles>
    <p:titleStyle>
      <a:lvl1pPr marL="0" indent="0" algn="ctr" defTabSz="914400" rtl="0">
        <a:lnSpc>
          <a:spcPct val="100000"/>
        </a:lnSpc>
        <a:spcBef>
          <a:spcPts val="0"/>
        </a:spcBef>
        <a:spcAft>
          <a:spcPts val="0"/>
        </a:spcAft>
        <a:buNone/>
        <a:defRPr lang="en-US" sz="4100" b="1" i="0">
          <a:solidFill>
            <a:schemeClr val="dk1"/>
          </a:solidFill>
          <a:latin typeface="Lucida Sans"/>
        </a:defRPr>
      </a:lvl1pPr>
      <a:lvl2pPr marL="0" indent="0" algn="ctr" defTabSz="914400" rtl="0">
        <a:lnSpc>
          <a:spcPct val="100000"/>
        </a:lnSpc>
        <a:spcBef>
          <a:spcPts val="0"/>
        </a:spcBef>
        <a:spcAft>
          <a:spcPts val="0"/>
        </a:spcAft>
        <a:buNone/>
        <a:defRPr lang="en-US" sz="4100" b="1" i="0">
          <a:solidFill>
            <a:schemeClr val="dk1"/>
          </a:solidFill>
          <a:latin typeface="Lucida Sans"/>
        </a:defRPr>
      </a:lvl2pPr>
      <a:lvl3pPr marL="0" indent="0" algn="ctr" defTabSz="914400" rtl="0">
        <a:lnSpc>
          <a:spcPct val="100000"/>
        </a:lnSpc>
        <a:spcBef>
          <a:spcPts val="0"/>
        </a:spcBef>
        <a:spcAft>
          <a:spcPts val="0"/>
        </a:spcAft>
        <a:buNone/>
        <a:defRPr lang="en-US" sz="4100" b="1" i="0">
          <a:solidFill>
            <a:schemeClr val="dk1"/>
          </a:solidFill>
          <a:latin typeface="Lucida Sans"/>
        </a:defRPr>
      </a:lvl3pPr>
      <a:lvl4pPr marL="0" indent="0" algn="ctr" defTabSz="914400" rtl="0">
        <a:lnSpc>
          <a:spcPct val="100000"/>
        </a:lnSpc>
        <a:spcBef>
          <a:spcPts val="0"/>
        </a:spcBef>
        <a:spcAft>
          <a:spcPts val="0"/>
        </a:spcAft>
        <a:buNone/>
        <a:defRPr lang="en-US" sz="4100" b="1" i="0">
          <a:solidFill>
            <a:schemeClr val="dk1"/>
          </a:solidFill>
          <a:latin typeface="Lucida Sans"/>
        </a:defRPr>
      </a:lvl4pPr>
      <a:lvl5pPr marL="0" indent="0" algn="ctr" defTabSz="914400" rtl="0">
        <a:lnSpc>
          <a:spcPct val="100000"/>
        </a:lnSpc>
        <a:spcBef>
          <a:spcPts val="0"/>
        </a:spcBef>
        <a:spcAft>
          <a:spcPts val="0"/>
        </a:spcAft>
        <a:buNone/>
        <a:defRPr lang="en-US" sz="4100" b="1" i="0">
          <a:solidFill>
            <a:schemeClr val="dk1"/>
          </a:solidFill>
          <a:latin typeface="Lucida Sans"/>
        </a:defRPr>
      </a:lvl5pPr>
      <a:lvl6pPr>
        <a:defRPr lang="en-US" sz="1800"/>
      </a:lvl6pPr>
      <a:lvl7pPr>
        <a:defRPr lang="en-US" sz="1800"/>
      </a:lvl7pPr>
      <a:lvl8pPr>
        <a:defRPr lang="en-US" sz="1800"/>
      </a:lvl8pPr>
      <a:lvl9pPr>
        <a:defRPr lang="en-US" sz="1800"/>
      </a:lvl9pPr>
    </p:titleStyle>
    <p:bodyStyle>
      <a:lvl1pPr marL="547370" indent="136525" algn="l" defTabSz="914400" rtl="0">
        <a:lnSpc>
          <a:spcPct val="100000"/>
        </a:lnSpc>
        <a:spcBef>
          <a:spcPts val="0"/>
        </a:spcBef>
        <a:spcAft>
          <a:spcPts val="0"/>
        </a:spcAft>
        <a:buClr>
          <a:srgbClr val="F9F9F9"/>
        </a:buClr>
        <a:buSzPct val="65000"/>
        <a:buFont typeface="Wingdings 2"/>
        <a:buChar char=""/>
        <a:defRPr lang="en-US" sz="2800" b="0" i="0">
          <a:solidFill>
            <a:schemeClr val="dk1"/>
          </a:solidFill>
          <a:latin typeface="Book Antiqua"/>
        </a:defRPr>
      </a:lvl1pPr>
      <a:lvl2pPr marL="868045" indent="585470" algn="l" defTabSz="914400" rtl="0">
        <a:lnSpc>
          <a:spcPct val="100000"/>
        </a:lnSpc>
        <a:spcBef>
          <a:spcPts val="0"/>
        </a:spcBef>
        <a:spcAft>
          <a:spcPts val="0"/>
        </a:spcAft>
        <a:buClr>
          <a:srgbClr val="FFFFFF"/>
        </a:buClr>
        <a:buSzPct val="80000"/>
        <a:buChar char=""/>
        <a:defRPr lang="en-US" sz="2400" b="0" i="0">
          <a:solidFill>
            <a:schemeClr val="dk1"/>
          </a:solidFill>
          <a:latin typeface="Book Antiqua"/>
        </a:defRPr>
      </a:lvl2pPr>
      <a:lvl3pPr marL="1133475" indent="904875" algn="l" defTabSz="914400" rtl="0">
        <a:lnSpc>
          <a:spcPct val="100000"/>
        </a:lnSpc>
        <a:spcBef>
          <a:spcPts val="0"/>
        </a:spcBef>
        <a:spcAft>
          <a:spcPts val="0"/>
        </a:spcAft>
        <a:buClr>
          <a:srgbClr val="FFFFFF"/>
        </a:buClr>
        <a:buSzPct val="95000"/>
        <a:buFont typeface="Wingdings"/>
        <a:buChar char=""/>
        <a:defRPr lang="en-US" sz="2200" b="0" i="0">
          <a:solidFill>
            <a:schemeClr val="dk1"/>
          </a:solidFill>
          <a:latin typeface="Book Antiqua"/>
        </a:defRPr>
      </a:lvl3pPr>
      <a:lvl4pPr marL="1352550" indent="1169670" algn="l" defTabSz="914400" rtl="0">
        <a:lnSpc>
          <a:spcPct val="100000"/>
        </a:lnSpc>
        <a:spcBef>
          <a:spcPts val="0"/>
        </a:spcBef>
        <a:spcAft>
          <a:spcPts val="0"/>
        </a:spcAft>
        <a:buClr>
          <a:srgbClr val="FFFFFF"/>
        </a:buClr>
        <a:buSzPct val="100000"/>
        <a:buFont typeface="Wingdings 3"/>
        <a:buChar char=""/>
        <a:defRPr lang="en-US" sz="2000" b="0" i="0">
          <a:solidFill>
            <a:schemeClr val="dk1"/>
          </a:solidFill>
          <a:latin typeface="Book Antiqua"/>
        </a:defRPr>
      </a:lvl4pPr>
      <a:lvl5pPr marL="1544320" indent="1362075" algn="l" defTabSz="914400" rtl="0">
        <a:lnSpc>
          <a:spcPct val="100000"/>
        </a:lnSpc>
        <a:spcBef>
          <a:spcPts val="0"/>
        </a:spcBef>
        <a:spcAft>
          <a:spcPts val="0"/>
        </a:spcAft>
        <a:buClr>
          <a:srgbClr val="FFFFFF"/>
        </a:buClr>
        <a:buSzPct val="100000"/>
        <a:buFont typeface="Wingdings 2"/>
        <a:buChar char=""/>
        <a:defRPr lang="en-US" sz="2000" b="0" i="0">
          <a:solidFill>
            <a:schemeClr val="dk1"/>
          </a:solidFill>
          <a:latin typeface="Book Antiqua"/>
        </a:defRPr>
      </a:lvl5pPr>
      <a:lvl6pPr>
        <a:defRPr lang="en-US" sz="1800"/>
      </a:lvl6pPr>
      <a:lvl7pPr>
        <a:defRPr lang="en-US" sz="1800"/>
      </a:lvl7pPr>
      <a:lvl8pPr>
        <a:defRPr lang="en-US" sz="1800"/>
      </a:lvl8pPr>
      <a:lvl9pPr>
        <a:defRPr lang="en-US" sz="1800"/>
      </a:lvl9pPr>
    </p:bodyStyle>
    <p:otherStyle>
      <a:lvl1pPr marL="0" indent="0" algn="l" defTabSz="914400" rtl="0">
        <a:lnSpc>
          <a:spcPct val="100000"/>
        </a:lnSpc>
        <a:spcBef>
          <a:spcPts val="0"/>
        </a:spcBef>
        <a:spcAft>
          <a:spcPts val="0"/>
        </a:spcAft>
        <a:buNone/>
        <a:defRPr lang="en-US" sz="1800" b="0" i="0">
          <a:solidFill>
            <a:schemeClr val="dk1"/>
          </a:solidFill>
          <a:latin typeface="Arial"/>
          <a:ea typeface="Arial"/>
        </a:defRPr>
      </a:lvl1pPr>
      <a:lvl2pPr marL="455295" indent="457200" algn="l" defTabSz="914400" rtl="0">
        <a:lnSpc>
          <a:spcPct val="100000"/>
        </a:lnSpc>
        <a:spcBef>
          <a:spcPts val="0"/>
        </a:spcBef>
        <a:spcAft>
          <a:spcPts val="0"/>
        </a:spcAft>
        <a:buNone/>
        <a:defRPr lang="en-US" sz="1800" b="0" i="0">
          <a:solidFill>
            <a:schemeClr val="dk1"/>
          </a:solidFill>
          <a:latin typeface="Arial"/>
          <a:ea typeface="Arial"/>
        </a:defRPr>
      </a:lvl2pPr>
      <a:lvl3pPr marL="912495" indent="914400" algn="l" defTabSz="914400" rtl="0">
        <a:lnSpc>
          <a:spcPct val="100000"/>
        </a:lnSpc>
        <a:spcBef>
          <a:spcPts val="0"/>
        </a:spcBef>
        <a:spcAft>
          <a:spcPts val="0"/>
        </a:spcAft>
        <a:buNone/>
        <a:defRPr lang="en-US" sz="1800" b="0" i="0">
          <a:solidFill>
            <a:schemeClr val="dk1"/>
          </a:solidFill>
          <a:latin typeface="Arial"/>
          <a:ea typeface="Arial"/>
        </a:defRPr>
      </a:lvl3pPr>
      <a:lvl4pPr marL="1369695" indent="1371600" algn="l" defTabSz="914400" rtl="0">
        <a:lnSpc>
          <a:spcPct val="100000"/>
        </a:lnSpc>
        <a:spcBef>
          <a:spcPts val="0"/>
        </a:spcBef>
        <a:spcAft>
          <a:spcPts val="0"/>
        </a:spcAft>
        <a:buNone/>
        <a:defRPr lang="en-US" sz="1800" b="0" i="0">
          <a:solidFill>
            <a:schemeClr val="dk1"/>
          </a:solidFill>
          <a:latin typeface="Arial"/>
          <a:ea typeface="Arial"/>
        </a:defRPr>
      </a:lvl4pPr>
      <a:lvl5pPr marL="1826895" indent="1828800" algn="l" defTabSz="914400" rtl="0">
        <a:lnSpc>
          <a:spcPct val="100000"/>
        </a:lnSpc>
        <a:spcBef>
          <a:spcPts val="0"/>
        </a:spcBef>
        <a:spcAft>
          <a:spcPts val="0"/>
        </a:spcAft>
        <a:buNone/>
        <a:defRPr lang="en-US" sz="1800" b="0" i="0">
          <a:solidFill>
            <a:schemeClr val="dk1"/>
          </a:solidFill>
          <a:latin typeface="Arial"/>
          <a:ea typeface="Arial"/>
        </a:defRPr>
      </a:lvl5pPr>
      <a:lvl6pPr>
        <a:defRPr lang="en-US" sz="1800"/>
      </a:lvl6pPr>
      <a:lvl7pPr>
        <a:defRPr lang="en-US" sz="1800"/>
      </a:lvl7pPr>
      <a:lvl8pPr>
        <a:defRPr lang="en-US" sz="1800"/>
      </a:lvl8pPr>
      <a:lvl9pPr>
        <a:defRPr lang="en-US" sz="1800"/>
      </a:lvl9pPr>
    </p:otherStyle>
  </p:txStyles>
</p:sldMaster>
</file>

<file path=ppt/slideMasters/slideMaster3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47151476" name="Title Placeholder 21"/>
          <p:cNvSpPr>
            <a:spLocks noGrp="1" noChangeShapeType="1"/>
          </p:cNvSpPr>
          <p:nvPr>
            <p:ph type="title"/>
          </p:nvPr>
        </p:nvSpPr>
        <p:spPr bwMode="auto">
          <a:xfrm>
            <a:off x="457200" y="274637"/>
            <a:ext cx="8229600" cy="1143000"/>
          </a:xfrm>
          <a:prstGeom prst="rect">
            <a:avLst/>
          </a:prstGeom>
          <a:noFill/>
        </p:spPr>
        <p:txBody>
          <a:bodyPr lIns="91440" tIns="45720" rIns="91440" bIns="45720" anchor="ctr" anchorCtr="0"/>
          <a:lstStyle/>
          <a:p>
            <a:pPr marL="0" lvl="0" indent="0">
              <a:spcBef>
                <a:spcPts val="0"/>
              </a:spcBef>
              <a:buNone/>
              <a:defRPr/>
            </a:pPr>
            <a:r>
              <a:t>Click to edit Master title style</a:t>
            </a:r>
          </a:p>
        </p:txBody>
      </p:sp>
      <p:sp>
        <p:nvSpPr>
          <p:cNvPr id="1167257206" name="Text Placeholder 12"/>
          <p:cNvSpPr>
            <a:spLocks noGrp="1" noChangeShapeType="1"/>
          </p:cNvSpPr>
          <p:nvPr>
            <p:ph type="body" idx="1"/>
          </p:nvPr>
        </p:nvSpPr>
        <p:spPr bwMode="auto">
          <a:xfrm>
            <a:off x="457200" y="1600200"/>
            <a:ext cx="8229600" cy="4708525"/>
          </a:xfrm>
          <a:prstGeom prst="rect">
            <a:avLst/>
          </a:prstGeom>
          <a:noFill/>
        </p:spPr>
        <p:txBody>
          <a:bodyPr lIns="91440" tIns="45720" rIns="91440" bIns="45720"/>
          <a:lstStyle>
            <a:lvl1pPr marL="547370" indent="136525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9F9F9"/>
              </a:buClr>
              <a:buSzPct val="65000"/>
              <a:buChar char=""/>
              <a:defRPr sz="2800" b="0" i="0">
                <a:solidFill>
                  <a:schemeClr val="dk1"/>
                </a:solidFill>
                <a:latin typeface="Book Antiqua"/>
              </a:defRPr>
            </a:lvl1pPr>
            <a:lvl2pPr marL="868045" indent="58547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80000"/>
              <a:buChar char=""/>
              <a:defRPr sz="2400" b="0" i="0">
                <a:solidFill>
                  <a:schemeClr val="dk1"/>
                </a:solidFill>
                <a:latin typeface="Book Antiqua"/>
              </a:defRPr>
            </a:lvl2pPr>
            <a:lvl3pPr marL="1133475" indent="904875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95000"/>
              <a:buChar char=""/>
              <a:defRPr sz="2200" b="0" i="0">
                <a:solidFill>
                  <a:schemeClr val="dk1"/>
                </a:solidFill>
                <a:latin typeface="Book Antiqua"/>
              </a:defRPr>
            </a:lvl3pPr>
            <a:lvl4pPr marL="1352550" indent="116967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00000"/>
              <a:buChar char=""/>
              <a:defRPr sz="2000" b="0" i="0">
                <a:solidFill>
                  <a:schemeClr val="dk1"/>
                </a:solidFill>
                <a:latin typeface="Book Antiqua"/>
              </a:defRPr>
            </a:lvl4pPr>
            <a:lvl5pPr marL="1544320" indent="1362075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00000"/>
              <a:buChar char=""/>
              <a:defRPr sz="2000" b="0" i="0">
                <a:solidFill>
                  <a:schemeClr val="dk1"/>
                </a:solidFill>
                <a:latin typeface="Book Antiqua"/>
              </a:defRPr>
            </a:lvl5pPr>
          </a:lstStyle>
          <a:p>
            <a:pPr marL="547370" lvl="0" indent="-410845">
              <a:spcBef>
                <a:spcPts val="0"/>
              </a:spcBef>
              <a:buClr>
                <a:srgbClr val="F9F9F9"/>
              </a:buClr>
              <a:buSzPct val="65000"/>
              <a:buFont typeface="Wingdings 2"/>
              <a:buChar char=""/>
              <a:defRPr/>
            </a:pPr>
            <a:r>
              <a:t>Click to edit Master text styles</a:t>
            </a:r>
          </a:p>
          <a:p>
            <a:pPr marL="868045" lvl="1" indent="-282575">
              <a:spcBef>
                <a:spcPts val="0"/>
              </a:spcBef>
              <a:buClr>
                <a:srgbClr val="FFFFFF"/>
              </a:buClr>
              <a:buSzPct val="80000"/>
              <a:buChar char=""/>
              <a:defRPr/>
            </a:pPr>
            <a:r>
              <a:t>Second level</a:t>
            </a:r>
          </a:p>
          <a:p>
            <a:pPr marL="1133475" lvl="2" indent="-228600">
              <a:spcBef>
                <a:spcPts val="0"/>
              </a:spcBef>
              <a:buClr>
                <a:srgbClr val="FFFFFF"/>
              </a:buClr>
              <a:buSzPct val="95000"/>
              <a:buFont typeface="Wingdings"/>
              <a:buChar char=""/>
              <a:defRPr/>
            </a:pPr>
            <a:r>
              <a:t>Third level</a:t>
            </a:r>
          </a:p>
          <a:p>
            <a:pPr marL="1352550" lvl="3" indent="-182880">
              <a:spcBef>
                <a:spcPts val="0"/>
              </a:spcBef>
              <a:buClr>
                <a:srgbClr val="FFFFFF"/>
              </a:buClr>
              <a:buSzPct val="100000"/>
              <a:buFont typeface="Wingdings 3"/>
              <a:buChar char=""/>
              <a:defRPr/>
            </a:pPr>
            <a:r>
              <a:t>Fourth level</a:t>
            </a:r>
          </a:p>
          <a:p>
            <a:pPr marL="1544320" lvl="4" indent="-182245">
              <a:spcBef>
                <a:spcPts val="0"/>
              </a:spcBef>
              <a:buClr>
                <a:srgbClr val="FFFFFF"/>
              </a:buClr>
              <a:buSzPct val="100000"/>
              <a:buFont typeface="Wingdings 2"/>
              <a:buChar char=""/>
              <a:defRPr/>
            </a:pPr>
            <a:r>
              <a:t>Fifth level</a:t>
            </a:r>
          </a:p>
        </p:txBody>
      </p:sp>
      <p:sp>
        <p:nvSpPr>
          <p:cNvPr id="87854331" name="Date Placeholder 13"/>
          <p:cNvSpPr>
            <a:spLocks noGrp="1" noChangeShapeType="1"/>
          </p:cNvSpPr>
          <p:nvPr>
            <p:ph type="dt" idx="2"/>
          </p:nvPr>
        </p:nvSpPr>
        <p:spPr bwMode="auto">
          <a:xfrm>
            <a:off x="457200" y="6416675"/>
            <a:ext cx="2133600" cy="365125"/>
          </a:xfrm>
          <a:prstGeom prst="rect">
            <a:avLst/>
          </a:prstGeom>
          <a:noFill/>
        </p:spPr>
        <p:txBody>
          <a:bodyPr lIns="91440" tIns="45720" rIns="91440" bIns="45720" anchor="b"/>
          <a:lstStyle/>
          <a:p>
            <a:pPr>
              <a:defRPr/>
            </a:pPr>
            <a:endParaRPr sz="1400"/>
          </a:p>
        </p:txBody>
      </p:sp>
      <p:sp>
        <p:nvSpPr>
          <p:cNvPr id="1263873634" name="Footer Placeholder 2"/>
          <p:cNvSpPr>
            <a:spLocks noGrp="1" noChangeShapeType="1"/>
          </p:cNvSpPr>
          <p:nvPr>
            <p:ph type="ftr" idx="3"/>
          </p:nvPr>
        </p:nvSpPr>
        <p:spPr bwMode="auto">
          <a:xfrm>
            <a:off x="3124200" y="6416675"/>
            <a:ext cx="2895600" cy="365125"/>
          </a:xfrm>
          <a:prstGeom prst="rect">
            <a:avLst/>
          </a:prstGeom>
          <a:noFill/>
        </p:spPr>
        <p:txBody>
          <a:bodyPr lIns="91440" tIns="45720" rIns="91440" bIns="45720" anchor="b"/>
          <a:lstStyle/>
          <a:p>
            <a:pPr>
              <a:defRPr/>
            </a:pPr>
            <a:endParaRPr sz="1400"/>
          </a:p>
        </p:txBody>
      </p:sp>
      <p:sp>
        <p:nvSpPr>
          <p:cNvPr id="1926206499" name="Slide Number Placeholder 22"/>
          <p:cNvSpPr>
            <a:spLocks noGrp="1" noChangeShapeType="1"/>
          </p:cNvSpPr>
          <p:nvPr>
            <p:ph type="sldNum" idx="4"/>
          </p:nvPr>
        </p:nvSpPr>
        <p:spPr bwMode="auto">
          <a:xfrm>
            <a:off x="7924800" y="6416675"/>
            <a:ext cx="762000" cy="365125"/>
          </a:xfrm>
          <a:prstGeom prst="rect">
            <a:avLst/>
          </a:prstGeom>
          <a:noFill/>
        </p:spPr>
        <p:txBody>
          <a:bodyPr lIns="0" tIns="45720" rIns="0" bIns="45720" anchor="b"/>
          <a:lstStyle>
            <a:lvl1pPr mar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Book Antiqua"/>
              </a:defRPr>
            </a:lvl1pPr>
            <a:lvl2pPr marL="457200" indent="4572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Book Antiqua"/>
              </a:defRPr>
            </a:lvl2pPr>
            <a:lvl3pPr marL="914400" indent="9144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Book Antiqua"/>
              </a:defRPr>
            </a:lvl3pPr>
            <a:lvl4pPr marL="1371600" indent="13716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Book Antiqua"/>
              </a:defRPr>
            </a:lvl4pPr>
            <a:lvl5pPr marL="1828800" indent="18288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Book Antiqua"/>
              </a:defRPr>
            </a:lvl5pPr>
          </a:lstStyle>
          <a:p>
            <a:pPr marL="0" lvl="0" indent="0" algn="r">
              <a:spcBef>
                <a:spcPts val="0"/>
              </a:spcBef>
              <a:buNone/>
              <a:defRPr/>
            </a:pPr>
            <a:fld id="{D038279B-FC19-497E-A7D1-5ADD9CAF016F}" type="slidenum">
              <a:rPr lang="en-GB" sz="1200" b="1" i="0" u="none">
                <a:solidFill>
                  <a:srgbClr val="BCBCBC"/>
                </a:solidFill>
              </a:rPr>
            </a:fld>
            <a:endParaRPr lang="en-GB" sz="1200" b="1" i="0" u="none">
              <a:solidFill>
                <a:srgbClr val="BCBCBC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42" r:id="rId1"/>
    <p:sldLayoutId id="2147483743" r:id="rId2"/>
  </p:sldLayoutIdLst>
  <p:txStyles>
    <p:titleStyle>
      <a:lvl1pPr marL="0" indent="0" algn="ctr" defTabSz="914400" rtl="0">
        <a:lnSpc>
          <a:spcPct val="100000"/>
        </a:lnSpc>
        <a:spcBef>
          <a:spcPts val="0"/>
        </a:spcBef>
        <a:spcAft>
          <a:spcPts val="0"/>
        </a:spcAft>
        <a:buNone/>
        <a:defRPr lang="en-US" sz="4100" b="1" i="0">
          <a:solidFill>
            <a:schemeClr val="dk1"/>
          </a:solidFill>
          <a:latin typeface="Lucida Sans"/>
        </a:defRPr>
      </a:lvl1pPr>
      <a:lvl2pPr marL="0" indent="0" algn="ctr" defTabSz="914400" rtl="0">
        <a:lnSpc>
          <a:spcPct val="100000"/>
        </a:lnSpc>
        <a:spcBef>
          <a:spcPts val="0"/>
        </a:spcBef>
        <a:spcAft>
          <a:spcPts val="0"/>
        </a:spcAft>
        <a:buNone/>
        <a:defRPr lang="en-US" sz="4100" b="1" i="0">
          <a:solidFill>
            <a:schemeClr val="dk1"/>
          </a:solidFill>
          <a:latin typeface="Lucida Sans"/>
        </a:defRPr>
      </a:lvl2pPr>
      <a:lvl3pPr marL="0" indent="0" algn="ctr" defTabSz="914400" rtl="0">
        <a:lnSpc>
          <a:spcPct val="100000"/>
        </a:lnSpc>
        <a:spcBef>
          <a:spcPts val="0"/>
        </a:spcBef>
        <a:spcAft>
          <a:spcPts val="0"/>
        </a:spcAft>
        <a:buNone/>
        <a:defRPr lang="en-US" sz="4100" b="1" i="0">
          <a:solidFill>
            <a:schemeClr val="dk1"/>
          </a:solidFill>
          <a:latin typeface="Lucida Sans"/>
        </a:defRPr>
      </a:lvl3pPr>
      <a:lvl4pPr marL="0" indent="0" algn="ctr" defTabSz="914400" rtl="0">
        <a:lnSpc>
          <a:spcPct val="100000"/>
        </a:lnSpc>
        <a:spcBef>
          <a:spcPts val="0"/>
        </a:spcBef>
        <a:spcAft>
          <a:spcPts val="0"/>
        </a:spcAft>
        <a:buNone/>
        <a:defRPr lang="en-US" sz="4100" b="1" i="0">
          <a:solidFill>
            <a:schemeClr val="dk1"/>
          </a:solidFill>
          <a:latin typeface="Lucida Sans"/>
        </a:defRPr>
      </a:lvl4pPr>
      <a:lvl5pPr marL="0" indent="0" algn="ctr" defTabSz="914400" rtl="0">
        <a:lnSpc>
          <a:spcPct val="100000"/>
        </a:lnSpc>
        <a:spcBef>
          <a:spcPts val="0"/>
        </a:spcBef>
        <a:spcAft>
          <a:spcPts val="0"/>
        </a:spcAft>
        <a:buNone/>
        <a:defRPr lang="en-US" sz="4100" b="1" i="0">
          <a:solidFill>
            <a:schemeClr val="dk1"/>
          </a:solidFill>
          <a:latin typeface="Lucida Sans"/>
        </a:defRPr>
      </a:lvl5pPr>
      <a:lvl6pPr>
        <a:defRPr lang="en-US" sz="1800"/>
      </a:lvl6pPr>
      <a:lvl7pPr>
        <a:defRPr lang="en-US" sz="1800"/>
      </a:lvl7pPr>
      <a:lvl8pPr>
        <a:defRPr lang="en-US" sz="1800"/>
      </a:lvl8pPr>
      <a:lvl9pPr>
        <a:defRPr lang="en-US" sz="1800"/>
      </a:lvl9pPr>
    </p:titleStyle>
    <p:bodyStyle>
      <a:lvl1pPr marL="547370" indent="136525" algn="l" defTabSz="914400" rtl="0">
        <a:lnSpc>
          <a:spcPct val="100000"/>
        </a:lnSpc>
        <a:spcBef>
          <a:spcPts val="0"/>
        </a:spcBef>
        <a:spcAft>
          <a:spcPts val="0"/>
        </a:spcAft>
        <a:buClr>
          <a:srgbClr val="F9F9F9"/>
        </a:buClr>
        <a:buSzPct val="65000"/>
        <a:buFont typeface="Wingdings 2"/>
        <a:buChar char=""/>
        <a:defRPr lang="en-US" sz="2800" b="0" i="0">
          <a:solidFill>
            <a:schemeClr val="dk1"/>
          </a:solidFill>
          <a:latin typeface="Book Antiqua"/>
        </a:defRPr>
      </a:lvl1pPr>
      <a:lvl2pPr marL="868045" indent="585470" algn="l" defTabSz="914400" rtl="0">
        <a:lnSpc>
          <a:spcPct val="100000"/>
        </a:lnSpc>
        <a:spcBef>
          <a:spcPts val="0"/>
        </a:spcBef>
        <a:spcAft>
          <a:spcPts val="0"/>
        </a:spcAft>
        <a:buClr>
          <a:srgbClr val="FFFFFF"/>
        </a:buClr>
        <a:buSzPct val="80000"/>
        <a:buChar char=""/>
        <a:defRPr lang="en-US" sz="2400" b="0" i="0">
          <a:solidFill>
            <a:schemeClr val="dk1"/>
          </a:solidFill>
          <a:latin typeface="Book Antiqua"/>
        </a:defRPr>
      </a:lvl2pPr>
      <a:lvl3pPr marL="1133475" indent="904875" algn="l" defTabSz="914400" rtl="0">
        <a:lnSpc>
          <a:spcPct val="100000"/>
        </a:lnSpc>
        <a:spcBef>
          <a:spcPts val="0"/>
        </a:spcBef>
        <a:spcAft>
          <a:spcPts val="0"/>
        </a:spcAft>
        <a:buClr>
          <a:srgbClr val="FFFFFF"/>
        </a:buClr>
        <a:buSzPct val="95000"/>
        <a:buFont typeface="Wingdings"/>
        <a:buChar char=""/>
        <a:defRPr lang="en-US" sz="2200" b="0" i="0">
          <a:solidFill>
            <a:schemeClr val="dk1"/>
          </a:solidFill>
          <a:latin typeface="Book Antiqua"/>
        </a:defRPr>
      </a:lvl3pPr>
      <a:lvl4pPr marL="1352550" indent="1169670" algn="l" defTabSz="914400" rtl="0">
        <a:lnSpc>
          <a:spcPct val="100000"/>
        </a:lnSpc>
        <a:spcBef>
          <a:spcPts val="0"/>
        </a:spcBef>
        <a:spcAft>
          <a:spcPts val="0"/>
        </a:spcAft>
        <a:buClr>
          <a:srgbClr val="FFFFFF"/>
        </a:buClr>
        <a:buSzPct val="100000"/>
        <a:buFont typeface="Wingdings 3"/>
        <a:buChar char=""/>
        <a:defRPr lang="en-US" sz="2000" b="0" i="0">
          <a:solidFill>
            <a:schemeClr val="dk1"/>
          </a:solidFill>
          <a:latin typeface="Book Antiqua"/>
        </a:defRPr>
      </a:lvl4pPr>
      <a:lvl5pPr marL="1544320" indent="1362075" algn="l" defTabSz="914400" rtl="0">
        <a:lnSpc>
          <a:spcPct val="100000"/>
        </a:lnSpc>
        <a:spcBef>
          <a:spcPts val="0"/>
        </a:spcBef>
        <a:spcAft>
          <a:spcPts val="0"/>
        </a:spcAft>
        <a:buClr>
          <a:srgbClr val="FFFFFF"/>
        </a:buClr>
        <a:buSzPct val="100000"/>
        <a:buFont typeface="Wingdings 2"/>
        <a:buChar char=""/>
        <a:defRPr lang="en-US" sz="2000" b="0" i="0">
          <a:solidFill>
            <a:schemeClr val="dk1"/>
          </a:solidFill>
          <a:latin typeface="Book Antiqua"/>
        </a:defRPr>
      </a:lvl5pPr>
      <a:lvl6pPr>
        <a:defRPr lang="en-US" sz="1800"/>
      </a:lvl6pPr>
      <a:lvl7pPr>
        <a:defRPr lang="en-US" sz="1800"/>
      </a:lvl7pPr>
      <a:lvl8pPr>
        <a:defRPr lang="en-US" sz="1800"/>
      </a:lvl8pPr>
      <a:lvl9pPr>
        <a:defRPr lang="en-US" sz="1800"/>
      </a:lvl9pPr>
    </p:bodyStyle>
    <p:otherStyle>
      <a:lvl1pPr marL="0" indent="0" algn="l" defTabSz="914400" rtl="0">
        <a:lnSpc>
          <a:spcPct val="100000"/>
        </a:lnSpc>
        <a:spcBef>
          <a:spcPts val="0"/>
        </a:spcBef>
        <a:spcAft>
          <a:spcPts val="0"/>
        </a:spcAft>
        <a:buNone/>
        <a:defRPr lang="en-US" sz="1800" b="0" i="0">
          <a:solidFill>
            <a:schemeClr val="dk1"/>
          </a:solidFill>
          <a:latin typeface="Arial"/>
          <a:ea typeface="Arial"/>
        </a:defRPr>
      </a:lvl1pPr>
      <a:lvl2pPr marL="455295" indent="457200" algn="l" defTabSz="914400" rtl="0">
        <a:lnSpc>
          <a:spcPct val="100000"/>
        </a:lnSpc>
        <a:spcBef>
          <a:spcPts val="0"/>
        </a:spcBef>
        <a:spcAft>
          <a:spcPts val="0"/>
        </a:spcAft>
        <a:buNone/>
        <a:defRPr lang="en-US" sz="1800" b="0" i="0">
          <a:solidFill>
            <a:schemeClr val="dk1"/>
          </a:solidFill>
          <a:latin typeface="Arial"/>
          <a:ea typeface="Arial"/>
        </a:defRPr>
      </a:lvl2pPr>
      <a:lvl3pPr marL="912495" indent="914400" algn="l" defTabSz="914400" rtl="0">
        <a:lnSpc>
          <a:spcPct val="100000"/>
        </a:lnSpc>
        <a:spcBef>
          <a:spcPts val="0"/>
        </a:spcBef>
        <a:spcAft>
          <a:spcPts val="0"/>
        </a:spcAft>
        <a:buNone/>
        <a:defRPr lang="en-US" sz="1800" b="0" i="0">
          <a:solidFill>
            <a:schemeClr val="dk1"/>
          </a:solidFill>
          <a:latin typeface="Arial"/>
          <a:ea typeface="Arial"/>
        </a:defRPr>
      </a:lvl3pPr>
      <a:lvl4pPr marL="1369695" indent="1371600" algn="l" defTabSz="914400" rtl="0">
        <a:lnSpc>
          <a:spcPct val="100000"/>
        </a:lnSpc>
        <a:spcBef>
          <a:spcPts val="0"/>
        </a:spcBef>
        <a:spcAft>
          <a:spcPts val="0"/>
        </a:spcAft>
        <a:buNone/>
        <a:defRPr lang="en-US" sz="1800" b="0" i="0">
          <a:solidFill>
            <a:schemeClr val="dk1"/>
          </a:solidFill>
          <a:latin typeface="Arial"/>
          <a:ea typeface="Arial"/>
        </a:defRPr>
      </a:lvl4pPr>
      <a:lvl5pPr marL="1826895" indent="1828800" algn="l" defTabSz="914400" rtl="0">
        <a:lnSpc>
          <a:spcPct val="100000"/>
        </a:lnSpc>
        <a:spcBef>
          <a:spcPts val="0"/>
        </a:spcBef>
        <a:spcAft>
          <a:spcPts val="0"/>
        </a:spcAft>
        <a:buNone/>
        <a:defRPr lang="en-US" sz="1800" b="0" i="0">
          <a:solidFill>
            <a:schemeClr val="dk1"/>
          </a:solidFill>
          <a:latin typeface="Arial"/>
          <a:ea typeface="Arial"/>
        </a:defRPr>
      </a:lvl5pPr>
      <a:lvl6pPr>
        <a:defRPr lang="en-US" sz="1800"/>
      </a:lvl6pPr>
      <a:lvl7pPr>
        <a:defRPr lang="en-US" sz="1800"/>
      </a:lvl7pPr>
      <a:lvl8pPr>
        <a:defRPr lang="en-US" sz="1800"/>
      </a:lvl8pPr>
      <a:lvl9pPr>
        <a:defRPr lang="en-US" sz="1800"/>
      </a:lvl9pPr>
    </p:otherStyle>
  </p:txStyles>
</p:sldMaster>
</file>

<file path=ppt/slideMasters/slideMaster3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0590269" name="Title Placeholder 21"/>
          <p:cNvSpPr>
            <a:spLocks noGrp="1" noChangeShapeType="1"/>
          </p:cNvSpPr>
          <p:nvPr>
            <p:ph type="title"/>
          </p:nvPr>
        </p:nvSpPr>
        <p:spPr bwMode="auto">
          <a:xfrm>
            <a:off x="457200" y="274637"/>
            <a:ext cx="8229600" cy="1143000"/>
          </a:xfrm>
          <a:prstGeom prst="rect">
            <a:avLst/>
          </a:prstGeom>
          <a:noFill/>
        </p:spPr>
        <p:txBody>
          <a:bodyPr lIns="91440" tIns="45720" rIns="91440" bIns="45720" anchor="ctr" anchorCtr="0"/>
          <a:lstStyle/>
          <a:p>
            <a:pPr marL="0" lvl="0" indent="0">
              <a:spcBef>
                <a:spcPts val="0"/>
              </a:spcBef>
              <a:buNone/>
              <a:defRPr/>
            </a:pPr>
            <a:r>
              <a:t>Click to edit Master title style</a:t>
            </a:r>
          </a:p>
        </p:txBody>
      </p:sp>
      <p:sp>
        <p:nvSpPr>
          <p:cNvPr id="1967033" name="Text Placeholder 12"/>
          <p:cNvSpPr>
            <a:spLocks noGrp="1" noChangeShapeType="1"/>
          </p:cNvSpPr>
          <p:nvPr>
            <p:ph type="body" idx="1"/>
          </p:nvPr>
        </p:nvSpPr>
        <p:spPr bwMode="auto">
          <a:xfrm>
            <a:off x="457200" y="1600200"/>
            <a:ext cx="8229600" cy="4708525"/>
          </a:xfrm>
          <a:prstGeom prst="rect">
            <a:avLst/>
          </a:prstGeom>
          <a:noFill/>
        </p:spPr>
        <p:txBody>
          <a:bodyPr lIns="91440" tIns="45720" rIns="91440" bIns="45720"/>
          <a:lstStyle>
            <a:lvl1pPr marL="547370" indent="136525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9F9F9"/>
              </a:buClr>
              <a:buSzPct val="65000"/>
              <a:buChar char=""/>
              <a:defRPr sz="2800" b="0" i="0">
                <a:solidFill>
                  <a:schemeClr val="dk1"/>
                </a:solidFill>
                <a:latin typeface="Book Antiqua"/>
              </a:defRPr>
            </a:lvl1pPr>
            <a:lvl2pPr marL="868045" indent="58547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80000"/>
              <a:buChar char=""/>
              <a:defRPr sz="2400" b="0" i="0">
                <a:solidFill>
                  <a:schemeClr val="dk1"/>
                </a:solidFill>
                <a:latin typeface="Book Antiqua"/>
              </a:defRPr>
            </a:lvl2pPr>
            <a:lvl3pPr marL="1133475" indent="904875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95000"/>
              <a:buChar char=""/>
              <a:defRPr sz="2200" b="0" i="0">
                <a:solidFill>
                  <a:schemeClr val="dk1"/>
                </a:solidFill>
                <a:latin typeface="Book Antiqua"/>
              </a:defRPr>
            </a:lvl3pPr>
            <a:lvl4pPr marL="1352550" indent="116967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00000"/>
              <a:buChar char=""/>
              <a:defRPr sz="2000" b="0" i="0">
                <a:solidFill>
                  <a:schemeClr val="dk1"/>
                </a:solidFill>
                <a:latin typeface="Book Antiqua"/>
              </a:defRPr>
            </a:lvl4pPr>
            <a:lvl5pPr marL="1544320" indent="1362075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00000"/>
              <a:buChar char=""/>
              <a:defRPr sz="2000" b="0" i="0">
                <a:solidFill>
                  <a:schemeClr val="dk1"/>
                </a:solidFill>
                <a:latin typeface="Book Antiqua"/>
              </a:defRPr>
            </a:lvl5pPr>
          </a:lstStyle>
          <a:p>
            <a:pPr marL="547370" lvl="0" indent="-410845">
              <a:spcBef>
                <a:spcPts val="0"/>
              </a:spcBef>
              <a:buClr>
                <a:srgbClr val="F9F9F9"/>
              </a:buClr>
              <a:buSzPct val="65000"/>
              <a:buFont typeface="Wingdings 2"/>
              <a:buChar char=""/>
              <a:defRPr/>
            </a:pPr>
            <a:r>
              <a:t>Click to edit Master text styles</a:t>
            </a:r>
          </a:p>
          <a:p>
            <a:pPr marL="868045" lvl="1" indent="-282575">
              <a:spcBef>
                <a:spcPts val="0"/>
              </a:spcBef>
              <a:buClr>
                <a:srgbClr val="FFFFFF"/>
              </a:buClr>
              <a:buSzPct val="80000"/>
              <a:buChar char=""/>
              <a:defRPr/>
            </a:pPr>
            <a:r>
              <a:t>Second level</a:t>
            </a:r>
          </a:p>
          <a:p>
            <a:pPr marL="1133475" lvl="2" indent="-228600">
              <a:spcBef>
                <a:spcPts val="0"/>
              </a:spcBef>
              <a:buClr>
                <a:srgbClr val="FFFFFF"/>
              </a:buClr>
              <a:buSzPct val="95000"/>
              <a:buFont typeface="Wingdings"/>
              <a:buChar char=""/>
              <a:defRPr/>
            </a:pPr>
            <a:r>
              <a:t>Third level</a:t>
            </a:r>
          </a:p>
          <a:p>
            <a:pPr marL="1352550" lvl="3" indent="-182880">
              <a:spcBef>
                <a:spcPts val="0"/>
              </a:spcBef>
              <a:buClr>
                <a:srgbClr val="FFFFFF"/>
              </a:buClr>
              <a:buSzPct val="100000"/>
              <a:buFont typeface="Wingdings 3"/>
              <a:buChar char=""/>
              <a:defRPr/>
            </a:pPr>
            <a:r>
              <a:t>Fourth level</a:t>
            </a:r>
          </a:p>
          <a:p>
            <a:pPr marL="1544320" lvl="4" indent="-182245">
              <a:spcBef>
                <a:spcPts val="0"/>
              </a:spcBef>
              <a:buClr>
                <a:srgbClr val="FFFFFF"/>
              </a:buClr>
              <a:buSzPct val="100000"/>
              <a:buFont typeface="Wingdings 2"/>
              <a:buChar char=""/>
              <a:defRPr/>
            </a:pPr>
            <a:r>
              <a:t>Fifth level</a:t>
            </a:r>
          </a:p>
        </p:txBody>
      </p:sp>
      <p:sp>
        <p:nvSpPr>
          <p:cNvPr id="635749949" name="Date Placeholder 13"/>
          <p:cNvSpPr>
            <a:spLocks noGrp="1" noChangeShapeType="1"/>
          </p:cNvSpPr>
          <p:nvPr>
            <p:ph type="dt" idx="2"/>
          </p:nvPr>
        </p:nvSpPr>
        <p:spPr bwMode="auto">
          <a:xfrm>
            <a:off x="457200" y="6416675"/>
            <a:ext cx="2133600" cy="365125"/>
          </a:xfrm>
          <a:prstGeom prst="rect">
            <a:avLst/>
          </a:prstGeom>
          <a:noFill/>
        </p:spPr>
        <p:txBody>
          <a:bodyPr lIns="91440" tIns="45720" rIns="91440" bIns="45720" anchor="b"/>
          <a:lstStyle/>
          <a:p>
            <a:pPr>
              <a:defRPr/>
            </a:pPr>
            <a:endParaRPr sz="1400"/>
          </a:p>
        </p:txBody>
      </p:sp>
      <p:sp>
        <p:nvSpPr>
          <p:cNvPr id="688099021" name="Footer Placeholder 2"/>
          <p:cNvSpPr>
            <a:spLocks noGrp="1" noChangeShapeType="1"/>
          </p:cNvSpPr>
          <p:nvPr>
            <p:ph type="ftr" idx="3"/>
          </p:nvPr>
        </p:nvSpPr>
        <p:spPr bwMode="auto">
          <a:xfrm>
            <a:off x="3124200" y="6416675"/>
            <a:ext cx="2895600" cy="365125"/>
          </a:xfrm>
          <a:prstGeom prst="rect">
            <a:avLst/>
          </a:prstGeom>
          <a:noFill/>
        </p:spPr>
        <p:txBody>
          <a:bodyPr lIns="91440" tIns="45720" rIns="91440" bIns="45720" anchor="b"/>
          <a:lstStyle/>
          <a:p>
            <a:pPr>
              <a:defRPr/>
            </a:pPr>
            <a:endParaRPr sz="1400"/>
          </a:p>
        </p:txBody>
      </p:sp>
      <p:sp>
        <p:nvSpPr>
          <p:cNvPr id="700004149" name="Slide Number Placeholder 22"/>
          <p:cNvSpPr>
            <a:spLocks noGrp="1" noChangeShapeType="1"/>
          </p:cNvSpPr>
          <p:nvPr>
            <p:ph type="sldNum" idx="4"/>
          </p:nvPr>
        </p:nvSpPr>
        <p:spPr bwMode="auto">
          <a:xfrm>
            <a:off x="7924800" y="6416675"/>
            <a:ext cx="762000" cy="365125"/>
          </a:xfrm>
          <a:prstGeom prst="rect">
            <a:avLst/>
          </a:prstGeom>
          <a:noFill/>
        </p:spPr>
        <p:txBody>
          <a:bodyPr lIns="0" tIns="45720" rIns="0" bIns="45720" anchor="b"/>
          <a:lstStyle>
            <a:lvl1pPr mar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Book Antiqua"/>
              </a:defRPr>
            </a:lvl1pPr>
            <a:lvl2pPr marL="457200" indent="4572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Book Antiqua"/>
              </a:defRPr>
            </a:lvl2pPr>
            <a:lvl3pPr marL="914400" indent="9144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Book Antiqua"/>
              </a:defRPr>
            </a:lvl3pPr>
            <a:lvl4pPr marL="1371600" indent="13716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Book Antiqua"/>
              </a:defRPr>
            </a:lvl4pPr>
            <a:lvl5pPr marL="1828800" indent="18288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Book Antiqua"/>
              </a:defRPr>
            </a:lvl5pPr>
          </a:lstStyle>
          <a:p>
            <a:pPr marL="0" lvl="0" indent="0" algn="r">
              <a:spcBef>
                <a:spcPts val="0"/>
              </a:spcBef>
              <a:buNone/>
              <a:defRPr/>
            </a:pPr>
            <a:fld id="{D038279B-FC19-497E-A7D1-5ADD9CAF016F}" type="slidenum">
              <a:rPr lang="en-GB" sz="1200" b="1" i="0" u="none">
                <a:solidFill>
                  <a:srgbClr val="BCBCBC"/>
                </a:solidFill>
              </a:rPr>
            </a:fld>
            <a:endParaRPr lang="en-GB" sz="1200" b="1" i="0" u="none">
              <a:solidFill>
                <a:srgbClr val="BCBCBC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</p:sldLayoutIdLst>
  <p:txStyles>
    <p:titleStyle>
      <a:lvl1pPr marL="0" indent="0" algn="ctr" defTabSz="914400" rtl="0">
        <a:lnSpc>
          <a:spcPct val="100000"/>
        </a:lnSpc>
        <a:spcBef>
          <a:spcPts val="0"/>
        </a:spcBef>
        <a:spcAft>
          <a:spcPts val="0"/>
        </a:spcAft>
        <a:buNone/>
        <a:defRPr lang="en-US" sz="4100" b="1" i="0">
          <a:solidFill>
            <a:schemeClr val="dk1"/>
          </a:solidFill>
          <a:latin typeface="Lucida Sans"/>
        </a:defRPr>
      </a:lvl1pPr>
      <a:lvl2pPr marL="0" indent="0" algn="ctr" defTabSz="914400" rtl="0">
        <a:lnSpc>
          <a:spcPct val="100000"/>
        </a:lnSpc>
        <a:spcBef>
          <a:spcPts val="0"/>
        </a:spcBef>
        <a:spcAft>
          <a:spcPts val="0"/>
        </a:spcAft>
        <a:buNone/>
        <a:defRPr lang="en-US" sz="4100" b="1" i="0">
          <a:solidFill>
            <a:schemeClr val="dk1"/>
          </a:solidFill>
          <a:latin typeface="Lucida Sans"/>
        </a:defRPr>
      </a:lvl2pPr>
      <a:lvl3pPr marL="0" indent="0" algn="ctr" defTabSz="914400" rtl="0">
        <a:lnSpc>
          <a:spcPct val="100000"/>
        </a:lnSpc>
        <a:spcBef>
          <a:spcPts val="0"/>
        </a:spcBef>
        <a:spcAft>
          <a:spcPts val="0"/>
        </a:spcAft>
        <a:buNone/>
        <a:defRPr lang="en-US" sz="4100" b="1" i="0">
          <a:solidFill>
            <a:schemeClr val="dk1"/>
          </a:solidFill>
          <a:latin typeface="Lucida Sans"/>
        </a:defRPr>
      </a:lvl3pPr>
      <a:lvl4pPr marL="0" indent="0" algn="ctr" defTabSz="914400" rtl="0">
        <a:lnSpc>
          <a:spcPct val="100000"/>
        </a:lnSpc>
        <a:spcBef>
          <a:spcPts val="0"/>
        </a:spcBef>
        <a:spcAft>
          <a:spcPts val="0"/>
        </a:spcAft>
        <a:buNone/>
        <a:defRPr lang="en-US" sz="4100" b="1" i="0">
          <a:solidFill>
            <a:schemeClr val="dk1"/>
          </a:solidFill>
          <a:latin typeface="Lucida Sans"/>
        </a:defRPr>
      </a:lvl4pPr>
      <a:lvl5pPr marL="0" indent="0" algn="ctr" defTabSz="914400" rtl="0">
        <a:lnSpc>
          <a:spcPct val="100000"/>
        </a:lnSpc>
        <a:spcBef>
          <a:spcPts val="0"/>
        </a:spcBef>
        <a:spcAft>
          <a:spcPts val="0"/>
        </a:spcAft>
        <a:buNone/>
        <a:defRPr lang="en-US" sz="4100" b="1" i="0">
          <a:solidFill>
            <a:schemeClr val="dk1"/>
          </a:solidFill>
          <a:latin typeface="Lucida Sans"/>
        </a:defRPr>
      </a:lvl5pPr>
      <a:lvl6pPr>
        <a:defRPr lang="en-US" sz="1800"/>
      </a:lvl6pPr>
      <a:lvl7pPr>
        <a:defRPr lang="en-US" sz="1800"/>
      </a:lvl7pPr>
      <a:lvl8pPr>
        <a:defRPr lang="en-US" sz="1800"/>
      </a:lvl8pPr>
      <a:lvl9pPr>
        <a:defRPr lang="en-US" sz="1800"/>
      </a:lvl9pPr>
    </p:titleStyle>
    <p:bodyStyle>
      <a:lvl1pPr marL="547370" indent="136525" algn="l" defTabSz="914400" rtl="0">
        <a:lnSpc>
          <a:spcPct val="100000"/>
        </a:lnSpc>
        <a:spcBef>
          <a:spcPts val="0"/>
        </a:spcBef>
        <a:spcAft>
          <a:spcPts val="0"/>
        </a:spcAft>
        <a:buClr>
          <a:srgbClr val="F9F9F9"/>
        </a:buClr>
        <a:buSzPct val="65000"/>
        <a:buFont typeface="Wingdings 2"/>
        <a:buChar char=""/>
        <a:defRPr lang="en-US" sz="2800" b="0" i="0">
          <a:solidFill>
            <a:schemeClr val="dk1"/>
          </a:solidFill>
          <a:latin typeface="Book Antiqua"/>
        </a:defRPr>
      </a:lvl1pPr>
      <a:lvl2pPr marL="868045" indent="585470" algn="l" defTabSz="914400" rtl="0">
        <a:lnSpc>
          <a:spcPct val="100000"/>
        </a:lnSpc>
        <a:spcBef>
          <a:spcPts val="0"/>
        </a:spcBef>
        <a:spcAft>
          <a:spcPts val="0"/>
        </a:spcAft>
        <a:buClr>
          <a:srgbClr val="FFFFFF"/>
        </a:buClr>
        <a:buSzPct val="80000"/>
        <a:buChar char=""/>
        <a:defRPr lang="en-US" sz="2400" b="0" i="0">
          <a:solidFill>
            <a:schemeClr val="dk1"/>
          </a:solidFill>
          <a:latin typeface="Book Antiqua"/>
        </a:defRPr>
      </a:lvl2pPr>
      <a:lvl3pPr marL="1133475" indent="904875" algn="l" defTabSz="914400" rtl="0">
        <a:lnSpc>
          <a:spcPct val="100000"/>
        </a:lnSpc>
        <a:spcBef>
          <a:spcPts val="0"/>
        </a:spcBef>
        <a:spcAft>
          <a:spcPts val="0"/>
        </a:spcAft>
        <a:buClr>
          <a:srgbClr val="FFFFFF"/>
        </a:buClr>
        <a:buSzPct val="95000"/>
        <a:buFont typeface="Wingdings"/>
        <a:buChar char=""/>
        <a:defRPr lang="en-US" sz="2200" b="0" i="0">
          <a:solidFill>
            <a:schemeClr val="dk1"/>
          </a:solidFill>
          <a:latin typeface="Book Antiqua"/>
        </a:defRPr>
      </a:lvl3pPr>
      <a:lvl4pPr marL="1352550" indent="1169670" algn="l" defTabSz="914400" rtl="0">
        <a:lnSpc>
          <a:spcPct val="100000"/>
        </a:lnSpc>
        <a:spcBef>
          <a:spcPts val="0"/>
        </a:spcBef>
        <a:spcAft>
          <a:spcPts val="0"/>
        </a:spcAft>
        <a:buClr>
          <a:srgbClr val="FFFFFF"/>
        </a:buClr>
        <a:buSzPct val="100000"/>
        <a:buFont typeface="Wingdings 3"/>
        <a:buChar char=""/>
        <a:defRPr lang="en-US" sz="2000" b="0" i="0">
          <a:solidFill>
            <a:schemeClr val="dk1"/>
          </a:solidFill>
          <a:latin typeface="Book Antiqua"/>
        </a:defRPr>
      </a:lvl4pPr>
      <a:lvl5pPr marL="1544320" indent="1362075" algn="l" defTabSz="914400" rtl="0">
        <a:lnSpc>
          <a:spcPct val="100000"/>
        </a:lnSpc>
        <a:spcBef>
          <a:spcPts val="0"/>
        </a:spcBef>
        <a:spcAft>
          <a:spcPts val="0"/>
        </a:spcAft>
        <a:buClr>
          <a:srgbClr val="FFFFFF"/>
        </a:buClr>
        <a:buSzPct val="100000"/>
        <a:buFont typeface="Wingdings 2"/>
        <a:buChar char=""/>
        <a:defRPr lang="en-US" sz="2000" b="0" i="0">
          <a:solidFill>
            <a:schemeClr val="dk1"/>
          </a:solidFill>
          <a:latin typeface="Book Antiqua"/>
        </a:defRPr>
      </a:lvl5pPr>
      <a:lvl6pPr>
        <a:defRPr lang="en-US" sz="1800"/>
      </a:lvl6pPr>
      <a:lvl7pPr>
        <a:defRPr lang="en-US" sz="1800"/>
      </a:lvl7pPr>
      <a:lvl8pPr>
        <a:defRPr lang="en-US" sz="1800"/>
      </a:lvl8pPr>
      <a:lvl9pPr>
        <a:defRPr lang="en-US" sz="1800"/>
      </a:lvl9pPr>
    </p:bodyStyle>
    <p:otherStyle>
      <a:lvl1pPr marL="0" indent="0" algn="l" defTabSz="914400" rtl="0">
        <a:lnSpc>
          <a:spcPct val="100000"/>
        </a:lnSpc>
        <a:spcBef>
          <a:spcPts val="0"/>
        </a:spcBef>
        <a:spcAft>
          <a:spcPts val="0"/>
        </a:spcAft>
        <a:buNone/>
        <a:defRPr lang="en-US" sz="1800" b="0" i="0">
          <a:solidFill>
            <a:schemeClr val="dk1"/>
          </a:solidFill>
          <a:latin typeface="Arial"/>
          <a:ea typeface="Arial"/>
        </a:defRPr>
      </a:lvl1pPr>
      <a:lvl2pPr marL="455295" indent="457200" algn="l" defTabSz="914400" rtl="0">
        <a:lnSpc>
          <a:spcPct val="100000"/>
        </a:lnSpc>
        <a:spcBef>
          <a:spcPts val="0"/>
        </a:spcBef>
        <a:spcAft>
          <a:spcPts val="0"/>
        </a:spcAft>
        <a:buNone/>
        <a:defRPr lang="en-US" sz="1800" b="0" i="0">
          <a:solidFill>
            <a:schemeClr val="dk1"/>
          </a:solidFill>
          <a:latin typeface="Arial"/>
          <a:ea typeface="Arial"/>
        </a:defRPr>
      </a:lvl2pPr>
      <a:lvl3pPr marL="912495" indent="914400" algn="l" defTabSz="914400" rtl="0">
        <a:lnSpc>
          <a:spcPct val="100000"/>
        </a:lnSpc>
        <a:spcBef>
          <a:spcPts val="0"/>
        </a:spcBef>
        <a:spcAft>
          <a:spcPts val="0"/>
        </a:spcAft>
        <a:buNone/>
        <a:defRPr lang="en-US" sz="1800" b="0" i="0">
          <a:solidFill>
            <a:schemeClr val="dk1"/>
          </a:solidFill>
          <a:latin typeface="Arial"/>
          <a:ea typeface="Arial"/>
        </a:defRPr>
      </a:lvl3pPr>
      <a:lvl4pPr marL="1369695" indent="1371600" algn="l" defTabSz="914400" rtl="0">
        <a:lnSpc>
          <a:spcPct val="100000"/>
        </a:lnSpc>
        <a:spcBef>
          <a:spcPts val="0"/>
        </a:spcBef>
        <a:spcAft>
          <a:spcPts val="0"/>
        </a:spcAft>
        <a:buNone/>
        <a:defRPr lang="en-US" sz="1800" b="0" i="0">
          <a:solidFill>
            <a:schemeClr val="dk1"/>
          </a:solidFill>
          <a:latin typeface="Arial"/>
          <a:ea typeface="Arial"/>
        </a:defRPr>
      </a:lvl4pPr>
      <a:lvl5pPr marL="1826895" indent="1828800" algn="l" defTabSz="914400" rtl="0">
        <a:lnSpc>
          <a:spcPct val="100000"/>
        </a:lnSpc>
        <a:spcBef>
          <a:spcPts val="0"/>
        </a:spcBef>
        <a:spcAft>
          <a:spcPts val="0"/>
        </a:spcAft>
        <a:buNone/>
        <a:defRPr lang="en-US" sz="1800" b="0" i="0">
          <a:solidFill>
            <a:schemeClr val="dk1"/>
          </a:solidFill>
          <a:latin typeface="Arial"/>
          <a:ea typeface="Arial"/>
        </a:defRPr>
      </a:lvl5pPr>
      <a:lvl6pPr>
        <a:defRPr lang="en-US" sz="1800"/>
      </a:lvl6pPr>
      <a:lvl7pPr>
        <a:defRPr lang="en-US" sz="1800"/>
      </a:lvl7pPr>
      <a:lvl8pPr>
        <a:defRPr lang="en-US" sz="1800"/>
      </a:lvl8pPr>
      <a:lvl9pPr>
        <a:defRPr lang="en-US" sz="1800"/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5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0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32.xml"/><Relationship Id="rId1" Type="http://schemas.openxmlformats.org/officeDocument/2006/relationships/image" Target="../media/image6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31.xml"/><Relationship Id="rId1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0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3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7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6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0.xml"/><Relationship Id="rId2" Type="http://schemas.openxmlformats.org/officeDocument/2006/relationships/slideLayout" Target="../slideLayouts/slideLayout38.xml"/><Relationship Id="rId1" Type="http://schemas.openxmlformats.org/officeDocument/2006/relationships/image" Target="../media/image6.jpe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1.xml"/><Relationship Id="rId2" Type="http://schemas.openxmlformats.org/officeDocument/2006/relationships/slideLayout" Target="../slideLayouts/slideLayout37.xml"/><Relationship Id="rId1" Type="http://schemas.openxmlformats.org/officeDocument/2006/relationships/image" Target="../media/image3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40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4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4.xml"/><Relationship Id="rId2" Type="http://schemas.openxmlformats.org/officeDocument/2006/relationships/slideLayout" Target="../slideLayouts/slideLayout44.xml"/><Relationship Id="rId1" Type="http://schemas.openxmlformats.org/officeDocument/2006/relationships/image" Target="../media/image6.jpe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5.xml"/><Relationship Id="rId2" Type="http://schemas.openxmlformats.org/officeDocument/2006/relationships/slideLayout" Target="../slideLayouts/slideLayout57.xml"/><Relationship Id="rId1" Type="http://schemas.openxmlformats.org/officeDocument/2006/relationships/image" Target="../media/image3.pn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60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6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8.xml"/><Relationship Id="rId2" Type="http://schemas.openxmlformats.org/officeDocument/2006/relationships/slideLayout" Target="../slideLayouts/slideLayout44.xml"/><Relationship Id="rId1" Type="http://schemas.openxmlformats.org/officeDocument/2006/relationships/image" Target="../media/image6.jpe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9.xml"/><Relationship Id="rId2" Type="http://schemas.openxmlformats.org/officeDocument/2006/relationships/slideLayout" Target="../slideLayouts/slideLayout43.xml"/><Relationship Id="rId1" Type="http://schemas.openxmlformats.org/officeDocument/2006/relationships/image" Target="../media/image3.png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6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8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2.xml"/><Relationship Id="rId2" Type="http://schemas.openxmlformats.org/officeDocument/2006/relationships/slideLayout" Target="../slideLayouts/slideLayout17.xml"/><Relationship Id="rId1" Type="http://schemas.openxmlformats.org/officeDocument/2006/relationships/image" Target="../media/image3.png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0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4.xml"/><Relationship Id="rId2" Type="http://schemas.openxmlformats.org/officeDocument/2006/relationships/slideLayout" Target="../slideLayouts/slideLayout19.xml"/><Relationship Id="rId1" Type="http://schemas.openxmlformats.org/officeDocument/2006/relationships/image" Target="../media/image3.png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4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7.xml"/><Relationship Id="rId2" Type="http://schemas.openxmlformats.org/officeDocument/2006/relationships/slideLayout" Target="../slideLayouts/slideLayout23.xml"/><Relationship Id="rId1" Type="http://schemas.openxmlformats.org/officeDocument/2006/relationships/image" Target="../media/image3.png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5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54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0.xml"/><Relationship Id="rId2" Type="http://schemas.openxmlformats.org/officeDocument/2006/relationships/slideLayout" Target="../slideLayouts/slideLayout56.xml"/><Relationship Id="rId1" Type="http://schemas.openxmlformats.org/officeDocument/2006/relationships/image" Target="../media/image6.jpe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1.xml"/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3.png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64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66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4.xml"/><Relationship Id="rId2" Type="http://schemas.openxmlformats.org/officeDocument/2006/relationships/slideLayout" Target="../slideLayouts/slideLayout56.xml"/><Relationship Id="rId1" Type="http://schemas.openxmlformats.org/officeDocument/2006/relationships/image" Target="../media/image6.jpe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5.xml"/><Relationship Id="rId2" Type="http://schemas.openxmlformats.org/officeDocument/2006/relationships/slideLayout" Target="../slideLayouts/slideLayout55.xml"/><Relationship Id="rId1" Type="http://schemas.openxmlformats.org/officeDocument/2006/relationships/image" Target="../media/image3.png"/></Relationships>
</file>

<file path=ppt/slides/_rels/slide5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6.xml"/><Relationship Id="rId3" Type="http://schemas.openxmlformats.org/officeDocument/2006/relationships/slideLayout" Target="../slideLayouts/slideLayout26.xml"/><Relationship Id="rId2" Type="http://schemas.openxmlformats.org/officeDocument/2006/relationships/image" Target="../media/image8.jpeg"/><Relationship Id="rId1" Type="http://schemas.openxmlformats.org/officeDocument/2006/relationships/image" Target="../media/image7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7.xml"/><Relationship Id="rId2" Type="http://schemas.openxmlformats.org/officeDocument/2006/relationships/slideLayout" Target="../slideLayouts/slideLayout26.xml"/><Relationship Id="rId1" Type="http://schemas.openxmlformats.org/officeDocument/2006/relationships/image" Target="../media/image8.jpe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8.xml"/><Relationship Id="rId2" Type="http://schemas.openxmlformats.org/officeDocument/2006/relationships/slideLayout" Target="../slideLayouts/slideLayout25.xml"/><Relationship Id="rId1" Type="http://schemas.openxmlformats.org/officeDocument/2006/relationships/image" Target="../media/image3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9.xml"/><Relationship Id="rId2" Type="http://schemas.openxmlformats.org/officeDocument/2006/relationships/slideLayout" Target="../slideLayouts/slideLayout46.xml"/><Relationship Id="rId1" Type="http://schemas.openxmlformats.org/officeDocument/2006/relationships/image" Target="../media/image9.png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48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1.xml"/><Relationship Id="rId2" Type="http://schemas.openxmlformats.org/officeDocument/2006/relationships/slideLayout" Target="../slideLayouts/slideLayout50.xml"/><Relationship Id="rId1" Type="http://schemas.openxmlformats.org/officeDocument/2006/relationships/image" Target="../media/image6.jpe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2.xml"/><Relationship Id="rId2" Type="http://schemas.openxmlformats.org/officeDocument/2006/relationships/slideLayout" Target="../slideLayouts/slideLayout49.xml"/><Relationship Id="rId1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331591068" name="Rectangle 4"/>
          <p:cNvGrpSpPr/>
          <p:nvPr/>
        </p:nvGrpSpPr>
        <p:grpSpPr bwMode="auto">
          <a:xfrm>
            <a:off x="513715" y="-47625"/>
            <a:ext cx="8116570" cy="883920"/>
            <a:chOff x="960" y="61"/>
            <a:chExt cx="4332" cy="557"/>
          </a:xfrm>
        </p:grpSpPr>
        <p:pic>
          <p:nvPicPr>
            <p:cNvPr id="93187" name="Rectangle 4"/>
            <p:cNvPicPr>
              <a:picLocks noChangeAspect="1"/>
            </p:cNvPicPr>
            <p:nvPr/>
          </p:nvPicPr>
          <p:blipFill rotWithShape="1">
            <a:blip r:embed="rId2"/>
            <a:stretch>
              <a:fillRect/>
            </a:stretch>
          </p:blipFill>
          <p:spPr bwMode="auto">
            <a:xfrm>
              <a:off x="960" y="61"/>
              <a:ext cx="4332" cy="557"/>
            </a:xfrm>
            <a:prstGeom prst="rect">
              <a:avLst/>
            </a:prstGeom>
            <a:noFill/>
          </p:spPr>
        </p:pic>
        <p:sp>
          <p:nvSpPr>
            <p:cNvPr id="93188" name="Shape 93188"/>
            <p:cNvSpPr txBox="1">
              <a:spLocks noChangeShapeType="1"/>
            </p:cNvSpPr>
            <p:nvPr/>
          </p:nvSpPr>
          <p:spPr bwMode="auto">
            <a:xfrm>
              <a:off x="998" y="177"/>
              <a:ext cx="4260" cy="388"/>
            </a:xfrm>
            <a:prstGeom prst="rect">
              <a:avLst/>
            </a:prstGeom>
            <a:noFill/>
          </p:spPr>
          <p:txBody>
            <a:bodyPr lIns="91423" tIns="45711" rIns="91423" bIns="45711" anchor="ctr" anchorCtr="0"/>
            <a:lstStyle/>
            <a:p>
              <a:pPr lvl="0" algn="ctr">
                <a:defRPr/>
              </a:pPr>
              <a:r>
                <a:rPr lang="en-ZA" sz="3200" b="1">
                  <a:solidFill>
                    <a:schemeClr val="tx1"/>
                  </a:solidFill>
                  <a:latin typeface="Calibri"/>
                </a:rPr>
                <a:t>25th </a:t>
              </a:r>
              <a:r>
                <a:rPr lang="en-ZA" sz="3200" b="1" i="0" u="none">
                  <a:solidFill>
                    <a:schemeClr val="tx1"/>
                  </a:solidFill>
                  <a:latin typeface="Calibri"/>
                </a:rPr>
                <a:t>Sunday in Ordinary Time</a:t>
              </a:r>
              <a:endParaRPr lang="en-ZA" sz="3200" b="1" i="0" u="none">
                <a:solidFill>
                  <a:schemeClr val="tx1"/>
                </a:solidFill>
                <a:latin typeface="Calibri"/>
              </a:endParaRPr>
            </a:p>
          </p:txBody>
        </p:sp>
      </p:grpSp>
      <p:sp>
        <p:nvSpPr>
          <p:cNvPr id="1922107749" name="AutoShape 7" descr="What Are the Parables of the Hidden Treasure and Pearl About? - Jesus Film  Project"/>
          <p:cNvSpPr>
            <a:spLocks noGrp="1" noChangeShapeType="1"/>
          </p:cNvSpPr>
          <p:nvPr/>
        </p:nvSpPr>
        <p:spPr bwMode="auto">
          <a:xfrm>
            <a:off x="155575" y="-144462"/>
            <a:ext cx="304800" cy="304800"/>
          </a:xfrm>
          <a:prstGeom prst="rect">
            <a:avLst/>
          </a:prstGeom>
          <a:noFill/>
        </p:spPr>
        <p:txBody>
          <a:bodyPr lIns="91423" tIns="45711" rIns="91423" bIns="45711"/>
          <a:lstStyle/>
          <a:p>
            <a:pPr>
              <a:defRPr/>
            </a:pPr>
            <a:endParaRPr sz="1400"/>
          </a:p>
        </p:txBody>
      </p:sp>
      <p:sp>
        <p:nvSpPr>
          <p:cNvPr id="1734903041" name="AutoShape 9" descr="What Are the Parables of the Hidden Treasure and Pearl About? - Jesus Film  Project"/>
          <p:cNvSpPr>
            <a:spLocks noGrp="1" noChangeShapeType="1"/>
          </p:cNvSpPr>
          <p:nvPr/>
        </p:nvSpPr>
        <p:spPr bwMode="auto">
          <a:xfrm>
            <a:off x="155575" y="-144462"/>
            <a:ext cx="304800" cy="304800"/>
          </a:xfrm>
          <a:prstGeom prst="rect">
            <a:avLst/>
          </a:prstGeom>
          <a:noFill/>
        </p:spPr>
        <p:txBody>
          <a:bodyPr lIns="91423" tIns="45711" rIns="91423" bIns="45711"/>
          <a:lstStyle/>
          <a:p>
            <a:pPr>
              <a:defRPr/>
            </a:pPr>
            <a:endParaRPr sz="1400"/>
          </a:p>
        </p:txBody>
      </p:sp>
      <p:sp>
        <p:nvSpPr>
          <p:cNvPr id="582255813" name="AutoShape 11" descr="What Are the Parables of the Hidden Treasure and Pearl About? - Jesus Film  Project"/>
          <p:cNvSpPr>
            <a:spLocks noGrp="1" noChangeShapeType="1"/>
          </p:cNvSpPr>
          <p:nvPr/>
        </p:nvSpPr>
        <p:spPr bwMode="auto">
          <a:xfrm>
            <a:off x="155575" y="-144462"/>
            <a:ext cx="304800" cy="304800"/>
          </a:xfrm>
          <a:prstGeom prst="rect">
            <a:avLst/>
          </a:prstGeom>
          <a:noFill/>
        </p:spPr>
        <p:txBody>
          <a:bodyPr lIns="91423" tIns="45711" rIns="91423" bIns="45711"/>
          <a:lstStyle/>
          <a:p>
            <a:pPr>
              <a:defRPr/>
            </a:pPr>
            <a:endParaRPr sz="1400"/>
          </a:p>
        </p:txBody>
      </p:sp>
      <p:sp>
        <p:nvSpPr>
          <p:cNvPr id="961540784" name="AutoShape 13" descr="What Are the Parables of the Hidden Treasure and Pearl About? - Jesus Film  Project"/>
          <p:cNvSpPr>
            <a:spLocks noGrp="1" noChangeShapeType="1"/>
          </p:cNvSpPr>
          <p:nvPr/>
        </p:nvSpPr>
        <p:spPr bwMode="auto">
          <a:xfrm>
            <a:off x="155575" y="-144462"/>
            <a:ext cx="304800" cy="304800"/>
          </a:xfrm>
          <a:prstGeom prst="rect">
            <a:avLst/>
          </a:prstGeom>
          <a:noFill/>
        </p:spPr>
        <p:txBody>
          <a:bodyPr lIns="91423" tIns="45711" rIns="91423" bIns="45711"/>
          <a:lstStyle/>
          <a:p>
            <a:pPr>
              <a:defRPr/>
            </a:pPr>
            <a:endParaRPr sz="1400"/>
          </a:p>
        </p:txBody>
      </p:sp>
      <p:sp>
        <p:nvSpPr>
          <p:cNvPr id="884923070" name="AutoShape 15" descr="What Are the Parables of the Hidden Treasure and Pearl About? - Jesus Film  Project"/>
          <p:cNvSpPr>
            <a:spLocks noGrp="1" noChangeShapeType="1"/>
          </p:cNvSpPr>
          <p:nvPr/>
        </p:nvSpPr>
        <p:spPr bwMode="auto">
          <a:xfrm>
            <a:off x="155575" y="-144462"/>
            <a:ext cx="304800" cy="304800"/>
          </a:xfrm>
          <a:prstGeom prst="rect">
            <a:avLst/>
          </a:prstGeom>
          <a:noFill/>
        </p:spPr>
        <p:txBody>
          <a:bodyPr lIns="91423" tIns="45711" rIns="91423" bIns="45711"/>
          <a:lstStyle/>
          <a:p>
            <a:pPr>
              <a:defRPr/>
            </a:pPr>
            <a:endParaRPr sz="1400"/>
          </a:p>
        </p:txBody>
      </p:sp>
      <p:sp>
        <p:nvSpPr>
          <p:cNvPr id="177955808" name="AutoShape 17" descr="https://www.jesusfilm.org/wp-content/uploads/2022/11/1541008305698.jpg?w=700"/>
          <p:cNvSpPr>
            <a:spLocks noGrp="1" noChangeShapeType="1"/>
          </p:cNvSpPr>
          <p:nvPr/>
        </p:nvSpPr>
        <p:spPr bwMode="auto">
          <a:xfrm>
            <a:off x="155575" y="-144462"/>
            <a:ext cx="304800" cy="304800"/>
          </a:xfrm>
          <a:prstGeom prst="rect">
            <a:avLst/>
          </a:prstGeom>
          <a:noFill/>
        </p:spPr>
        <p:txBody>
          <a:bodyPr lIns="91423" tIns="45711" rIns="91423" bIns="45711"/>
          <a:lstStyle/>
          <a:p>
            <a:pPr>
              <a:defRPr/>
            </a:pPr>
            <a:endParaRPr sz="1400"/>
          </a:p>
        </p:txBody>
      </p:sp>
      <p:sp>
        <p:nvSpPr>
          <p:cNvPr id="389585824" name="AutoShape 19" descr="https://www.jesusfilm.org/wp-content/uploads/2022/11/1541008305698.jpg?w=700"/>
          <p:cNvSpPr>
            <a:spLocks noGrp="1" noChangeShapeType="1"/>
          </p:cNvSpPr>
          <p:nvPr/>
        </p:nvSpPr>
        <p:spPr bwMode="auto">
          <a:xfrm>
            <a:off x="155575" y="-144462"/>
            <a:ext cx="304800" cy="304800"/>
          </a:xfrm>
          <a:prstGeom prst="rect">
            <a:avLst/>
          </a:prstGeom>
          <a:noFill/>
        </p:spPr>
        <p:txBody>
          <a:bodyPr lIns="91423" tIns="45711" rIns="91423" bIns="45711"/>
          <a:lstStyle/>
          <a:p>
            <a:pPr>
              <a:defRPr/>
            </a:pPr>
            <a:endParaRPr sz="1400"/>
          </a:p>
        </p:txBody>
      </p:sp>
      <p:sp>
        <p:nvSpPr>
          <p:cNvPr id="96914744" name="AutoShape 21" descr="https://www.jesusfilm.org/wp-content/uploads/2022/11/1541008305698.jpg?w=700"/>
          <p:cNvSpPr>
            <a:spLocks noGrp="1" noChangeShapeType="1"/>
          </p:cNvSpPr>
          <p:nvPr/>
        </p:nvSpPr>
        <p:spPr bwMode="auto">
          <a:xfrm>
            <a:off x="155575" y="-144462"/>
            <a:ext cx="304800" cy="304800"/>
          </a:xfrm>
          <a:prstGeom prst="rect">
            <a:avLst/>
          </a:prstGeom>
          <a:noFill/>
        </p:spPr>
        <p:txBody>
          <a:bodyPr lIns="91423" tIns="45711" rIns="91423" bIns="45711"/>
          <a:lstStyle/>
          <a:p>
            <a:pPr>
              <a:defRPr/>
            </a:pPr>
            <a:endParaRPr sz="14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728062433" name="Picture 2" descr="C:\Users\Guinevere\Desktop\backup Repsol\desktop pics\photography-15a.jpg"/>
          <p:cNvPicPr>
            <a:picLocks noGrp="1" noChangeAspect="1"/>
          </p:cNvPicPr>
          <p:nvPr/>
        </p:nvPicPr>
        <p:blipFill rotWithShape="1">
          <a:blip r:embed="rId1"/>
          <a:srcRect l="6919" t="6928" r="6889" b="7192"/>
          <a:stretch>
            <a:fillRect/>
          </a:stretch>
        </p:blipFill>
        <p:spPr bwMode="auto">
          <a:xfrm>
            <a:off x="0" y="20320"/>
            <a:ext cx="9149080" cy="6837045"/>
          </a:xfrm>
          <a:prstGeom prst="rect">
            <a:avLst/>
          </a:prstGeom>
          <a:noFill/>
        </p:spPr>
      </p:pic>
      <p:sp>
        <p:nvSpPr>
          <p:cNvPr id="2" name="Rounded Rectangle 1"/>
          <p:cNvSpPr/>
          <p:nvPr/>
        </p:nvSpPr>
        <p:spPr>
          <a:xfrm>
            <a:off x="272415" y="125095"/>
            <a:ext cx="8599170" cy="6544310"/>
          </a:xfrm>
          <a:prstGeom prst="roundRect">
            <a:avLst>
              <a:gd name="adj" fmla="val 7975"/>
            </a:avLst>
          </a:prstGeom>
          <a:solidFill>
            <a:schemeClr val="tx1">
              <a:lumMod val="85000"/>
              <a:lumOff val="15000"/>
              <a:alpha val="79000"/>
            </a:schemeClr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94212" name="Shape 94212"/>
          <p:cNvSpPr txBox="1">
            <a:spLocks noChangeShapeType="1"/>
          </p:cNvSpPr>
          <p:nvPr/>
        </p:nvSpPr>
        <p:spPr bwMode="auto">
          <a:xfrm>
            <a:off x="389890" y="260985"/>
            <a:ext cx="8364220" cy="6024245"/>
          </a:xfrm>
          <a:prstGeom prst="rect">
            <a:avLst/>
          </a:prstGeom>
          <a:noFill/>
        </p:spPr>
        <p:txBody>
          <a:bodyPr lIns="91423" tIns="45711" rIns="91423" bIns="45711" anchor="t" anchorCtr="0"/>
          <a:lstStyle/>
          <a:p>
            <a:pPr lvl="0" algn="ctr">
              <a:defRPr/>
            </a:pPr>
            <a:r>
              <a:rPr lang="en-ZA" sz="4000" b="1">
                <a:solidFill>
                  <a:srgbClr val="FFFFFF"/>
                </a:solidFill>
                <a:latin typeface="+mj-lt"/>
                <a:cs typeface="+mj-lt"/>
              </a:rPr>
              <a:t>Welcome</a:t>
            </a:r>
            <a:endParaRPr lang="en-ZA" sz="4000" b="1">
              <a:solidFill>
                <a:srgbClr val="FFFFFF"/>
              </a:solidFill>
              <a:latin typeface="+mj-lt"/>
              <a:cs typeface="+mj-lt"/>
            </a:endParaRPr>
          </a:p>
          <a:p>
            <a:pPr lvl="0" algn="ctr">
              <a:defRPr/>
            </a:pPr>
            <a:endParaRPr lang="en-US" sz="4000" b="1">
              <a:latin typeface="+mj-lt"/>
              <a:cs typeface="+mj-lt"/>
            </a:endParaRPr>
          </a:p>
          <a:p>
            <a:pPr lvl="0" algn="ctr">
              <a:defRPr/>
            </a:pPr>
            <a:r>
              <a:rPr lang="en-ZA" sz="2800" b="1">
                <a:solidFill>
                  <a:srgbClr val="FFFFFF"/>
                </a:solidFill>
                <a:latin typeface="+mj-lt"/>
                <a:cs typeface="+mj-lt"/>
              </a:rPr>
              <a:t>Please observe silence in the Church </a:t>
            </a:r>
            <a:endParaRPr lang="en-ZA" sz="2800" b="1">
              <a:solidFill>
                <a:srgbClr val="FFFFFF"/>
              </a:solidFill>
              <a:latin typeface="+mj-lt"/>
              <a:cs typeface="+mj-lt"/>
            </a:endParaRPr>
          </a:p>
          <a:p>
            <a:pPr lvl="0" algn="ctr">
              <a:defRPr/>
            </a:pPr>
            <a:r>
              <a:rPr lang="en-ZA" sz="2800" b="1">
                <a:solidFill>
                  <a:srgbClr val="FFFFFF"/>
                </a:solidFill>
                <a:latin typeface="+mj-lt"/>
                <a:cs typeface="+mj-lt"/>
              </a:rPr>
              <a:t>Remain  reverent, especially during the Consecration and receiving of</a:t>
            </a:r>
            <a:endParaRPr lang="en-ZA" sz="2800" b="1">
              <a:solidFill>
                <a:srgbClr val="FFFFFF"/>
              </a:solidFill>
              <a:latin typeface="+mj-lt"/>
              <a:cs typeface="+mj-lt"/>
            </a:endParaRPr>
          </a:p>
          <a:p>
            <a:pPr lvl="0" algn="ctr">
              <a:defRPr/>
            </a:pPr>
            <a:r>
              <a:rPr lang="en-ZA" sz="2800" b="1">
                <a:solidFill>
                  <a:srgbClr val="FFFFFF"/>
                </a:solidFill>
                <a:latin typeface="+mj-lt"/>
                <a:cs typeface="+mj-lt"/>
              </a:rPr>
              <a:t>Holy Communion.</a:t>
            </a:r>
            <a:endParaRPr lang="en-ZA" sz="2800" b="1">
              <a:solidFill>
                <a:srgbClr val="FFFFFF"/>
              </a:solidFill>
              <a:latin typeface="+mj-lt"/>
              <a:cs typeface="+mj-lt"/>
            </a:endParaRPr>
          </a:p>
          <a:p>
            <a:pPr lvl="0" algn="ctr">
              <a:defRPr/>
            </a:pPr>
            <a:endParaRPr lang="en-US" sz="2800" b="1">
              <a:latin typeface="+mj-lt"/>
              <a:cs typeface="+mj-lt"/>
            </a:endParaRPr>
          </a:p>
          <a:p>
            <a:pPr lvl="0" algn="ctr">
              <a:defRPr/>
            </a:pPr>
            <a:r>
              <a:rPr lang="en-ZA" sz="2800" b="1">
                <a:solidFill>
                  <a:srgbClr val="FFFFFF"/>
                </a:solidFill>
                <a:latin typeface="+mj-lt"/>
                <a:cs typeface="+mj-lt"/>
              </a:rPr>
              <a:t>Cellphones are to be switched off</a:t>
            </a:r>
            <a:endParaRPr lang="en-ZA" sz="2800" b="1">
              <a:solidFill>
                <a:srgbClr val="FFFFFF"/>
              </a:solidFill>
              <a:latin typeface="+mj-lt"/>
              <a:cs typeface="+mj-lt"/>
            </a:endParaRPr>
          </a:p>
          <a:p>
            <a:pPr lvl="0" algn="ctr">
              <a:defRPr/>
            </a:pPr>
            <a:endParaRPr lang="en-US" sz="2800" b="1">
              <a:latin typeface="+mj-lt"/>
              <a:cs typeface="+mj-lt"/>
            </a:endParaRPr>
          </a:p>
          <a:p>
            <a:pPr lvl="0" algn="ctr">
              <a:defRPr/>
            </a:pPr>
            <a:r>
              <a:rPr lang="en-ZA" sz="2800" b="1">
                <a:solidFill>
                  <a:srgbClr val="FFFFFF"/>
                </a:solidFill>
                <a:latin typeface="+mj-lt"/>
                <a:cs typeface="+mj-lt"/>
              </a:rPr>
              <a:t>Use bathrooms before or after Mass</a:t>
            </a:r>
            <a:endParaRPr lang="en-ZA" sz="2800" b="1">
              <a:solidFill>
                <a:srgbClr val="FFFFFF"/>
              </a:solidFill>
              <a:latin typeface="+mj-lt"/>
              <a:cs typeface="+mj-lt"/>
            </a:endParaRPr>
          </a:p>
          <a:p>
            <a:pPr lvl="0" algn="ctr">
              <a:defRPr/>
            </a:pPr>
            <a:endParaRPr lang="en-US" sz="2800" b="1">
              <a:latin typeface="+mj-lt"/>
              <a:cs typeface="+mj-lt"/>
            </a:endParaRPr>
          </a:p>
          <a:p>
            <a:pPr lvl="0" algn="ctr">
              <a:defRPr/>
            </a:pPr>
            <a:r>
              <a:rPr lang="en-ZA" sz="2800" b="1">
                <a:solidFill>
                  <a:srgbClr val="FFFFFF"/>
                </a:solidFill>
                <a:latin typeface="+mj-lt"/>
                <a:cs typeface="+mj-lt"/>
              </a:rPr>
              <a:t>Parents with little ones please </a:t>
            </a:r>
            <a:endParaRPr lang="en-ZA" sz="2800" b="1">
              <a:solidFill>
                <a:srgbClr val="FFFFFF"/>
              </a:solidFill>
              <a:latin typeface="+mj-lt"/>
              <a:cs typeface="+mj-lt"/>
            </a:endParaRPr>
          </a:p>
          <a:p>
            <a:pPr lvl="0" algn="ctr">
              <a:defRPr/>
            </a:pPr>
            <a:r>
              <a:rPr lang="en-ZA" sz="2800" b="1">
                <a:solidFill>
                  <a:srgbClr val="FFFFFF"/>
                </a:solidFill>
                <a:latin typeface="+mj-lt"/>
                <a:cs typeface="+mj-lt"/>
              </a:rPr>
              <a:t>use the baby chapel (crying room) </a:t>
            </a:r>
            <a:endParaRPr lang="en-ZA" sz="2800" b="1">
              <a:solidFill>
                <a:srgbClr val="FFFFFF"/>
              </a:solidFill>
              <a:latin typeface="+mj-lt"/>
              <a:cs typeface="+mj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18438180" name="AutoShape 7" descr="What Are the Parables of the Hidden Treasure and Pearl About? - Jesus Film  Project"/>
          <p:cNvSpPr>
            <a:spLocks noGrp="1" noChangeShapeType="1"/>
          </p:cNvSpPr>
          <p:nvPr/>
        </p:nvSpPr>
        <p:spPr bwMode="auto">
          <a:xfrm>
            <a:off x="155574" y="-144461"/>
            <a:ext cx="304799" cy="304799"/>
          </a:xfrm>
          <a:prstGeom prst="rect">
            <a:avLst/>
          </a:prstGeom>
          <a:noFill/>
        </p:spPr>
        <p:txBody>
          <a:bodyPr lIns="91422" tIns="45711" rIns="91422" bIns="45711"/>
          <a:lstStyle/>
          <a:p>
            <a:pPr>
              <a:defRPr/>
            </a:pPr>
            <a:endParaRPr sz="1400"/>
          </a:p>
        </p:txBody>
      </p:sp>
      <p:sp>
        <p:nvSpPr>
          <p:cNvPr id="683560190" name="AutoShape 9" descr="What Are the Parables of the Hidden Treasure and Pearl About? - Jesus Film  Project"/>
          <p:cNvSpPr>
            <a:spLocks noGrp="1" noChangeShapeType="1"/>
          </p:cNvSpPr>
          <p:nvPr/>
        </p:nvSpPr>
        <p:spPr bwMode="auto">
          <a:xfrm>
            <a:off x="155574" y="-144461"/>
            <a:ext cx="304799" cy="304799"/>
          </a:xfrm>
          <a:prstGeom prst="rect">
            <a:avLst/>
          </a:prstGeom>
          <a:noFill/>
        </p:spPr>
        <p:txBody>
          <a:bodyPr lIns="91422" tIns="45711" rIns="91422" bIns="45711"/>
          <a:lstStyle/>
          <a:p>
            <a:pPr>
              <a:defRPr/>
            </a:pPr>
            <a:endParaRPr sz="1400"/>
          </a:p>
        </p:txBody>
      </p:sp>
      <p:sp>
        <p:nvSpPr>
          <p:cNvPr id="1357567704" name="AutoShape 11" descr="What Are the Parables of the Hidden Treasure and Pearl About? - Jesus Film  Project"/>
          <p:cNvSpPr>
            <a:spLocks noGrp="1" noChangeShapeType="1"/>
          </p:cNvSpPr>
          <p:nvPr/>
        </p:nvSpPr>
        <p:spPr bwMode="auto">
          <a:xfrm>
            <a:off x="155574" y="-144461"/>
            <a:ext cx="304799" cy="304799"/>
          </a:xfrm>
          <a:prstGeom prst="rect">
            <a:avLst/>
          </a:prstGeom>
          <a:noFill/>
        </p:spPr>
        <p:txBody>
          <a:bodyPr lIns="91422" tIns="45711" rIns="91422" bIns="45711"/>
          <a:lstStyle/>
          <a:p>
            <a:pPr>
              <a:defRPr/>
            </a:pPr>
            <a:endParaRPr sz="1400"/>
          </a:p>
        </p:txBody>
      </p:sp>
      <p:sp>
        <p:nvSpPr>
          <p:cNvPr id="1645866429" name="AutoShape 13" descr="What Are the Parables of the Hidden Treasure and Pearl About? - Jesus Film  Project"/>
          <p:cNvSpPr>
            <a:spLocks noGrp="1" noChangeShapeType="1"/>
          </p:cNvSpPr>
          <p:nvPr/>
        </p:nvSpPr>
        <p:spPr bwMode="auto">
          <a:xfrm>
            <a:off x="155574" y="-144461"/>
            <a:ext cx="304799" cy="304799"/>
          </a:xfrm>
          <a:prstGeom prst="rect">
            <a:avLst/>
          </a:prstGeom>
          <a:noFill/>
        </p:spPr>
        <p:txBody>
          <a:bodyPr lIns="91422" tIns="45711" rIns="91422" bIns="45711"/>
          <a:lstStyle/>
          <a:p>
            <a:pPr>
              <a:defRPr/>
            </a:pPr>
            <a:endParaRPr sz="1400"/>
          </a:p>
        </p:txBody>
      </p:sp>
      <p:sp>
        <p:nvSpPr>
          <p:cNvPr id="1536364147" name="AutoShape 15" descr="What Are the Parables of the Hidden Treasure and Pearl About? - Jesus Film  Project"/>
          <p:cNvSpPr>
            <a:spLocks noGrp="1" noChangeShapeType="1"/>
          </p:cNvSpPr>
          <p:nvPr/>
        </p:nvSpPr>
        <p:spPr bwMode="auto">
          <a:xfrm>
            <a:off x="155574" y="-144461"/>
            <a:ext cx="304799" cy="304799"/>
          </a:xfrm>
          <a:prstGeom prst="rect">
            <a:avLst/>
          </a:prstGeom>
          <a:noFill/>
        </p:spPr>
        <p:txBody>
          <a:bodyPr lIns="91422" tIns="45711" rIns="91422" bIns="45711"/>
          <a:lstStyle/>
          <a:p>
            <a:pPr>
              <a:defRPr/>
            </a:pPr>
            <a:endParaRPr sz="1400"/>
          </a:p>
        </p:txBody>
      </p:sp>
      <p:sp>
        <p:nvSpPr>
          <p:cNvPr id="1831964846" name="AutoShape 17" descr="https://www.jesusfilm.org/wp-content/uploads/2022/11/1541008305698.jpg?w=700"/>
          <p:cNvSpPr>
            <a:spLocks noGrp="1" noChangeShapeType="1"/>
          </p:cNvSpPr>
          <p:nvPr/>
        </p:nvSpPr>
        <p:spPr bwMode="auto">
          <a:xfrm>
            <a:off x="155574" y="-144461"/>
            <a:ext cx="304799" cy="304799"/>
          </a:xfrm>
          <a:prstGeom prst="rect">
            <a:avLst/>
          </a:prstGeom>
          <a:noFill/>
        </p:spPr>
        <p:txBody>
          <a:bodyPr lIns="91422" tIns="45711" rIns="91422" bIns="45711"/>
          <a:lstStyle/>
          <a:p>
            <a:pPr>
              <a:defRPr/>
            </a:pPr>
            <a:endParaRPr sz="1400"/>
          </a:p>
        </p:txBody>
      </p:sp>
      <p:sp>
        <p:nvSpPr>
          <p:cNvPr id="1282357274" name="AutoShape 19" descr="https://www.jesusfilm.org/wp-content/uploads/2022/11/1541008305698.jpg?w=700"/>
          <p:cNvSpPr>
            <a:spLocks noGrp="1" noChangeShapeType="1"/>
          </p:cNvSpPr>
          <p:nvPr/>
        </p:nvSpPr>
        <p:spPr bwMode="auto">
          <a:xfrm>
            <a:off x="155574" y="-144461"/>
            <a:ext cx="304799" cy="304799"/>
          </a:xfrm>
          <a:prstGeom prst="rect">
            <a:avLst/>
          </a:prstGeom>
          <a:noFill/>
        </p:spPr>
        <p:txBody>
          <a:bodyPr lIns="91422" tIns="45711" rIns="91422" bIns="45711"/>
          <a:lstStyle/>
          <a:p>
            <a:pPr>
              <a:defRPr/>
            </a:pPr>
            <a:endParaRPr sz="1400"/>
          </a:p>
        </p:txBody>
      </p:sp>
      <p:sp>
        <p:nvSpPr>
          <p:cNvPr id="718524334" name="AutoShape 21" descr="https://www.jesusfilm.org/wp-content/uploads/2022/11/1541008305698.jpg?w=700"/>
          <p:cNvSpPr>
            <a:spLocks noGrp="1" noChangeShapeType="1"/>
          </p:cNvSpPr>
          <p:nvPr/>
        </p:nvSpPr>
        <p:spPr bwMode="auto">
          <a:xfrm>
            <a:off x="155574" y="-144461"/>
            <a:ext cx="304799" cy="304799"/>
          </a:xfrm>
          <a:prstGeom prst="rect">
            <a:avLst/>
          </a:prstGeom>
          <a:noFill/>
        </p:spPr>
        <p:txBody>
          <a:bodyPr lIns="91422" tIns="45711" rIns="91422" bIns="45711"/>
          <a:lstStyle/>
          <a:p>
            <a:pPr>
              <a:defRPr/>
            </a:pPr>
            <a:endParaRPr sz="14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87077644" name="Text Box 1"/>
          <p:cNvSpPr txBox="1">
            <a:spLocks noGrp="1" noChangeShapeType="1"/>
          </p:cNvSpPr>
          <p:nvPr/>
        </p:nvSpPr>
        <p:spPr bwMode="auto">
          <a:xfrm>
            <a:off x="457200" y="142875"/>
            <a:ext cx="8229600" cy="520700"/>
          </a:xfrm>
          <a:prstGeom prst="rect">
            <a:avLst/>
          </a:prstGeom>
          <a:noFill/>
        </p:spPr>
        <p:txBody>
          <a:bodyPr wrap="none" anchor="ctr" anchorCtr="0">
            <a:noAutofit/>
          </a:bodyPr>
          <a:lstStyle>
            <a:lvl1pPr marL="0" indent="0" algn="l" defTabSz="44894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Arial"/>
                <a:ea typeface="Arial"/>
              </a:defRPr>
            </a:lvl1pPr>
            <a:lvl2pPr marL="455295" indent="457200" algn="l" defTabSz="44894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Arial"/>
                <a:ea typeface="Arial"/>
              </a:defRPr>
            </a:lvl2pPr>
            <a:lvl3pPr marL="912495" indent="914400" algn="l" defTabSz="44894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Arial"/>
                <a:ea typeface="Arial"/>
              </a:defRPr>
            </a:lvl3pPr>
            <a:lvl4pPr marL="1369695" indent="1371600" algn="l" defTabSz="44894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Arial"/>
                <a:ea typeface="Arial"/>
              </a:defRPr>
            </a:lvl4pPr>
            <a:lvl5pPr marL="1826895" indent="1828800" algn="l" defTabSz="44894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Arial"/>
                <a:ea typeface="Arial"/>
              </a:defRPr>
            </a:lvl5pPr>
            <a:lvl6pPr defTabSz="448945">
              <a:defRPr lang="en-US" sz="1800"/>
            </a:lvl6pPr>
            <a:lvl7pPr defTabSz="448945">
              <a:defRPr lang="en-US" sz="1800"/>
            </a:lvl7pPr>
            <a:lvl8pPr defTabSz="448945">
              <a:defRPr lang="en-US" sz="1800"/>
            </a:lvl8pPr>
            <a:lvl9pPr defTabSz="448945">
              <a:defRPr lang="en-US" sz="1800"/>
            </a:lvl9pPr>
          </a:lstStyle>
          <a:p>
            <a:pPr lvl="0" algn="ctr">
              <a:buClrTx/>
              <a:buSzTx/>
              <a:buFontTx/>
              <a:defRPr/>
            </a:pPr>
            <a:r>
              <a:rPr sz="4000" b="1" u="sng">
                <a:solidFill>
                  <a:srgbClr val="FFF2CC"/>
                </a:solidFill>
                <a:cs typeface="+mn-ea"/>
                <a:sym typeface="+mn-ea"/>
              </a:rPr>
              <a:t>Entrance</a:t>
            </a:r>
            <a:endParaRPr sz="4000" b="1" u="sng">
              <a:solidFill>
                <a:srgbClr val="FFF2CC"/>
              </a:solidFill>
              <a:cs typeface="+mn-ea"/>
              <a:sym typeface="+mn-ea"/>
            </a:endParaRPr>
          </a:p>
        </p:txBody>
      </p:sp>
      <p:sp>
        <p:nvSpPr>
          <p:cNvPr id="1465200304" name="Text Box 2"/>
          <p:cNvSpPr txBox="1">
            <a:spLocks noGrp="1" noChangeShapeType="1"/>
          </p:cNvSpPr>
          <p:nvPr/>
        </p:nvSpPr>
        <p:spPr bwMode="auto">
          <a:xfrm>
            <a:off x="457200" y="1181099"/>
            <a:ext cx="8229600" cy="4945062"/>
          </a:xfrm>
          <a:prstGeom prst="rect">
            <a:avLst/>
          </a:prstGeom>
          <a:noFill/>
        </p:spPr>
        <p:txBody>
          <a:bodyPr lIns="91440" tIns="45720" rIns="91440" bIns="45720"/>
          <a:lstStyle>
            <a:lvl1pPr marL="0" indent="0" algn="l" defTabSz="44894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912495" algn="l"/>
                <a:tab pos="1826895" algn="l"/>
                <a:tab pos="2741295" algn="l"/>
                <a:tab pos="3655695" algn="l"/>
                <a:tab pos="4570095" algn="l"/>
                <a:tab pos="5484495" algn="l"/>
                <a:tab pos="6398895" algn="l"/>
                <a:tab pos="7313295" algn="l"/>
                <a:tab pos="8227695" algn="l"/>
                <a:tab pos="9142095" algn="l"/>
                <a:tab pos="10056495" algn="l"/>
              </a:tabLst>
              <a:defRPr lang="en-US" sz="1800" b="0" i="0">
                <a:solidFill>
                  <a:schemeClr val="dk1"/>
                </a:solidFill>
                <a:latin typeface="Arial"/>
                <a:ea typeface="Arial"/>
              </a:defRPr>
            </a:lvl1pPr>
            <a:lvl2pPr marL="455295" indent="457200" algn="l" defTabSz="44894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912495" algn="l"/>
                <a:tab pos="1826895" algn="l"/>
                <a:tab pos="2741295" algn="l"/>
                <a:tab pos="3655695" algn="l"/>
                <a:tab pos="4570095" algn="l"/>
                <a:tab pos="5484495" algn="l"/>
                <a:tab pos="6398895" algn="l"/>
                <a:tab pos="7313295" algn="l"/>
                <a:tab pos="8227695" algn="l"/>
                <a:tab pos="9142095" algn="l"/>
                <a:tab pos="10056495" algn="l"/>
              </a:tabLst>
              <a:defRPr lang="en-US" sz="1800" b="0" i="0">
                <a:solidFill>
                  <a:schemeClr val="dk1"/>
                </a:solidFill>
                <a:latin typeface="Arial"/>
                <a:ea typeface="Arial"/>
              </a:defRPr>
            </a:lvl2pPr>
            <a:lvl3pPr marL="912495" indent="914400" algn="l" defTabSz="44894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912495" algn="l"/>
                <a:tab pos="1826895" algn="l"/>
                <a:tab pos="2741295" algn="l"/>
                <a:tab pos="3655695" algn="l"/>
                <a:tab pos="4570095" algn="l"/>
                <a:tab pos="5484495" algn="l"/>
                <a:tab pos="6398895" algn="l"/>
                <a:tab pos="7313295" algn="l"/>
                <a:tab pos="8227695" algn="l"/>
                <a:tab pos="9142095" algn="l"/>
                <a:tab pos="10056495" algn="l"/>
              </a:tabLst>
              <a:defRPr lang="en-US" sz="1800" b="0" i="0">
                <a:solidFill>
                  <a:schemeClr val="dk1"/>
                </a:solidFill>
                <a:latin typeface="Arial"/>
                <a:ea typeface="Arial"/>
              </a:defRPr>
            </a:lvl3pPr>
            <a:lvl4pPr marL="1369695" indent="1371600" algn="l" defTabSz="44894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912495" algn="l"/>
                <a:tab pos="1826895" algn="l"/>
                <a:tab pos="2741295" algn="l"/>
                <a:tab pos="3655695" algn="l"/>
                <a:tab pos="4570095" algn="l"/>
                <a:tab pos="5484495" algn="l"/>
                <a:tab pos="6398895" algn="l"/>
                <a:tab pos="7313295" algn="l"/>
                <a:tab pos="8227695" algn="l"/>
                <a:tab pos="9142095" algn="l"/>
                <a:tab pos="10056495" algn="l"/>
              </a:tabLst>
              <a:defRPr lang="en-US" sz="1800" b="0" i="0">
                <a:solidFill>
                  <a:schemeClr val="dk1"/>
                </a:solidFill>
                <a:latin typeface="Arial"/>
                <a:ea typeface="Arial"/>
              </a:defRPr>
            </a:lvl4pPr>
            <a:lvl5pPr marL="1826895" indent="1828800" algn="l" defTabSz="44894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912495" algn="l"/>
                <a:tab pos="1826895" algn="l"/>
                <a:tab pos="2741295" algn="l"/>
                <a:tab pos="3655695" algn="l"/>
                <a:tab pos="4570095" algn="l"/>
                <a:tab pos="5484495" algn="l"/>
                <a:tab pos="6398895" algn="l"/>
                <a:tab pos="7313295" algn="l"/>
                <a:tab pos="8227695" algn="l"/>
                <a:tab pos="9142095" algn="l"/>
                <a:tab pos="10056495" algn="l"/>
              </a:tabLst>
              <a:defRPr lang="en-US" sz="1800" b="0" i="0">
                <a:solidFill>
                  <a:schemeClr val="dk1"/>
                </a:solidFill>
                <a:latin typeface="Arial"/>
                <a:ea typeface="Arial"/>
              </a:defRPr>
            </a:lvl5pPr>
            <a:lvl6pPr defTabSz="448945">
              <a:tabLst>
                <a:tab pos="912495" algn="l"/>
                <a:tab pos="1826895" algn="l"/>
                <a:tab pos="2741295" algn="l"/>
                <a:tab pos="3655695" algn="l"/>
                <a:tab pos="4570095" algn="l"/>
                <a:tab pos="5484495" algn="l"/>
                <a:tab pos="6398895" algn="l"/>
                <a:tab pos="7313295" algn="l"/>
                <a:tab pos="8227695" algn="l"/>
                <a:tab pos="9142095" algn="l"/>
                <a:tab pos="10056495" algn="l"/>
              </a:tabLst>
              <a:defRPr lang="en-US" sz="1800"/>
            </a:lvl6pPr>
            <a:lvl7pPr defTabSz="448945">
              <a:tabLst>
                <a:tab pos="912495" algn="l"/>
                <a:tab pos="1826895" algn="l"/>
                <a:tab pos="2741295" algn="l"/>
                <a:tab pos="3655695" algn="l"/>
                <a:tab pos="4570095" algn="l"/>
                <a:tab pos="5484495" algn="l"/>
                <a:tab pos="6398895" algn="l"/>
                <a:tab pos="7313295" algn="l"/>
                <a:tab pos="8227695" algn="l"/>
                <a:tab pos="9142095" algn="l"/>
                <a:tab pos="10056495" algn="l"/>
              </a:tabLst>
              <a:defRPr lang="en-US" sz="1800"/>
            </a:lvl7pPr>
            <a:lvl8pPr defTabSz="448945">
              <a:tabLst>
                <a:tab pos="912495" algn="l"/>
                <a:tab pos="1826895" algn="l"/>
                <a:tab pos="2741295" algn="l"/>
                <a:tab pos="3655695" algn="l"/>
                <a:tab pos="4570095" algn="l"/>
                <a:tab pos="5484495" algn="l"/>
                <a:tab pos="6398895" algn="l"/>
                <a:tab pos="7313295" algn="l"/>
                <a:tab pos="8227695" algn="l"/>
                <a:tab pos="9142095" algn="l"/>
                <a:tab pos="10056495" algn="l"/>
              </a:tabLst>
              <a:defRPr lang="en-US" sz="1800"/>
            </a:lvl8pPr>
            <a:lvl9pPr defTabSz="448945">
              <a:tabLst>
                <a:tab pos="912495" algn="l"/>
                <a:tab pos="1826895" algn="l"/>
                <a:tab pos="2741295" algn="l"/>
                <a:tab pos="3655695" algn="l"/>
                <a:tab pos="4570095" algn="l"/>
                <a:tab pos="5484495" algn="l"/>
                <a:tab pos="6398895" algn="l"/>
                <a:tab pos="7313295" algn="l"/>
                <a:tab pos="8227695" algn="l"/>
                <a:tab pos="9142095" algn="l"/>
                <a:tab pos="10056495" algn="l"/>
              </a:tabLst>
              <a:defRPr lang="en-US" sz="1800"/>
            </a:lvl9pPr>
          </a:lstStyle>
          <a:p>
            <a:pPr marL="342900" lvl="0" indent="-341630" algn="ctr" defTabSz="448945">
              <a:spcBef>
                <a:spcPts val="700"/>
              </a:spcBef>
              <a:buNone/>
              <a:tabLst>
                <a:tab pos="912495" algn="l"/>
                <a:tab pos="1826895" algn="l"/>
                <a:tab pos="2741295" algn="l"/>
                <a:tab pos="3655695" algn="l"/>
                <a:tab pos="4570095" algn="l"/>
                <a:tab pos="5484495" algn="l"/>
                <a:tab pos="6398895" algn="l"/>
                <a:tab pos="7313295" algn="l"/>
                <a:tab pos="8227695" algn="l"/>
                <a:tab pos="9142095" algn="l"/>
                <a:tab pos="10056495" algn="l"/>
              </a:tabLst>
              <a:defRPr/>
            </a:pPr>
            <a:r>
              <a:rPr sz="2800" b="1" i="0" u="none">
                <a:solidFill>
                  <a:srgbClr val="FFFFFF"/>
                </a:solidFill>
                <a:ea typeface="Microsoft YaHei"/>
              </a:rPr>
              <a:t>THE CHURCH’S ONE FOUNDATION</a:t>
            </a:r>
            <a:endParaRPr sz="2800" b="1" i="0" u="none">
              <a:solidFill>
                <a:srgbClr val="FFFFFF"/>
              </a:solidFill>
              <a:ea typeface="Microsoft YaHei"/>
            </a:endParaRPr>
          </a:p>
          <a:p>
            <a:pPr marL="342900" lvl="0" indent="-341630" algn="ctr" defTabSz="448945">
              <a:spcBef>
                <a:spcPts val="700"/>
              </a:spcBef>
              <a:buNone/>
              <a:tabLst>
                <a:tab pos="912495" algn="l"/>
                <a:tab pos="1826895" algn="l"/>
                <a:tab pos="2741295" algn="l"/>
                <a:tab pos="3655695" algn="l"/>
                <a:tab pos="4570095" algn="l"/>
                <a:tab pos="5484495" algn="l"/>
                <a:tab pos="6398895" algn="l"/>
                <a:tab pos="7313295" algn="l"/>
                <a:tab pos="8227695" algn="l"/>
                <a:tab pos="9142095" algn="l"/>
                <a:tab pos="10056495" algn="l"/>
              </a:tabLst>
              <a:defRPr/>
            </a:pPr>
            <a:r>
              <a:rPr sz="2800" b="1" i="0" u="none">
                <a:solidFill>
                  <a:srgbClr val="FFFFFF"/>
                </a:solidFill>
                <a:ea typeface="Microsoft YaHei"/>
              </a:rPr>
              <a:t>IS </a:t>
            </a:r>
            <a:r>
              <a:rPr sz="2800" b="1" i="0" u="none">
                <a:solidFill>
                  <a:srgbClr val="FFFFFF"/>
                </a:solidFill>
                <a:ea typeface="Microsoft YaHei"/>
              </a:rPr>
              <a:t>JESUS</a:t>
            </a:r>
            <a:r>
              <a:rPr sz="2800" b="1" i="0" u="none">
                <a:solidFill>
                  <a:srgbClr val="FFFFFF"/>
                </a:solidFill>
                <a:ea typeface="Microsoft YaHei"/>
              </a:rPr>
              <a:t> CHRIST HER LORD</a:t>
            </a:r>
            <a:endParaRPr sz="2800" b="1" i="0" u="none">
              <a:solidFill>
                <a:srgbClr val="FFFFFF"/>
              </a:solidFill>
              <a:ea typeface="Microsoft YaHei"/>
            </a:endParaRPr>
          </a:p>
          <a:p>
            <a:pPr marL="342900" lvl="0" indent="-341630" algn="ctr" defTabSz="448945">
              <a:spcBef>
                <a:spcPts val="700"/>
              </a:spcBef>
              <a:buNone/>
              <a:tabLst>
                <a:tab pos="912495" algn="l"/>
                <a:tab pos="1826895" algn="l"/>
                <a:tab pos="2741295" algn="l"/>
                <a:tab pos="3655695" algn="l"/>
                <a:tab pos="4570095" algn="l"/>
                <a:tab pos="5484495" algn="l"/>
                <a:tab pos="6398895" algn="l"/>
                <a:tab pos="7313295" algn="l"/>
                <a:tab pos="8227695" algn="l"/>
                <a:tab pos="9142095" algn="l"/>
                <a:tab pos="10056495" algn="l"/>
              </a:tabLst>
              <a:defRPr/>
            </a:pPr>
            <a:r>
              <a:rPr sz="2800" b="1" i="0" u="none">
                <a:solidFill>
                  <a:srgbClr val="FFFFFF"/>
                </a:solidFill>
                <a:ea typeface="Microsoft YaHei"/>
              </a:rPr>
              <a:t>SHE IS HIS NEW CREATION</a:t>
            </a:r>
            <a:endParaRPr sz="2800" b="1" i="0" u="none">
              <a:solidFill>
                <a:srgbClr val="FFFFFF"/>
              </a:solidFill>
              <a:ea typeface="Microsoft YaHei"/>
            </a:endParaRPr>
          </a:p>
          <a:p>
            <a:pPr marL="342900" lvl="0" indent="-341630" algn="ctr" defTabSz="448945">
              <a:spcBef>
                <a:spcPts val="700"/>
              </a:spcBef>
              <a:buNone/>
              <a:tabLst>
                <a:tab pos="912495" algn="l"/>
                <a:tab pos="1826895" algn="l"/>
                <a:tab pos="2741295" algn="l"/>
                <a:tab pos="3655695" algn="l"/>
                <a:tab pos="4570095" algn="l"/>
                <a:tab pos="5484495" algn="l"/>
                <a:tab pos="6398895" algn="l"/>
                <a:tab pos="7313295" algn="l"/>
                <a:tab pos="8227695" algn="l"/>
                <a:tab pos="9142095" algn="l"/>
                <a:tab pos="10056495" algn="l"/>
              </a:tabLst>
              <a:defRPr/>
            </a:pPr>
            <a:r>
              <a:rPr sz="2800" b="1" i="0" u="none">
                <a:solidFill>
                  <a:srgbClr val="FFFFFF"/>
                </a:solidFill>
                <a:ea typeface="Microsoft YaHei"/>
              </a:rPr>
              <a:t>BY WATER AND THE WORD</a:t>
            </a:r>
            <a:endParaRPr sz="2800" b="1" i="0" u="none">
              <a:solidFill>
                <a:srgbClr val="FFFFFF"/>
              </a:solidFill>
              <a:ea typeface="Microsoft YaHe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5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23124883" name="Text Box 1"/>
          <p:cNvSpPr txBox="1">
            <a:spLocks noGrp="1" noChangeShapeType="1"/>
          </p:cNvSpPr>
          <p:nvPr/>
        </p:nvSpPr>
        <p:spPr bwMode="auto">
          <a:xfrm>
            <a:off x="457200" y="22225"/>
            <a:ext cx="8229600" cy="763587"/>
          </a:xfrm>
          <a:prstGeom prst="rect">
            <a:avLst/>
          </a:prstGeom>
          <a:noFill/>
        </p:spPr>
        <p:txBody>
          <a:bodyPr wrap="none" anchor="ctr" anchorCtr="0"/>
          <a:lstStyle/>
          <a:p>
            <a:pPr>
              <a:defRPr/>
            </a:pPr>
            <a:endParaRPr sz="1400"/>
          </a:p>
        </p:txBody>
      </p:sp>
      <p:sp>
        <p:nvSpPr>
          <p:cNvPr id="572138790" name="Text Box 2"/>
          <p:cNvSpPr txBox="1">
            <a:spLocks noGrp="1" noChangeShapeType="1"/>
          </p:cNvSpPr>
          <p:nvPr/>
        </p:nvSpPr>
        <p:spPr bwMode="auto">
          <a:xfrm>
            <a:off x="457200" y="685800"/>
            <a:ext cx="8229600" cy="5440361"/>
          </a:xfrm>
          <a:prstGeom prst="rect">
            <a:avLst/>
          </a:prstGeom>
          <a:noFill/>
        </p:spPr>
        <p:txBody>
          <a:bodyPr lIns="91440" tIns="45720" rIns="91440" bIns="45720"/>
          <a:lstStyle>
            <a:lvl1pPr marL="0" indent="0" algn="l" defTabSz="44894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912495" algn="l"/>
                <a:tab pos="1826895" algn="l"/>
                <a:tab pos="2741295" algn="l"/>
                <a:tab pos="3655695" algn="l"/>
                <a:tab pos="4570095" algn="l"/>
                <a:tab pos="5484495" algn="l"/>
                <a:tab pos="6398895" algn="l"/>
                <a:tab pos="7313295" algn="l"/>
                <a:tab pos="8227695" algn="l"/>
                <a:tab pos="9142095" algn="l"/>
                <a:tab pos="10056495" algn="l"/>
              </a:tabLst>
              <a:defRPr lang="en-US" sz="1800" b="0" i="0">
                <a:solidFill>
                  <a:schemeClr val="dk1"/>
                </a:solidFill>
                <a:latin typeface="Arial"/>
                <a:ea typeface="Arial"/>
              </a:defRPr>
            </a:lvl1pPr>
            <a:lvl2pPr marL="455295" indent="457200" algn="l" defTabSz="44894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912495" algn="l"/>
                <a:tab pos="1826895" algn="l"/>
                <a:tab pos="2741295" algn="l"/>
                <a:tab pos="3655695" algn="l"/>
                <a:tab pos="4570095" algn="l"/>
                <a:tab pos="5484495" algn="l"/>
                <a:tab pos="6398895" algn="l"/>
                <a:tab pos="7313295" algn="l"/>
                <a:tab pos="8227695" algn="l"/>
                <a:tab pos="9142095" algn="l"/>
                <a:tab pos="10056495" algn="l"/>
              </a:tabLst>
              <a:defRPr lang="en-US" sz="1800" b="0" i="0">
                <a:solidFill>
                  <a:schemeClr val="dk1"/>
                </a:solidFill>
                <a:latin typeface="Arial"/>
                <a:ea typeface="Arial"/>
              </a:defRPr>
            </a:lvl2pPr>
            <a:lvl3pPr marL="912495" indent="914400" algn="l" defTabSz="44894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912495" algn="l"/>
                <a:tab pos="1826895" algn="l"/>
                <a:tab pos="2741295" algn="l"/>
                <a:tab pos="3655695" algn="l"/>
                <a:tab pos="4570095" algn="l"/>
                <a:tab pos="5484495" algn="l"/>
                <a:tab pos="6398895" algn="l"/>
                <a:tab pos="7313295" algn="l"/>
                <a:tab pos="8227695" algn="l"/>
                <a:tab pos="9142095" algn="l"/>
                <a:tab pos="10056495" algn="l"/>
              </a:tabLst>
              <a:defRPr lang="en-US" sz="1800" b="0" i="0">
                <a:solidFill>
                  <a:schemeClr val="dk1"/>
                </a:solidFill>
                <a:latin typeface="Arial"/>
                <a:ea typeface="Arial"/>
              </a:defRPr>
            </a:lvl3pPr>
            <a:lvl4pPr marL="1369695" indent="1371600" algn="l" defTabSz="44894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912495" algn="l"/>
                <a:tab pos="1826895" algn="l"/>
                <a:tab pos="2741295" algn="l"/>
                <a:tab pos="3655695" algn="l"/>
                <a:tab pos="4570095" algn="l"/>
                <a:tab pos="5484495" algn="l"/>
                <a:tab pos="6398895" algn="l"/>
                <a:tab pos="7313295" algn="l"/>
                <a:tab pos="8227695" algn="l"/>
                <a:tab pos="9142095" algn="l"/>
                <a:tab pos="10056495" algn="l"/>
              </a:tabLst>
              <a:defRPr lang="en-US" sz="1800" b="0" i="0">
                <a:solidFill>
                  <a:schemeClr val="dk1"/>
                </a:solidFill>
                <a:latin typeface="Arial"/>
                <a:ea typeface="Arial"/>
              </a:defRPr>
            </a:lvl4pPr>
            <a:lvl5pPr marL="1826895" indent="1828800" algn="l" defTabSz="44894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912495" algn="l"/>
                <a:tab pos="1826895" algn="l"/>
                <a:tab pos="2741295" algn="l"/>
                <a:tab pos="3655695" algn="l"/>
                <a:tab pos="4570095" algn="l"/>
                <a:tab pos="5484495" algn="l"/>
                <a:tab pos="6398895" algn="l"/>
                <a:tab pos="7313295" algn="l"/>
                <a:tab pos="8227695" algn="l"/>
                <a:tab pos="9142095" algn="l"/>
                <a:tab pos="10056495" algn="l"/>
              </a:tabLst>
              <a:defRPr lang="en-US" sz="1800" b="0" i="0">
                <a:solidFill>
                  <a:schemeClr val="dk1"/>
                </a:solidFill>
                <a:latin typeface="Arial"/>
                <a:ea typeface="Arial"/>
              </a:defRPr>
            </a:lvl5pPr>
            <a:lvl6pPr defTabSz="448945">
              <a:tabLst>
                <a:tab pos="912495" algn="l"/>
                <a:tab pos="1826895" algn="l"/>
                <a:tab pos="2741295" algn="l"/>
                <a:tab pos="3655695" algn="l"/>
                <a:tab pos="4570095" algn="l"/>
                <a:tab pos="5484495" algn="l"/>
                <a:tab pos="6398895" algn="l"/>
                <a:tab pos="7313295" algn="l"/>
                <a:tab pos="8227695" algn="l"/>
                <a:tab pos="9142095" algn="l"/>
                <a:tab pos="10056495" algn="l"/>
              </a:tabLst>
              <a:defRPr lang="en-US" sz="1800"/>
            </a:lvl6pPr>
            <a:lvl7pPr defTabSz="448945">
              <a:tabLst>
                <a:tab pos="912495" algn="l"/>
                <a:tab pos="1826895" algn="l"/>
                <a:tab pos="2741295" algn="l"/>
                <a:tab pos="3655695" algn="l"/>
                <a:tab pos="4570095" algn="l"/>
                <a:tab pos="5484495" algn="l"/>
                <a:tab pos="6398895" algn="l"/>
                <a:tab pos="7313295" algn="l"/>
                <a:tab pos="8227695" algn="l"/>
                <a:tab pos="9142095" algn="l"/>
                <a:tab pos="10056495" algn="l"/>
              </a:tabLst>
              <a:defRPr lang="en-US" sz="1800"/>
            </a:lvl7pPr>
            <a:lvl8pPr defTabSz="448945">
              <a:tabLst>
                <a:tab pos="912495" algn="l"/>
                <a:tab pos="1826895" algn="l"/>
                <a:tab pos="2741295" algn="l"/>
                <a:tab pos="3655695" algn="l"/>
                <a:tab pos="4570095" algn="l"/>
                <a:tab pos="5484495" algn="l"/>
                <a:tab pos="6398895" algn="l"/>
                <a:tab pos="7313295" algn="l"/>
                <a:tab pos="8227695" algn="l"/>
                <a:tab pos="9142095" algn="l"/>
                <a:tab pos="10056495" algn="l"/>
              </a:tabLst>
              <a:defRPr lang="en-US" sz="1800"/>
            </a:lvl8pPr>
            <a:lvl9pPr defTabSz="448945">
              <a:tabLst>
                <a:tab pos="912495" algn="l"/>
                <a:tab pos="1826895" algn="l"/>
                <a:tab pos="2741295" algn="l"/>
                <a:tab pos="3655695" algn="l"/>
                <a:tab pos="4570095" algn="l"/>
                <a:tab pos="5484495" algn="l"/>
                <a:tab pos="6398895" algn="l"/>
                <a:tab pos="7313295" algn="l"/>
                <a:tab pos="8227695" algn="l"/>
                <a:tab pos="9142095" algn="l"/>
                <a:tab pos="10056495" algn="l"/>
              </a:tabLst>
              <a:defRPr lang="en-US" sz="1800"/>
            </a:lvl9pPr>
          </a:lstStyle>
          <a:p>
            <a:pPr marL="342900" lvl="0" indent="-341630" algn="ctr" defTabSz="448945">
              <a:spcBef>
                <a:spcPts val="700"/>
              </a:spcBef>
              <a:buNone/>
              <a:tabLst>
                <a:tab pos="912495" algn="l"/>
                <a:tab pos="1826895" algn="l"/>
                <a:tab pos="2741295" algn="l"/>
                <a:tab pos="3655695" algn="l"/>
                <a:tab pos="4570095" algn="l"/>
                <a:tab pos="5484495" algn="l"/>
                <a:tab pos="6398895" algn="l"/>
                <a:tab pos="7313295" algn="l"/>
                <a:tab pos="8227695" algn="l"/>
                <a:tab pos="9142095" algn="l"/>
                <a:tab pos="10056495" algn="l"/>
              </a:tabLst>
              <a:defRPr/>
            </a:pPr>
            <a:r>
              <a:rPr sz="2800" b="1" i="0" u="none">
                <a:solidFill>
                  <a:srgbClr val="FFFFFF"/>
                </a:solidFill>
                <a:ea typeface="Microsoft YaHei"/>
              </a:rPr>
              <a:t>FROM HEAVEN HE CAME </a:t>
            </a:r>
            <a:endParaRPr sz="2800" b="1" i="0" u="none">
              <a:solidFill>
                <a:srgbClr val="FFFFFF"/>
              </a:solidFill>
              <a:ea typeface="Microsoft YaHei"/>
            </a:endParaRPr>
          </a:p>
          <a:p>
            <a:pPr marL="342900" lvl="0" indent="-341630" algn="ctr" defTabSz="448945">
              <a:spcBef>
                <a:spcPts val="700"/>
              </a:spcBef>
              <a:buNone/>
              <a:tabLst>
                <a:tab pos="912495" algn="l"/>
                <a:tab pos="1826895" algn="l"/>
                <a:tab pos="2741295" algn="l"/>
                <a:tab pos="3655695" algn="l"/>
                <a:tab pos="4570095" algn="l"/>
                <a:tab pos="5484495" algn="l"/>
                <a:tab pos="6398895" algn="l"/>
                <a:tab pos="7313295" algn="l"/>
                <a:tab pos="8227695" algn="l"/>
                <a:tab pos="9142095" algn="l"/>
                <a:tab pos="10056495" algn="l"/>
              </a:tabLst>
              <a:defRPr/>
            </a:pPr>
            <a:r>
              <a:rPr sz="2800" b="1" i="0" u="none">
                <a:solidFill>
                  <a:srgbClr val="FFFFFF"/>
                </a:solidFill>
                <a:ea typeface="Microsoft YaHei"/>
              </a:rPr>
              <a:t>AND SOUGHT HER</a:t>
            </a:r>
            <a:endParaRPr sz="2800" b="1" i="0" u="none">
              <a:solidFill>
                <a:srgbClr val="FFFFFF"/>
              </a:solidFill>
              <a:ea typeface="Microsoft YaHei"/>
            </a:endParaRPr>
          </a:p>
          <a:p>
            <a:pPr marL="342900" lvl="0" indent="-341630" algn="ctr" defTabSz="448945">
              <a:spcBef>
                <a:spcPts val="700"/>
              </a:spcBef>
              <a:buNone/>
              <a:tabLst>
                <a:tab pos="912495" algn="l"/>
                <a:tab pos="1826895" algn="l"/>
                <a:tab pos="2741295" algn="l"/>
                <a:tab pos="3655695" algn="l"/>
                <a:tab pos="4570095" algn="l"/>
                <a:tab pos="5484495" algn="l"/>
                <a:tab pos="6398895" algn="l"/>
                <a:tab pos="7313295" algn="l"/>
                <a:tab pos="8227695" algn="l"/>
                <a:tab pos="9142095" algn="l"/>
                <a:tab pos="10056495" algn="l"/>
              </a:tabLst>
              <a:defRPr/>
            </a:pPr>
            <a:r>
              <a:rPr sz="2800" b="1" i="0" u="none">
                <a:solidFill>
                  <a:srgbClr val="FFFFFF"/>
                </a:solidFill>
                <a:ea typeface="Microsoft YaHei"/>
              </a:rPr>
              <a:t>TO BE HIS HOLY BRIDE</a:t>
            </a:r>
            <a:endParaRPr sz="2800" b="1" i="0" u="none">
              <a:solidFill>
                <a:srgbClr val="FFFFFF"/>
              </a:solidFill>
              <a:ea typeface="Microsoft YaHei"/>
            </a:endParaRPr>
          </a:p>
          <a:p>
            <a:pPr marL="342900" lvl="0" indent="-341630" algn="ctr" defTabSz="448945">
              <a:spcBef>
                <a:spcPts val="700"/>
              </a:spcBef>
              <a:buNone/>
              <a:tabLst>
                <a:tab pos="912495" algn="l"/>
                <a:tab pos="1826895" algn="l"/>
                <a:tab pos="2741295" algn="l"/>
                <a:tab pos="3655695" algn="l"/>
                <a:tab pos="4570095" algn="l"/>
                <a:tab pos="5484495" algn="l"/>
                <a:tab pos="6398895" algn="l"/>
                <a:tab pos="7313295" algn="l"/>
                <a:tab pos="8227695" algn="l"/>
                <a:tab pos="9142095" algn="l"/>
                <a:tab pos="10056495" algn="l"/>
              </a:tabLst>
              <a:defRPr/>
            </a:pPr>
            <a:r>
              <a:rPr sz="2800" b="1" i="0" u="none">
                <a:solidFill>
                  <a:srgbClr val="FFFFFF"/>
                </a:solidFill>
                <a:ea typeface="Microsoft YaHei"/>
              </a:rPr>
              <a:t>WITH HIS OWN </a:t>
            </a:r>
            <a:r>
              <a:rPr sz="2800" b="1" i="0" u="none">
                <a:solidFill>
                  <a:srgbClr val="FFFFFF"/>
                </a:solidFill>
                <a:ea typeface="Microsoft YaHei"/>
              </a:rPr>
              <a:t>BLOOD</a:t>
            </a:r>
            <a:r>
              <a:rPr sz="2800" b="1" i="0" u="none">
                <a:solidFill>
                  <a:srgbClr val="FFFFFF"/>
                </a:solidFill>
                <a:ea typeface="Microsoft YaHei"/>
              </a:rPr>
              <a:t> HE BOUGHT HER</a:t>
            </a:r>
            <a:endParaRPr sz="2800" b="1" i="0" u="none">
              <a:solidFill>
                <a:srgbClr val="FFFFFF"/>
              </a:solidFill>
              <a:ea typeface="Microsoft YaHei"/>
            </a:endParaRPr>
          </a:p>
          <a:p>
            <a:pPr marL="342900" lvl="0" indent="-341630" algn="ctr" defTabSz="448945">
              <a:spcBef>
                <a:spcPts val="700"/>
              </a:spcBef>
              <a:buNone/>
              <a:tabLst>
                <a:tab pos="912495" algn="l"/>
                <a:tab pos="1826895" algn="l"/>
                <a:tab pos="2741295" algn="l"/>
                <a:tab pos="3655695" algn="l"/>
                <a:tab pos="4570095" algn="l"/>
                <a:tab pos="5484495" algn="l"/>
                <a:tab pos="6398895" algn="l"/>
                <a:tab pos="7313295" algn="l"/>
                <a:tab pos="8227695" algn="l"/>
                <a:tab pos="9142095" algn="l"/>
                <a:tab pos="10056495" algn="l"/>
              </a:tabLst>
              <a:defRPr/>
            </a:pPr>
            <a:r>
              <a:rPr sz="2800" b="1" i="0" u="none">
                <a:solidFill>
                  <a:srgbClr val="FFFFFF"/>
                </a:solidFill>
                <a:ea typeface="Microsoft YaHei"/>
              </a:rPr>
              <a:t>AND FOR HER LIFE HE DIED</a:t>
            </a:r>
            <a:endParaRPr sz="2800" b="1" i="0" u="none">
              <a:solidFill>
                <a:srgbClr val="FFFFFF"/>
              </a:solidFill>
              <a:ea typeface="Microsoft YaHei"/>
            </a:endParaRPr>
          </a:p>
          <a:p>
            <a:pPr marL="342900" lvl="0" indent="-341630" defTabSz="448945">
              <a:spcBef>
                <a:spcPts val="700"/>
              </a:spcBef>
              <a:buNone/>
              <a:tabLst>
                <a:tab pos="912495" algn="l"/>
                <a:tab pos="1826895" algn="l"/>
                <a:tab pos="2741295" algn="l"/>
                <a:tab pos="3655695" algn="l"/>
                <a:tab pos="4570095" algn="l"/>
                <a:tab pos="5484495" algn="l"/>
                <a:tab pos="6398895" algn="l"/>
                <a:tab pos="7313295" algn="l"/>
                <a:tab pos="8227695" algn="l"/>
                <a:tab pos="9142095" algn="l"/>
                <a:tab pos="10056495" algn="l"/>
              </a:tabLst>
              <a:defRPr/>
            </a:pPr>
            <a:endParaRPr sz="2800" b="1" i="0" u="none">
              <a:solidFill>
                <a:srgbClr val="FFFFFF"/>
              </a:solidFill>
              <a:ea typeface="Microsoft YaHe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5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64764270" name="Text Box 1"/>
          <p:cNvSpPr txBox="1">
            <a:spLocks noGrp="1" noChangeShapeType="1"/>
          </p:cNvSpPr>
          <p:nvPr/>
        </p:nvSpPr>
        <p:spPr bwMode="auto">
          <a:xfrm>
            <a:off x="457200" y="22225"/>
            <a:ext cx="8229600" cy="763587"/>
          </a:xfrm>
          <a:prstGeom prst="rect">
            <a:avLst/>
          </a:prstGeom>
          <a:noFill/>
        </p:spPr>
        <p:txBody>
          <a:bodyPr wrap="none" anchor="ctr" anchorCtr="0"/>
          <a:lstStyle/>
          <a:p>
            <a:pPr>
              <a:defRPr/>
            </a:pPr>
            <a:endParaRPr sz="1400"/>
          </a:p>
        </p:txBody>
      </p:sp>
      <p:sp>
        <p:nvSpPr>
          <p:cNvPr id="1483836356" name="Text Box 2"/>
          <p:cNvSpPr txBox="1">
            <a:spLocks noGrp="1" noChangeShapeType="1"/>
          </p:cNvSpPr>
          <p:nvPr/>
        </p:nvSpPr>
        <p:spPr bwMode="auto">
          <a:xfrm>
            <a:off x="457200" y="685800"/>
            <a:ext cx="8229600" cy="5440361"/>
          </a:xfrm>
          <a:prstGeom prst="rect">
            <a:avLst/>
          </a:prstGeom>
          <a:noFill/>
        </p:spPr>
        <p:txBody>
          <a:bodyPr lIns="91440" tIns="45720" rIns="91440" bIns="45720"/>
          <a:lstStyle>
            <a:lvl1pPr marL="0" indent="0" algn="l" defTabSz="44894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912495" algn="l"/>
                <a:tab pos="1826895" algn="l"/>
                <a:tab pos="2741295" algn="l"/>
                <a:tab pos="3655695" algn="l"/>
                <a:tab pos="4570095" algn="l"/>
                <a:tab pos="5484495" algn="l"/>
                <a:tab pos="6398895" algn="l"/>
                <a:tab pos="7313295" algn="l"/>
                <a:tab pos="8227695" algn="l"/>
                <a:tab pos="9142095" algn="l"/>
                <a:tab pos="10056495" algn="l"/>
              </a:tabLst>
              <a:defRPr lang="en-US" sz="1800" b="0" i="0">
                <a:solidFill>
                  <a:schemeClr val="dk1"/>
                </a:solidFill>
                <a:latin typeface="Arial"/>
                <a:ea typeface="Arial"/>
              </a:defRPr>
            </a:lvl1pPr>
            <a:lvl2pPr marL="455295" indent="457200" algn="l" defTabSz="44894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912495" algn="l"/>
                <a:tab pos="1826895" algn="l"/>
                <a:tab pos="2741295" algn="l"/>
                <a:tab pos="3655695" algn="l"/>
                <a:tab pos="4570095" algn="l"/>
                <a:tab pos="5484495" algn="l"/>
                <a:tab pos="6398895" algn="l"/>
                <a:tab pos="7313295" algn="l"/>
                <a:tab pos="8227695" algn="l"/>
                <a:tab pos="9142095" algn="l"/>
                <a:tab pos="10056495" algn="l"/>
              </a:tabLst>
              <a:defRPr lang="en-US" sz="1800" b="0" i="0">
                <a:solidFill>
                  <a:schemeClr val="dk1"/>
                </a:solidFill>
                <a:latin typeface="Arial"/>
                <a:ea typeface="Arial"/>
              </a:defRPr>
            </a:lvl2pPr>
            <a:lvl3pPr marL="912495" indent="914400" algn="l" defTabSz="44894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912495" algn="l"/>
                <a:tab pos="1826895" algn="l"/>
                <a:tab pos="2741295" algn="l"/>
                <a:tab pos="3655695" algn="l"/>
                <a:tab pos="4570095" algn="l"/>
                <a:tab pos="5484495" algn="l"/>
                <a:tab pos="6398895" algn="l"/>
                <a:tab pos="7313295" algn="l"/>
                <a:tab pos="8227695" algn="l"/>
                <a:tab pos="9142095" algn="l"/>
                <a:tab pos="10056495" algn="l"/>
              </a:tabLst>
              <a:defRPr lang="en-US" sz="1800" b="0" i="0">
                <a:solidFill>
                  <a:schemeClr val="dk1"/>
                </a:solidFill>
                <a:latin typeface="Arial"/>
                <a:ea typeface="Arial"/>
              </a:defRPr>
            </a:lvl3pPr>
            <a:lvl4pPr marL="1369695" indent="1371600" algn="l" defTabSz="44894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912495" algn="l"/>
                <a:tab pos="1826895" algn="l"/>
                <a:tab pos="2741295" algn="l"/>
                <a:tab pos="3655695" algn="l"/>
                <a:tab pos="4570095" algn="l"/>
                <a:tab pos="5484495" algn="l"/>
                <a:tab pos="6398895" algn="l"/>
                <a:tab pos="7313295" algn="l"/>
                <a:tab pos="8227695" algn="l"/>
                <a:tab pos="9142095" algn="l"/>
                <a:tab pos="10056495" algn="l"/>
              </a:tabLst>
              <a:defRPr lang="en-US" sz="1800" b="0" i="0">
                <a:solidFill>
                  <a:schemeClr val="dk1"/>
                </a:solidFill>
                <a:latin typeface="Arial"/>
                <a:ea typeface="Arial"/>
              </a:defRPr>
            </a:lvl4pPr>
            <a:lvl5pPr marL="1826895" indent="1828800" algn="l" defTabSz="44894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912495" algn="l"/>
                <a:tab pos="1826895" algn="l"/>
                <a:tab pos="2741295" algn="l"/>
                <a:tab pos="3655695" algn="l"/>
                <a:tab pos="4570095" algn="l"/>
                <a:tab pos="5484495" algn="l"/>
                <a:tab pos="6398895" algn="l"/>
                <a:tab pos="7313295" algn="l"/>
                <a:tab pos="8227695" algn="l"/>
                <a:tab pos="9142095" algn="l"/>
                <a:tab pos="10056495" algn="l"/>
              </a:tabLst>
              <a:defRPr lang="en-US" sz="1800" b="0" i="0">
                <a:solidFill>
                  <a:schemeClr val="dk1"/>
                </a:solidFill>
                <a:latin typeface="Arial"/>
                <a:ea typeface="Arial"/>
              </a:defRPr>
            </a:lvl5pPr>
            <a:lvl6pPr defTabSz="448945">
              <a:tabLst>
                <a:tab pos="912495" algn="l"/>
                <a:tab pos="1826895" algn="l"/>
                <a:tab pos="2741295" algn="l"/>
                <a:tab pos="3655695" algn="l"/>
                <a:tab pos="4570095" algn="l"/>
                <a:tab pos="5484495" algn="l"/>
                <a:tab pos="6398895" algn="l"/>
                <a:tab pos="7313295" algn="l"/>
                <a:tab pos="8227695" algn="l"/>
                <a:tab pos="9142095" algn="l"/>
                <a:tab pos="10056495" algn="l"/>
              </a:tabLst>
              <a:defRPr lang="en-US" sz="1800"/>
            </a:lvl6pPr>
            <a:lvl7pPr defTabSz="448945">
              <a:tabLst>
                <a:tab pos="912495" algn="l"/>
                <a:tab pos="1826895" algn="l"/>
                <a:tab pos="2741295" algn="l"/>
                <a:tab pos="3655695" algn="l"/>
                <a:tab pos="4570095" algn="l"/>
                <a:tab pos="5484495" algn="l"/>
                <a:tab pos="6398895" algn="l"/>
                <a:tab pos="7313295" algn="l"/>
                <a:tab pos="8227695" algn="l"/>
                <a:tab pos="9142095" algn="l"/>
                <a:tab pos="10056495" algn="l"/>
              </a:tabLst>
              <a:defRPr lang="en-US" sz="1800"/>
            </a:lvl7pPr>
            <a:lvl8pPr defTabSz="448945">
              <a:tabLst>
                <a:tab pos="912495" algn="l"/>
                <a:tab pos="1826895" algn="l"/>
                <a:tab pos="2741295" algn="l"/>
                <a:tab pos="3655695" algn="l"/>
                <a:tab pos="4570095" algn="l"/>
                <a:tab pos="5484495" algn="l"/>
                <a:tab pos="6398895" algn="l"/>
                <a:tab pos="7313295" algn="l"/>
                <a:tab pos="8227695" algn="l"/>
                <a:tab pos="9142095" algn="l"/>
                <a:tab pos="10056495" algn="l"/>
              </a:tabLst>
              <a:defRPr lang="en-US" sz="1800"/>
            </a:lvl8pPr>
            <a:lvl9pPr defTabSz="448945">
              <a:tabLst>
                <a:tab pos="912495" algn="l"/>
                <a:tab pos="1826895" algn="l"/>
                <a:tab pos="2741295" algn="l"/>
                <a:tab pos="3655695" algn="l"/>
                <a:tab pos="4570095" algn="l"/>
                <a:tab pos="5484495" algn="l"/>
                <a:tab pos="6398895" algn="l"/>
                <a:tab pos="7313295" algn="l"/>
                <a:tab pos="8227695" algn="l"/>
                <a:tab pos="9142095" algn="l"/>
                <a:tab pos="10056495" algn="l"/>
              </a:tabLst>
              <a:defRPr lang="en-US" sz="1800"/>
            </a:lvl9pPr>
          </a:lstStyle>
          <a:p>
            <a:pPr marL="342900" lvl="0" indent="-341630" algn="ctr" defTabSz="448945">
              <a:spcBef>
                <a:spcPts val="700"/>
              </a:spcBef>
              <a:buNone/>
              <a:tabLst>
                <a:tab pos="912495" algn="l"/>
                <a:tab pos="1826895" algn="l"/>
                <a:tab pos="2741295" algn="l"/>
                <a:tab pos="3655695" algn="l"/>
                <a:tab pos="4570095" algn="l"/>
                <a:tab pos="5484495" algn="l"/>
                <a:tab pos="6398895" algn="l"/>
                <a:tab pos="7313295" algn="l"/>
                <a:tab pos="8227695" algn="l"/>
                <a:tab pos="9142095" algn="l"/>
                <a:tab pos="10056495" algn="l"/>
              </a:tabLst>
              <a:defRPr/>
            </a:pPr>
            <a:r>
              <a:rPr sz="2800" b="1" i="0" u="none">
                <a:solidFill>
                  <a:srgbClr val="FFFFFF"/>
                </a:solidFill>
                <a:ea typeface="Microsoft YaHei"/>
              </a:rPr>
              <a:t>O HAPPY ONES AND HOLY</a:t>
            </a:r>
            <a:endParaRPr sz="2800" b="1" i="0" u="none">
              <a:solidFill>
                <a:srgbClr val="FFFFFF"/>
              </a:solidFill>
              <a:ea typeface="Microsoft YaHei"/>
            </a:endParaRPr>
          </a:p>
          <a:p>
            <a:pPr marL="342900" lvl="0" indent="-341630" algn="ctr" defTabSz="448945">
              <a:spcBef>
                <a:spcPts val="700"/>
              </a:spcBef>
              <a:buNone/>
              <a:tabLst>
                <a:tab pos="912495" algn="l"/>
                <a:tab pos="1826895" algn="l"/>
                <a:tab pos="2741295" algn="l"/>
                <a:tab pos="3655695" algn="l"/>
                <a:tab pos="4570095" algn="l"/>
                <a:tab pos="5484495" algn="l"/>
                <a:tab pos="6398895" algn="l"/>
                <a:tab pos="7313295" algn="l"/>
                <a:tab pos="8227695" algn="l"/>
                <a:tab pos="9142095" algn="l"/>
                <a:tab pos="10056495" algn="l"/>
              </a:tabLst>
              <a:defRPr/>
            </a:pPr>
            <a:r>
              <a:rPr sz="2800" b="1" i="0" u="none">
                <a:solidFill>
                  <a:srgbClr val="FFFFFF"/>
                </a:solidFill>
                <a:ea typeface="Microsoft YaHei"/>
              </a:rPr>
              <a:t>LORD, GIVE US GRACE THAT WE</a:t>
            </a:r>
            <a:endParaRPr sz="2800" b="1" i="0" u="none">
              <a:solidFill>
                <a:srgbClr val="FFFFFF"/>
              </a:solidFill>
              <a:ea typeface="Microsoft YaHei"/>
            </a:endParaRPr>
          </a:p>
          <a:p>
            <a:pPr marL="342900" lvl="0" indent="-341630" algn="ctr" defTabSz="448945">
              <a:spcBef>
                <a:spcPts val="700"/>
              </a:spcBef>
              <a:buNone/>
              <a:tabLst>
                <a:tab pos="912495" algn="l"/>
                <a:tab pos="1826895" algn="l"/>
                <a:tab pos="2741295" algn="l"/>
                <a:tab pos="3655695" algn="l"/>
                <a:tab pos="4570095" algn="l"/>
                <a:tab pos="5484495" algn="l"/>
                <a:tab pos="6398895" algn="l"/>
                <a:tab pos="7313295" algn="l"/>
                <a:tab pos="8227695" algn="l"/>
                <a:tab pos="9142095" algn="l"/>
                <a:tab pos="10056495" algn="l"/>
              </a:tabLst>
              <a:defRPr/>
            </a:pPr>
            <a:r>
              <a:rPr sz="2800" b="1" i="0" u="none">
                <a:solidFill>
                  <a:srgbClr val="FFFFFF"/>
                </a:solidFill>
                <a:ea typeface="Microsoft YaHei"/>
              </a:rPr>
              <a:t>LIKE THEM, THE MEEK AND LOWLY</a:t>
            </a:r>
            <a:endParaRPr sz="2800" b="1" i="0" u="none">
              <a:solidFill>
                <a:srgbClr val="FFFFFF"/>
              </a:solidFill>
              <a:ea typeface="Microsoft YaHei"/>
            </a:endParaRPr>
          </a:p>
          <a:p>
            <a:pPr marL="342900" lvl="0" indent="-341630" algn="ctr" defTabSz="448945">
              <a:spcBef>
                <a:spcPts val="700"/>
              </a:spcBef>
              <a:buNone/>
              <a:tabLst>
                <a:tab pos="912495" algn="l"/>
                <a:tab pos="1826895" algn="l"/>
                <a:tab pos="2741295" algn="l"/>
                <a:tab pos="3655695" algn="l"/>
                <a:tab pos="4570095" algn="l"/>
                <a:tab pos="5484495" algn="l"/>
                <a:tab pos="6398895" algn="l"/>
                <a:tab pos="7313295" algn="l"/>
                <a:tab pos="8227695" algn="l"/>
                <a:tab pos="9142095" algn="l"/>
                <a:tab pos="10056495" algn="l"/>
              </a:tabLst>
              <a:defRPr/>
            </a:pPr>
            <a:r>
              <a:rPr sz="2800" b="1" i="0" u="none">
                <a:solidFill>
                  <a:srgbClr val="FFFFFF"/>
                </a:solidFill>
                <a:ea typeface="Microsoft YaHei"/>
              </a:rPr>
              <a:t>ON HIGH MAY DWELL WITH THEE</a:t>
            </a:r>
            <a:endParaRPr sz="2800" b="1" i="0" u="none">
              <a:solidFill>
                <a:srgbClr val="FFFFFF"/>
              </a:solidFill>
              <a:ea typeface="Microsoft YaHei"/>
            </a:endParaRPr>
          </a:p>
        </p:txBody>
      </p:sp>
      <p:pic>
        <p:nvPicPr>
          <p:cNvPr id="1906907467" name="Picture 3"/>
          <p:cNvPicPr>
            <a:picLocks noGrp="1" noChangeAspect="1"/>
          </p:cNvPicPr>
          <p:nvPr/>
        </p:nvPicPr>
        <p:blipFill rotWithShape="1">
          <a:blip r:embed="rId1"/>
          <a:stretch>
            <a:fillRect/>
          </a:stretch>
        </p:blipFill>
        <p:spPr bwMode="auto">
          <a:xfrm>
            <a:off x="3962400" y="5029200"/>
            <a:ext cx="1219200" cy="1544637"/>
          </a:xfrm>
          <a:prstGeom prst="rect">
            <a:avLst/>
          </a:prstGeom>
          <a:noFill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5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45408234" name="AutoShape 7" descr="What Are the Parables of the Hidden Treasure and Pearl About? - Jesus Film  Project"/>
          <p:cNvSpPr>
            <a:spLocks noGrp="1" noChangeShapeType="1"/>
          </p:cNvSpPr>
          <p:nvPr/>
        </p:nvSpPr>
        <p:spPr bwMode="auto">
          <a:xfrm>
            <a:off x="155574" y="-144461"/>
            <a:ext cx="304799" cy="304799"/>
          </a:xfrm>
          <a:prstGeom prst="rect">
            <a:avLst/>
          </a:prstGeom>
          <a:noFill/>
        </p:spPr>
        <p:txBody>
          <a:bodyPr lIns="91422" tIns="45711" rIns="91422" bIns="45711"/>
          <a:lstStyle/>
          <a:p>
            <a:pPr>
              <a:defRPr/>
            </a:pPr>
            <a:endParaRPr sz="1400"/>
          </a:p>
        </p:txBody>
      </p:sp>
      <p:sp>
        <p:nvSpPr>
          <p:cNvPr id="2034868573" name="AutoShape 9" descr="What Are the Parables of the Hidden Treasure and Pearl About? - Jesus Film  Project"/>
          <p:cNvSpPr>
            <a:spLocks noGrp="1" noChangeShapeType="1"/>
          </p:cNvSpPr>
          <p:nvPr/>
        </p:nvSpPr>
        <p:spPr bwMode="auto">
          <a:xfrm>
            <a:off x="155574" y="-144461"/>
            <a:ext cx="304799" cy="304799"/>
          </a:xfrm>
          <a:prstGeom prst="rect">
            <a:avLst/>
          </a:prstGeom>
          <a:noFill/>
        </p:spPr>
        <p:txBody>
          <a:bodyPr lIns="91422" tIns="45711" rIns="91422" bIns="45711"/>
          <a:lstStyle/>
          <a:p>
            <a:pPr>
              <a:defRPr/>
            </a:pPr>
            <a:endParaRPr sz="1400"/>
          </a:p>
        </p:txBody>
      </p:sp>
      <p:sp>
        <p:nvSpPr>
          <p:cNvPr id="1095067743" name="AutoShape 11" descr="What Are the Parables of the Hidden Treasure and Pearl About? - Jesus Film  Project"/>
          <p:cNvSpPr>
            <a:spLocks noGrp="1" noChangeShapeType="1"/>
          </p:cNvSpPr>
          <p:nvPr/>
        </p:nvSpPr>
        <p:spPr bwMode="auto">
          <a:xfrm>
            <a:off x="155574" y="-144461"/>
            <a:ext cx="304799" cy="304799"/>
          </a:xfrm>
          <a:prstGeom prst="rect">
            <a:avLst/>
          </a:prstGeom>
          <a:noFill/>
        </p:spPr>
        <p:txBody>
          <a:bodyPr lIns="91422" tIns="45711" rIns="91422" bIns="45711"/>
          <a:lstStyle/>
          <a:p>
            <a:pPr>
              <a:defRPr/>
            </a:pPr>
            <a:endParaRPr sz="1400"/>
          </a:p>
        </p:txBody>
      </p:sp>
      <p:sp>
        <p:nvSpPr>
          <p:cNvPr id="180088253" name="AutoShape 13" descr="What Are the Parables of the Hidden Treasure and Pearl About? - Jesus Film  Project"/>
          <p:cNvSpPr>
            <a:spLocks noGrp="1" noChangeShapeType="1"/>
          </p:cNvSpPr>
          <p:nvPr/>
        </p:nvSpPr>
        <p:spPr bwMode="auto">
          <a:xfrm>
            <a:off x="155574" y="-144461"/>
            <a:ext cx="304799" cy="304799"/>
          </a:xfrm>
          <a:prstGeom prst="rect">
            <a:avLst/>
          </a:prstGeom>
          <a:noFill/>
        </p:spPr>
        <p:txBody>
          <a:bodyPr lIns="91422" tIns="45711" rIns="91422" bIns="45711"/>
          <a:lstStyle/>
          <a:p>
            <a:pPr>
              <a:defRPr/>
            </a:pPr>
            <a:endParaRPr sz="1400"/>
          </a:p>
        </p:txBody>
      </p:sp>
      <p:sp>
        <p:nvSpPr>
          <p:cNvPr id="814332541" name="AutoShape 15" descr="What Are the Parables of the Hidden Treasure and Pearl About? - Jesus Film  Project"/>
          <p:cNvSpPr>
            <a:spLocks noGrp="1" noChangeShapeType="1"/>
          </p:cNvSpPr>
          <p:nvPr/>
        </p:nvSpPr>
        <p:spPr bwMode="auto">
          <a:xfrm>
            <a:off x="155574" y="-144461"/>
            <a:ext cx="304799" cy="304799"/>
          </a:xfrm>
          <a:prstGeom prst="rect">
            <a:avLst/>
          </a:prstGeom>
          <a:noFill/>
        </p:spPr>
        <p:txBody>
          <a:bodyPr lIns="91422" tIns="45711" rIns="91422" bIns="45711"/>
          <a:lstStyle/>
          <a:p>
            <a:pPr>
              <a:defRPr/>
            </a:pPr>
            <a:endParaRPr sz="1400"/>
          </a:p>
        </p:txBody>
      </p:sp>
      <p:sp>
        <p:nvSpPr>
          <p:cNvPr id="1141445719" name="AutoShape 17" descr="https://www.jesusfilm.org/wp-content/uploads/2022/11/1541008305698.jpg?w=700"/>
          <p:cNvSpPr>
            <a:spLocks noGrp="1" noChangeShapeType="1"/>
          </p:cNvSpPr>
          <p:nvPr/>
        </p:nvSpPr>
        <p:spPr bwMode="auto">
          <a:xfrm>
            <a:off x="155574" y="-144461"/>
            <a:ext cx="304799" cy="304799"/>
          </a:xfrm>
          <a:prstGeom prst="rect">
            <a:avLst/>
          </a:prstGeom>
          <a:noFill/>
        </p:spPr>
        <p:txBody>
          <a:bodyPr lIns="91422" tIns="45711" rIns="91422" bIns="45711"/>
          <a:lstStyle/>
          <a:p>
            <a:pPr>
              <a:defRPr/>
            </a:pPr>
            <a:endParaRPr sz="1400"/>
          </a:p>
        </p:txBody>
      </p:sp>
      <p:sp>
        <p:nvSpPr>
          <p:cNvPr id="254110121" name="AutoShape 19" descr="https://www.jesusfilm.org/wp-content/uploads/2022/11/1541008305698.jpg?w=700"/>
          <p:cNvSpPr>
            <a:spLocks noGrp="1" noChangeShapeType="1"/>
          </p:cNvSpPr>
          <p:nvPr/>
        </p:nvSpPr>
        <p:spPr bwMode="auto">
          <a:xfrm>
            <a:off x="155574" y="-144461"/>
            <a:ext cx="304799" cy="304799"/>
          </a:xfrm>
          <a:prstGeom prst="rect">
            <a:avLst/>
          </a:prstGeom>
          <a:noFill/>
        </p:spPr>
        <p:txBody>
          <a:bodyPr lIns="91422" tIns="45711" rIns="91422" bIns="45711"/>
          <a:lstStyle/>
          <a:p>
            <a:pPr>
              <a:defRPr/>
            </a:pPr>
            <a:endParaRPr sz="1400"/>
          </a:p>
        </p:txBody>
      </p:sp>
      <p:sp>
        <p:nvSpPr>
          <p:cNvPr id="746120677" name="AutoShape 21" descr="https://www.jesusfilm.org/wp-content/uploads/2022/11/1541008305698.jpg?w=700"/>
          <p:cNvSpPr>
            <a:spLocks noGrp="1" noChangeShapeType="1"/>
          </p:cNvSpPr>
          <p:nvPr/>
        </p:nvSpPr>
        <p:spPr bwMode="auto">
          <a:xfrm>
            <a:off x="155574" y="-144461"/>
            <a:ext cx="304799" cy="304799"/>
          </a:xfrm>
          <a:prstGeom prst="rect">
            <a:avLst/>
          </a:prstGeom>
          <a:noFill/>
        </p:spPr>
        <p:txBody>
          <a:bodyPr lIns="91422" tIns="45711" rIns="91422" bIns="45711"/>
          <a:lstStyle/>
          <a:p>
            <a:pPr>
              <a:defRPr/>
            </a:pPr>
            <a:endParaRPr sz="14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25904716" name="Rectangle 3"/>
          <p:cNvSpPr>
            <a:spLocks noGrp="1" noChangeShapeType="1"/>
          </p:cNvSpPr>
          <p:nvPr>
            <p:ph type="body"/>
          </p:nvPr>
        </p:nvSpPr>
        <p:spPr bwMode="auto">
          <a:xfrm>
            <a:off x="457200" y="828675"/>
            <a:ext cx="8229600" cy="5297486"/>
          </a:xfrm>
          <a:prstGeom prst="rect">
            <a:avLst/>
          </a:prstGeom>
        </p:spPr>
        <p:txBody>
          <a:bodyPr lIns="91423" tIns="45711" rIns="91423" bIns="45711" anchor="t"/>
          <a:lstStyle>
            <a:lvl1pPr marL="226695" indent="0" algn="l" defTabSz="914400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har char="•"/>
              <a:defRPr sz="2800" b="0" i="0">
                <a:solidFill>
                  <a:schemeClr val="dk1"/>
                </a:solidFill>
                <a:latin typeface="Calibri"/>
              </a:defRPr>
            </a:lvl1pPr>
            <a:lvl2pPr marL="683895" indent="457200" algn="l" defTabSz="914400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 sz="2400" b="0" i="0">
                <a:solidFill>
                  <a:schemeClr val="dk1"/>
                </a:solidFill>
                <a:latin typeface="Calibri"/>
              </a:defRPr>
            </a:lvl2pPr>
            <a:lvl3pPr marL="1141095" indent="914400" algn="l" defTabSz="914400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 sz="2000" b="0" i="0">
                <a:solidFill>
                  <a:schemeClr val="dk1"/>
                </a:solidFill>
                <a:latin typeface="Calibri"/>
              </a:defRPr>
            </a:lvl3pPr>
            <a:lvl4pPr marL="1598295" indent="1371600" algn="l" defTabSz="914400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 sz="1800" b="0" i="0">
                <a:solidFill>
                  <a:schemeClr val="dk1"/>
                </a:solidFill>
                <a:latin typeface="Calibri"/>
              </a:defRPr>
            </a:lvl4pPr>
            <a:lvl5pPr marL="2055495" indent="1828800" algn="l" defTabSz="914400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 sz="1800" b="0" i="0">
                <a:solidFill>
                  <a:schemeClr val="dk1"/>
                </a:solidFill>
                <a:latin typeface="Calibri"/>
              </a:defRPr>
            </a:lvl5pPr>
          </a:lstStyle>
          <a:p>
            <a:pPr marL="226695" lvl="0" indent="-226695" algn="ctr">
              <a:spcBef>
                <a:spcPts val="1000"/>
              </a:spcBef>
              <a:buNone/>
              <a:defRPr/>
            </a:pPr>
            <a:r>
              <a:rPr lang="en-US" b="1" i="0" u="none">
                <a:solidFill>
                  <a:schemeClr val="lt1"/>
                </a:solidFill>
                <a:latin typeface="Arial"/>
                <a:ea typeface="Arial"/>
              </a:rPr>
              <a:t>I CONFESS TO ALMIGHTY GOD</a:t>
            </a:r>
            <a:endParaRPr lang="en-US" b="1" i="0" u="none">
              <a:solidFill>
                <a:schemeClr val="lt1"/>
              </a:solidFill>
              <a:latin typeface="Arial"/>
              <a:ea typeface="Arial"/>
            </a:endParaRPr>
          </a:p>
          <a:p>
            <a:pPr marL="226695" lvl="0" indent="-226695" algn="ctr">
              <a:spcBef>
                <a:spcPts val="1000"/>
              </a:spcBef>
              <a:buNone/>
              <a:defRPr/>
            </a:pPr>
            <a:r>
              <a:rPr lang="en-US" b="1" i="0" u="none">
                <a:solidFill>
                  <a:schemeClr val="lt1"/>
                </a:solidFill>
                <a:latin typeface="Arial"/>
                <a:ea typeface="Arial"/>
              </a:rPr>
              <a:t>AND TO YOU MY BROTHERS AND SISTERS </a:t>
            </a:r>
            <a:endParaRPr lang="en-US" b="1" i="0" u="none">
              <a:solidFill>
                <a:schemeClr val="lt1"/>
              </a:solidFill>
              <a:latin typeface="Arial"/>
              <a:ea typeface="Arial"/>
            </a:endParaRPr>
          </a:p>
          <a:p>
            <a:pPr marL="226695" lvl="0" indent="-226695" algn="ctr">
              <a:spcBef>
                <a:spcPts val="1000"/>
              </a:spcBef>
              <a:buNone/>
              <a:defRPr/>
            </a:pPr>
            <a:r>
              <a:rPr lang="en-US" b="1" i="0" u="none">
                <a:solidFill>
                  <a:schemeClr val="lt1"/>
                </a:solidFill>
                <a:latin typeface="Arial"/>
                <a:ea typeface="Arial"/>
              </a:rPr>
              <a:t>THAT I HAVE GREATLY SINNED</a:t>
            </a:r>
            <a:endParaRPr lang="en-US" b="1" i="0" u="none">
              <a:solidFill>
                <a:schemeClr val="lt1"/>
              </a:solidFill>
              <a:latin typeface="Arial"/>
              <a:ea typeface="Arial"/>
            </a:endParaRPr>
          </a:p>
          <a:p>
            <a:pPr marL="226695" lvl="0" indent="-226695" algn="ctr">
              <a:spcBef>
                <a:spcPts val="1000"/>
              </a:spcBef>
              <a:buNone/>
              <a:defRPr/>
            </a:pPr>
            <a:r>
              <a:rPr lang="en-US" b="1" i="0" u="none">
                <a:solidFill>
                  <a:schemeClr val="lt1"/>
                </a:solidFill>
                <a:latin typeface="Arial"/>
                <a:ea typeface="Arial"/>
              </a:rPr>
              <a:t> IN MY THOUGHTS AND IN MY WORDS</a:t>
            </a:r>
            <a:endParaRPr lang="en-US" b="1" i="0" u="none">
              <a:solidFill>
                <a:schemeClr val="lt1"/>
              </a:solidFill>
              <a:latin typeface="Arial"/>
              <a:ea typeface="Arial"/>
            </a:endParaRPr>
          </a:p>
          <a:p>
            <a:pPr marL="226695" lvl="0" indent="-226695" algn="ctr">
              <a:spcBef>
                <a:spcPts val="1000"/>
              </a:spcBef>
              <a:buNone/>
              <a:defRPr/>
            </a:pPr>
            <a:r>
              <a:rPr lang="en-US" b="1" i="0" u="none">
                <a:solidFill>
                  <a:schemeClr val="lt1"/>
                </a:solidFill>
                <a:latin typeface="Arial"/>
                <a:ea typeface="Arial"/>
              </a:rPr>
              <a:t>IN WHAT I HAVE DONE</a:t>
            </a:r>
            <a:endParaRPr lang="en-US" b="1" i="0" u="none">
              <a:solidFill>
                <a:schemeClr val="lt1"/>
              </a:solidFill>
              <a:latin typeface="Arial"/>
              <a:ea typeface="Arial"/>
            </a:endParaRPr>
          </a:p>
          <a:p>
            <a:pPr marL="226695" lvl="0" indent="-226695" algn="ctr">
              <a:spcBef>
                <a:spcPts val="1000"/>
              </a:spcBef>
              <a:buNone/>
              <a:defRPr/>
            </a:pPr>
            <a:r>
              <a:rPr lang="en-US" b="1" i="0" u="none">
                <a:solidFill>
                  <a:schemeClr val="lt1"/>
                </a:solidFill>
                <a:latin typeface="Arial"/>
                <a:ea typeface="Arial"/>
              </a:rPr>
              <a:t>AND IN WHAT I HAVE FAILED TO DO</a:t>
            </a:r>
            <a:endParaRPr lang="en-US" b="1" i="0" u="none">
              <a:solidFill>
                <a:schemeClr val="lt1"/>
              </a:solidFill>
              <a:latin typeface="Arial"/>
              <a:ea typeface="Arial"/>
            </a:endParaRPr>
          </a:p>
        </p:txBody>
      </p:sp>
      <p:sp>
        <p:nvSpPr>
          <p:cNvPr id="2" name="Text Box 1"/>
          <p:cNvSpPr txBox="1">
            <a:spLocks noGrp="1" noChangeShapeType="1"/>
          </p:cNvSpPr>
          <p:nvPr/>
        </p:nvSpPr>
        <p:spPr bwMode="auto">
          <a:xfrm>
            <a:off x="457200" y="142875"/>
            <a:ext cx="8229600" cy="520700"/>
          </a:xfrm>
          <a:prstGeom prst="rect">
            <a:avLst/>
          </a:prstGeom>
          <a:noFill/>
        </p:spPr>
        <p:txBody>
          <a:bodyPr wrap="none" anchor="ctr" anchorCtr="0"/>
          <a:lstStyle>
            <a:lvl1pPr marL="0" indent="0" algn="l" defTabSz="44894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Arial"/>
                <a:ea typeface="Arial"/>
              </a:defRPr>
            </a:lvl1pPr>
            <a:lvl2pPr marL="455295" indent="457200" algn="l" defTabSz="44894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Arial"/>
                <a:ea typeface="Arial"/>
              </a:defRPr>
            </a:lvl2pPr>
            <a:lvl3pPr marL="912495" indent="914400" algn="l" defTabSz="44894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Arial"/>
                <a:ea typeface="Arial"/>
              </a:defRPr>
            </a:lvl3pPr>
            <a:lvl4pPr marL="1369695" indent="1371600" algn="l" defTabSz="44894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Arial"/>
                <a:ea typeface="Arial"/>
              </a:defRPr>
            </a:lvl4pPr>
            <a:lvl5pPr marL="1826895" indent="1828800" algn="l" defTabSz="44894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Arial"/>
                <a:ea typeface="Arial"/>
              </a:defRPr>
            </a:lvl5pPr>
            <a:lvl6pPr defTabSz="448945">
              <a:defRPr lang="en-US" sz="1800"/>
            </a:lvl6pPr>
            <a:lvl7pPr defTabSz="448945">
              <a:defRPr lang="en-US" sz="1800"/>
            </a:lvl7pPr>
            <a:lvl8pPr defTabSz="448945">
              <a:defRPr lang="en-US" sz="1800"/>
            </a:lvl8pPr>
            <a:lvl9pPr defTabSz="448945">
              <a:defRPr lang="en-US" sz="1800"/>
            </a:lvl9pPr>
          </a:lstStyle>
          <a:p>
            <a:pPr marL="0" lvl="0" indent="0" algn="ctr">
              <a:spcBef>
                <a:spcPts val="0"/>
              </a:spcBef>
              <a:buNone/>
              <a:defRPr/>
            </a:pPr>
            <a:r>
              <a:rPr sz="4000" b="1" u="sng">
                <a:solidFill>
                  <a:srgbClr val="FFF2CC"/>
                </a:solidFill>
                <a:sym typeface="+mn-ea"/>
              </a:rPr>
              <a:t>Confessio</a:t>
            </a:r>
            <a:endParaRPr lang="en-ZA" sz="4000" b="1" i="0" u="sng">
              <a:solidFill>
                <a:srgbClr val="E2D5A3"/>
              </a:solidFill>
              <a:ea typeface="Microsoft YaHe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50587949" name="Rectangle 2"/>
          <p:cNvSpPr>
            <a:spLocks noGrp="1" noChangeShapeType="1"/>
          </p:cNvSpPr>
          <p:nvPr>
            <p:ph type="title"/>
          </p:nvPr>
        </p:nvSpPr>
        <p:spPr bwMode="auto">
          <a:xfrm>
            <a:off x="457200" y="274637"/>
            <a:ext cx="8229600" cy="258762"/>
          </a:xfrm>
          <a:prstGeom prst="rect">
            <a:avLst/>
          </a:prstGeom>
        </p:spPr>
        <p:txBody>
          <a:bodyPr lIns="91423" tIns="45711" rIns="91423" bIns="45711" anchor="ctr" anchorCtr="0"/>
          <a:lstStyle/>
          <a:p>
            <a:pPr>
              <a:defRPr/>
            </a:pPr>
            <a:endParaRPr sz="1400"/>
          </a:p>
        </p:txBody>
      </p:sp>
      <p:sp>
        <p:nvSpPr>
          <p:cNvPr id="1629115696" name="Rectangle 3"/>
          <p:cNvSpPr>
            <a:spLocks noGrp="1" noChangeShapeType="1"/>
          </p:cNvSpPr>
          <p:nvPr>
            <p:ph type="body"/>
          </p:nvPr>
        </p:nvSpPr>
        <p:spPr bwMode="auto">
          <a:xfrm>
            <a:off x="457200" y="685800"/>
            <a:ext cx="8229600" cy="5440361"/>
          </a:xfrm>
          <a:prstGeom prst="rect">
            <a:avLst/>
          </a:prstGeom>
        </p:spPr>
        <p:txBody>
          <a:bodyPr lIns="91423" tIns="45711" rIns="91423" bIns="45711" anchor="t"/>
          <a:lstStyle>
            <a:lvl1pPr marL="226695" indent="0" algn="l" defTabSz="914400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har char="•"/>
              <a:defRPr sz="2800" b="0" i="0">
                <a:solidFill>
                  <a:schemeClr val="dk1"/>
                </a:solidFill>
                <a:latin typeface="Calibri"/>
              </a:defRPr>
            </a:lvl1pPr>
            <a:lvl2pPr marL="683895" indent="457200" algn="l" defTabSz="914400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 sz="2400" b="0" i="0">
                <a:solidFill>
                  <a:schemeClr val="dk1"/>
                </a:solidFill>
                <a:latin typeface="Calibri"/>
              </a:defRPr>
            </a:lvl2pPr>
            <a:lvl3pPr marL="1141095" indent="914400" algn="l" defTabSz="914400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 sz="2000" b="0" i="0">
                <a:solidFill>
                  <a:schemeClr val="dk1"/>
                </a:solidFill>
                <a:latin typeface="Calibri"/>
              </a:defRPr>
            </a:lvl3pPr>
            <a:lvl4pPr marL="1598295" indent="1371600" algn="l" defTabSz="914400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 sz="1800" b="0" i="0">
                <a:solidFill>
                  <a:schemeClr val="dk1"/>
                </a:solidFill>
                <a:latin typeface="Calibri"/>
              </a:defRPr>
            </a:lvl4pPr>
            <a:lvl5pPr marL="2055495" indent="1828800" algn="l" defTabSz="914400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 sz="1800" b="0" i="0">
                <a:solidFill>
                  <a:schemeClr val="dk1"/>
                </a:solidFill>
                <a:latin typeface="Calibri"/>
              </a:defRPr>
            </a:lvl5pPr>
          </a:lstStyle>
          <a:p>
            <a:pPr marL="226695" lvl="0" indent="-226695" algn="ctr">
              <a:spcBef>
                <a:spcPts val="1000"/>
              </a:spcBef>
              <a:buNone/>
              <a:defRPr/>
            </a:pPr>
            <a:r>
              <a:rPr lang="en-US" b="1" i="0" u="none">
                <a:solidFill>
                  <a:schemeClr val="lt1"/>
                </a:solidFill>
                <a:latin typeface="Arial"/>
                <a:ea typeface="Arial"/>
              </a:rPr>
              <a:t>THROUGH MY FAULT, THOROUGH MY FAULT</a:t>
            </a:r>
            <a:endParaRPr lang="en-US" b="1" i="0" u="none">
              <a:solidFill>
                <a:schemeClr val="lt1"/>
              </a:solidFill>
              <a:latin typeface="Arial"/>
              <a:ea typeface="Arial"/>
            </a:endParaRPr>
          </a:p>
          <a:p>
            <a:pPr marL="226695" lvl="0" indent="-226695" algn="ctr">
              <a:spcBef>
                <a:spcPts val="1000"/>
              </a:spcBef>
              <a:buNone/>
              <a:defRPr/>
            </a:pPr>
            <a:r>
              <a:rPr lang="en-US" b="1" i="0" u="none">
                <a:solidFill>
                  <a:schemeClr val="lt1"/>
                </a:solidFill>
                <a:latin typeface="Arial"/>
                <a:ea typeface="Arial"/>
              </a:rPr>
              <a:t>THROUGH MY MOST GRIEVOUS FAULT</a:t>
            </a:r>
            <a:endParaRPr lang="en-US" b="1" i="0" u="none">
              <a:solidFill>
                <a:schemeClr val="lt1"/>
              </a:solidFill>
              <a:latin typeface="Arial"/>
              <a:ea typeface="Arial"/>
            </a:endParaRPr>
          </a:p>
          <a:p>
            <a:pPr marL="226695" lvl="0" indent="-226695" algn="ctr">
              <a:spcBef>
                <a:spcPts val="1000"/>
              </a:spcBef>
              <a:buNone/>
              <a:defRPr/>
            </a:pPr>
            <a:r>
              <a:rPr lang="en-US" b="1" i="0" u="none">
                <a:solidFill>
                  <a:schemeClr val="lt1"/>
                </a:solidFill>
                <a:latin typeface="Arial"/>
                <a:ea typeface="Arial"/>
              </a:rPr>
              <a:t>THEREFORE I ASK BLESSED </a:t>
            </a:r>
            <a:endParaRPr lang="en-US" b="1" i="0" u="none">
              <a:solidFill>
                <a:schemeClr val="lt1"/>
              </a:solidFill>
              <a:latin typeface="Arial"/>
              <a:ea typeface="Arial"/>
            </a:endParaRPr>
          </a:p>
          <a:p>
            <a:pPr marL="226695" lvl="0" indent="-226695" algn="ctr">
              <a:spcBef>
                <a:spcPts val="1000"/>
              </a:spcBef>
              <a:buNone/>
              <a:defRPr/>
            </a:pPr>
            <a:r>
              <a:rPr lang="en-US" b="1" i="0" u="none">
                <a:solidFill>
                  <a:schemeClr val="lt1"/>
                </a:solidFill>
                <a:latin typeface="Arial"/>
                <a:ea typeface="Arial"/>
              </a:rPr>
              <a:t>MARY EVER-VIRGIN</a:t>
            </a:r>
            <a:endParaRPr lang="en-US" b="1" i="0" u="none">
              <a:solidFill>
                <a:schemeClr val="lt1"/>
              </a:solidFill>
              <a:latin typeface="Arial"/>
              <a:ea typeface="Arial"/>
            </a:endParaRPr>
          </a:p>
          <a:p>
            <a:pPr marL="226695" lvl="0" indent="-226695" algn="ctr">
              <a:spcBef>
                <a:spcPts val="1000"/>
              </a:spcBef>
              <a:buNone/>
              <a:defRPr/>
            </a:pPr>
            <a:r>
              <a:rPr lang="en-US" b="1" i="0" u="none">
                <a:solidFill>
                  <a:schemeClr val="lt1"/>
                </a:solidFill>
                <a:latin typeface="Arial"/>
                <a:ea typeface="Arial"/>
              </a:rPr>
              <a:t>ALL THE ANGELS AND SAINTS</a:t>
            </a:r>
            <a:endParaRPr lang="en-US" b="1" i="0" u="none">
              <a:solidFill>
                <a:schemeClr val="lt1"/>
              </a:solidFill>
              <a:latin typeface="Arial"/>
              <a:ea typeface="Arial"/>
            </a:endParaRPr>
          </a:p>
          <a:p>
            <a:pPr marL="226695" lvl="0" indent="-226695" algn="ctr">
              <a:spcBef>
                <a:spcPts val="1000"/>
              </a:spcBef>
              <a:buNone/>
              <a:defRPr/>
            </a:pPr>
            <a:r>
              <a:rPr lang="en-US" b="1" i="0" u="none">
                <a:solidFill>
                  <a:schemeClr val="lt1"/>
                </a:solidFill>
                <a:latin typeface="Arial"/>
                <a:ea typeface="Arial"/>
              </a:rPr>
              <a:t>AND YOU, MY BROTHERS AND SISTERS</a:t>
            </a:r>
            <a:endParaRPr lang="en-US" b="1" i="0" u="none">
              <a:solidFill>
                <a:schemeClr val="lt1"/>
              </a:solidFill>
              <a:latin typeface="Arial"/>
              <a:ea typeface="Arial"/>
            </a:endParaRPr>
          </a:p>
          <a:p>
            <a:pPr marL="226695" lvl="0" indent="-226695" algn="ctr">
              <a:spcBef>
                <a:spcPts val="1000"/>
              </a:spcBef>
              <a:buNone/>
              <a:defRPr/>
            </a:pPr>
            <a:r>
              <a:rPr lang="en-US" b="1" i="0" u="none">
                <a:solidFill>
                  <a:schemeClr val="lt1"/>
                </a:solidFill>
                <a:latin typeface="Arial"/>
                <a:ea typeface="Arial"/>
              </a:rPr>
              <a:t>TO PRAY FOR ME TO THE LORD OUR GOD</a:t>
            </a:r>
            <a:endParaRPr lang="en-US" b="1" i="0" u="none">
              <a:solidFill>
                <a:schemeClr val="lt1"/>
              </a:solidFill>
              <a:latin typeface="Arial"/>
              <a:ea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1078664" name="AutoShape 7" descr="What Are the Parables of the Hidden Treasure and Pearl About? - Jesus Film  Project"/>
          <p:cNvSpPr>
            <a:spLocks noGrp="1" noChangeShapeType="1"/>
          </p:cNvSpPr>
          <p:nvPr/>
        </p:nvSpPr>
        <p:spPr bwMode="auto">
          <a:xfrm>
            <a:off x="155574" y="-144461"/>
            <a:ext cx="304799" cy="304799"/>
          </a:xfrm>
          <a:prstGeom prst="rect">
            <a:avLst/>
          </a:prstGeom>
          <a:noFill/>
        </p:spPr>
        <p:txBody>
          <a:bodyPr lIns="91422" tIns="45711" rIns="91422" bIns="45711"/>
          <a:lstStyle/>
          <a:p>
            <a:pPr>
              <a:defRPr/>
            </a:pPr>
            <a:endParaRPr sz="1400"/>
          </a:p>
        </p:txBody>
      </p:sp>
      <p:sp>
        <p:nvSpPr>
          <p:cNvPr id="1140604512" name="AutoShape 9" descr="What Are the Parables of the Hidden Treasure and Pearl About? - Jesus Film  Project"/>
          <p:cNvSpPr>
            <a:spLocks noGrp="1" noChangeShapeType="1"/>
          </p:cNvSpPr>
          <p:nvPr/>
        </p:nvSpPr>
        <p:spPr bwMode="auto">
          <a:xfrm>
            <a:off x="155574" y="-144461"/>
            <a:ext cx="304799" cy="304799"/>
          </a:xfrm>
          <a:prstGeom prst="rect">
            <a:avLst/>
          </a:prstGeom>
          <a:noFill/>
        </p:spPr>
        <p:txBody>
          <a:bodyPr lIns="91422" tIns="45711" rIns="91422" bIns="45711"/>
          <a:lstStyle/>
          <a:p>
            <a:pPr>
              <a:defRPr/>
            </a:pPr>
            <a:endParaRPr sz="1400"/>
          </a:p>
        </p:txBody>
      </p:sp>
      <p:sp>
        <p:nvSpPr>
          <p:cNvPr id="1302020711" name="AutoShape 11" descr="What Are the Parables of the Hidden Treasure and Pearl About? - Jesus Film  Project"/>
          <p:cNvSpPr>
            <a:spLocks noGrp="1" noChangeShapeType="1"/>
          </p:cNvSpPr>
          <p:nvPr/>
        </p:nvSpPr>
        <p:spPr bwMode="auto">
          <a:xfrm>
            <a:off x="155574" y="-144461"/>
            <a:ext cx="304799" cy="304799"/>
          </a:xfrm>
          <a:prstGeom prst="rect">
            <a:avLst/>
          </a:prstGeom>
          <a:noFill/>
        </p:spPr>
        <p:txBody>
          <a:bodyPr lIns="91422" tIns="45711" rIns="91422" bIns="45711"/>
          <a:lstStyle/>
          <a:p>
            <a:pPr>
              <a:defRPr/>
            </a:pPr>
            <a:endParaRPr sz="1400"/>
          </a:p>
        </p:txBody>
      </p:sp>
      <p:sp>
        <p:nvSpPr>
          <p:cNvPr id="769098741" name="AutoShape 13" descr="What Are the Parables of the Hidden Treasure and Pearl About? - Jesus Film  Project"/>
          <p:cNvSpPr>
            <a:spLocks noGrp="1" noChangeShapeType="1"/>
          </p:cNvSpPr>
          <p:nvPr/>
        </p:nvSpPr>
        <p:spPr bwMode="auto">
          <a:xfrm>
            <a:off x="155574" y="-144461"/>
            <a:ext cx="304799" cy="304799"/>
          </a:xfrm>
          <a:prstGeom prst="rect">
            <a:avLst/>
          </a:prstGeom>
          <a:noFill/>
        </p:spPr>
        <p:txBody>
          <a:bodyPr lIns="91422" tIns="45711" rIns="91422" bIns="45711"/>
          <a:lstStyle/>
          <a:p>
            <a:pPr>
              <a:defRPr/>
            </a:pPr>
            <a:endParaRPr sz="1400"/>
          </a:p>
        </p:txBody>
      </p:sp>
      <p:sp>
        <p:nvSpPr>
          <p:cNvPr id="1657465901" name="AutoShape 15" descr="What Are the Parables of the Hidden Treasure and Pearl About? - Jesus Film  Project"/>
          <p:cNvSpPr>
            <a:spLocks noGrp="1" noChangeShapeType="1"/>
          </p:cNvSpPr>
          <p:nvPr/>
        </p:nvSpPr>
        <p:spPr bwMode="auto">
          <a:xfrm>
            <a:off x="155574" y="-144461"/>
            <a:ext cx="304799" cy="304799"/>
          </a:xfrm>
          <a:prstGeom prst="rect">
            <a:avLst/>
          </a:prstGeom>
          <a:noFill/>
        </p:spPr>
        <p:txBody>
          <a:bodyPr lIns="91422" tIns="45711" rIns="91422" bIns="45711"/>
          <a:lstStyle/>
          <a:p>
            <a:pPr>
              <a:defRPr/>
            </a:pPr>
            <a:endParaRPr sz="1400"/>
          </a:p>
        </p:txBody>
      </p:sp>
      <p:sp>
        <p:nvSpPr>
          <p:cNvPr id="841365226" name="AutoShape 17" descr="https://www.jesusfilm.org/wp-content/uploads/2022/11/1541008305698.jpg?w=700"/>
          <p:cNvSpPr>
            <a:spLocks noGrp="1" noChangeShapeType="1"/>
          </p:cNvSpPr>
          <p:nvPr/>
        </p:nvSpPr>
        <p:spPr bwMode="auto">
          <a:xfrm>
            <a:off x="155574" y="-144461"/>
            <a:ext cx="304799" cy="304799"/>
          </a:xfrm>
          <a:prstGeom prst="rect">
            <a:avLst/>
          </a:prstGeom>
          <a:noFill/>
        </p:spPr>
        <p:txBody>
          <a:bodyPr lIns="91422" tIns="45711" rIns="91422" bIns="45711"/>
          <a:lstStyle/>
          <a:p>
            <a:pPr>
              <a:defRPr/>
            </a:pPr>
            <a:endParaRPr sz="1400"/>
          </a:p>
        </p:txBody>
      </p:sp>
      <p:sp>
        <p:nvSpPr>
          <p:cNvPr id="2010671830" name="AutoShape 19" descr="https://www.jesusfilm.org/wp-content/uploads/2022/11/1541008305698.jpg?w=700"/>
          <p:cNvSpPr>
            <a:spLocks noGrp="1" noChangeShapeType="1"/>
          </p:cNvSpPr>
          <p:nvPr/>
        </p:nvSpPr>
        <p:spPr bwMode="auto">
          <a:xfrm>
            <a:off x="155574" y="-144461"/>
            <a:ext cx="304799" cy="304799"/>
          </a:xfrm>
          <a:prstGeom prst="rect">
            <a:avLst/>
          </a:prstGeom>
          <a:noFill/>
        </p:spPr>
        <p:txBody>
          <a:bodyPr lIns="91422" tIns="45711" rIns="91422" bIns="45711"/>
          <a:lstStyle/>
          <a:p>
            <a:pPr>
              <a:defRPr/>
            </a:pPr>
            <a:endParaRPr sz="1400"/>
          </a:p>
        </p:txBody>
      </p:sp>
      <p:sp>
        <p:nvSpPr>
          <p:cNvPr id="2031461856" name="AutoShape 21" descr="https://www.jesusfilm.org/wp-content/uploads/2022/11/1541008305698.jpg?w=700"/>
          <p:cNvSpPr>
            <a:spLocks noGrp="1" noChangeShapeType="1"/>
          </p:cNvSpPr>
          <p:nvPr/>
        </p:nvSpPr>
        <p:spPr bwMode="auto">
          <a:xfrm>
            <a:off x="155574" y="-144461"/>
            <a:ext cx="304799" cy="304799"/>
          </a:xfrm>
          <a:prstGeom prst="rect">
            <a:avLst/>
          </a:prstGeom>
          <a:noFill/>
        </p:spPr>
        <p:txBody>
          <a:bodyPr lIns="91422" tIns="45711" rIns="91422" bIns="45711"/>
          <a:lstStyle/>
          <a:p>
            <a:pPr>
              <a:defRPr/>
            </a:pPr>
            <a:endParaRPr sz="14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07435052" name="Rectangle 3"/>
          <p:cNvSpPr>
            <a:spLocks noGrp="1" noChangeShapeType="1"/>
          </p:cNvSpPr>
          <p:nvPr>
            <p:ph/>
          </p:nvPr>
        </p:nvSpPr>
        <p:spPr bwMode="auto">
          <a:xfrm>
            <a:off x="457200" y="838200"/>
            <a:ext cx="8229600" cy="4526915"/>
          </a:xfrm>
          <a:prstGeom prst="rect">
            <a:avLst/>
          </a:prstGeom>
        </p:spPr>
        <p:txBody>
          <a:bodyPr lIns="91423" tIns="45711" rIns="91423" bIns="45711" anchor="t"/>
          <a:lstStyle>
            <a:lvl1pPr marL="546100" indent="136525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9F9F9"/>
              </a:buClr>
              <a:buSzPct val="65000"/>
              <a:buChar char=""/>
              <a:defRPr sz="2800" b="0" i="0">
                <a:solidFill>
                  <a:schemeClr val="dk1"/>
                </a:solidFill>
                <a:latin typeface="Book Antiqua"/>
              </a:defRPr>
            </a:lvl1pPr>
            <a:lvl2pPr marL="866775" indent="58547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80000"/>
              <a:buChar char=""/>
              <a:defRPr sz="2400" b="0" i="0">
                <a:solidFill>
                  <a:schemeClr val="dk1"/>
                </a:solidFill>
                <a:latin typeface="Book Antiqua"/>
              </a:defRPr>
            </a:lvl2pPr>
            <a:lvl3pPr marL="1131570" indent="904875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95000"/>
              <a:buChar char=""/>
              <a:defRPr sz="2200" b="0" i="0">
                <a:solidFill>
                  <a:schemeClr val="dk1"/>
                </a:solidFill>
                <a:latin typeface="Book Antiqua"/>
              </a:defRPr>
            </a:lvl3pPr>
            <a:lvl4pPr marL="1350645" indent="116967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00000"/>
              <a:buChar char=""/>
              <a:defRPr sz="2000" b="0" i="0">
                <a:solidFill>
                  <a:schemeClr val="dk1"/>
                </a:solidFill>
                <a:latin typeface="Book Antiqua"/>
              </a:defRPr>
            </a:lvl4pPr>
            <a:lvl5pPr marL="1543050" indent="1362075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00000"/>
              <a:buChar char=""/>
              <a:defRPr sz="2000" b="0" i="0">
                <a:solidFill>
                  <a:schemeClr val="dk1"/>
                </a:solidFill>
                <a:latin typeface="Book Antiqua"/>
              </a:defRPr>
            </a:lvl5pPr>
          </a:lstStyle>
          <a:p>
            <a:pPr marL="546100" lvl="0" indent="-409575" algn="ctr">
              <a:lnSpc>
                <a:spcPct val="90000"/>
              </a:lnSpc>
              <a:spcBef>
                <a:spcPts val="0"/>
              </a:spcBef>
              <a:buNone/>
              <a:defRPr/>
            </a:pPr>
            <a:endParaRPr lang="en-US"/>
          </a:p>
          <a:p>
            <a:pPr marL="546100" lvl="0" indent="-409575" algn="ctr">
              <a:lnSpc>
                <a:spcPct val="90000"/>
              </a:lnSpc>
              <a:spcBef>
                <a:spcPts val="0"/>
              </a:spcBef>
              <a:buNone/>
              <a:defRPr/>
            </a:pPr>
            <a:r>
              <a:rPr b="1" i="0" u="none">
                <a:latin typeface="Arial"/>
                <a:ea typeface="Arial"/>
              </a:rPr>
              <a:t>KYRIE ELEISON</a:t>
            </a:r>
            <a:endParaRPr b="1" i="0" u="none">
              <a:latin typeface="Arial"/>
              <a:ea typeface="Arial"/>
            </a:endParaRPr>
          </a:p>
          <a:p>
            <a:pPr marL="546100" lvl="0" indent="-409575" algn="ctr">
              <a:lnSpc>
                <a:spcPct val="90000"/>
              </a:lnSpc>
              <a:spcBef>
                <a:spcPts val="0"/>
              </a:spcBef>
              <a:buNone/>
              <a:defRPr/>
            </a:pPr>
            <a:r>
              <a:rPr b="1" i="0" u="none">
                <a:latin typeface="Arial"/>
                <a:ea typeface="Arial"/>
              </a:rPr>
              <a:t>KYRIE ELEISON</a:t>
            </a:r>
            <a:endParaRPr b="1" i="0" u="none">
              <a:latin typeface="Arial"/>
              <a:ea typeface="Arial"/>
            </a:endParaRPr>
          </a:p>
          <a:p>
            <a:pPr marL="546100" lvl="0" indent="-409575" algn="ctr">
              <a:lnSpc>
                <a:spcPct val="90000"/>
              </a:lnSpc>
              <a:spcBef>
                <a:spcPts val="0"/>
              </a:spcBef>
              <a:buNone/>
              <a:defRPr/>
            </a:pPr>
            <a:endParaRPr lang="en-US"/>
          </a:p>
          <a:p>
            <a:pPr marL="546100" lvl="0" indent="-409575" algn="ctr">
              <a:lnSpc>
                <a:spcPct val="90000"/>
              </a:lnSpc>
              <a:spcBef>
                <a:spcPts val="0"/>
              </a:spcBef>
              <a:buNone/>
              <a:defRPr/>
            </a:pPr>
            <a:r>
              <a:rPr b="1" i="0" u="none">
                <a:latin typeface="Arial"/>
                <a:ea typeface="Arial"/>
              </a:rPr>
              <a:t>CHRISTE ELEISON</a:t>
            </a:r>
            <a:endParaRPr b="1" i="0" u="none">
              <a:latin typeface="Arial"/>
              <a:ea typeface="Arial"/>
            </a:endParaRPr>
          </a:p>
          <a:p>
            <a:pPr marL="546100" lvl="0" indent="-409575" algn="ctr">
              <a:lnSpc>
                <a:spcPct val="90000"/>
              </a:lnSpc>
              <a:spcBef>
                <a:spcPts val="0"/>
              </a:spcBef>
              <a:buNone/>
              <a:defRPr/>
            </a:pPr>
            <a:r>
              <a:rPr b="1" i="0" u="none">
                <a:latin typeface="Arial"/>
                <a:ea typeface="Arial"/>
              </a:rPr>
              <a:t>CHRISTE ELEISON</a:t>
            </a:r>
            <a:endParaRPr b="1" i="0" u="none">
              <a:latin typeface="Arial"/>
              <a:ea typeface="Arial"/>
            </a:endParaRPr>
          </a:p>
          <a:p>
            <a:pPr marL="546100" lvl="0" indent="-409575" algn="ctr">
              <a:lnSpc>
                <a:spcPct val="90000"/>
              </a:lnSpc>
              <a:spcBef>
                <a:spcPts val="0"/>
              </a:spcBef>
              <a:buNone/>
              <a:defRPr/>
            </a:pPr>
            <a:endParaRPr lang="en-US"/>
          </a:p>
          <a:p>
            <a:pPr marL="546100" lvl="0" indent="-409575" algn="ctr">
              <a:lnSpc>
                <a:spcPct val="90000"/>
              </a:lnSpc>
              <a:spcBef>
                <a:spcPts val="0"/>
              </a:spcBef>
              <a:buNone/>
              <a:defRPr/>
            </a:pPr>
            <a:r>
              <a:rPr b="1" i="0" u="none">
                <a:latin typeface="Arial"/>
                <a:ea typeface="Arial"/>
              </a:rPr>
              <a:t>KYRIE ELEISON</a:t>
            </a:r>
            <a:endParaRPr b="1" i="0" u="none">
              <a:latin typeface="Arial"/>
              <a:ea typeface="Arial"/>
            </a:endParaRPr>
          </a:p>
          <a:p>
            <a:pPr marL="546100" lvl="0" indent="-409575" algn="ctr">
              <a:lnSpc>
                <a:spcPct val="90000"/>
              </a:lnSpc>
              <a:spcBef>
                <a:spcPts val="0"/>
              </a:spcBef>
              <a:buNone/>
              <a:defRPr/>
            </a:pPr>
            <a:r>
              <a:rPr b="1" i="0" u="none">
                <a:latin typeface="Arial"/>
                <a:ea typeface="Arial"/>
              </a:rPr>
              <a:t>KYRIE ELEISON</a:t>
            </a:r>
            <a:endParaRPr b="1" i="0" u="none">
              <a:latin typeface="Arial"/>
              <a:ea typeface="Arial"/>
            </a:endParaRPr>
          </a:p>
          <a:p>
            <a:pPr marL="546100" lvl="0" indent="-409575" algn="ctr">
              <a:lnSpc>
                <a:spcPct val="90000"/>
              </a:lnSpc>
              <a:spcBef>
                <a:spcPts val="0"/>
              </a:spcBef>
              <a:buNone/>
              <a:defRPr/>
            </a:pPr>
            <a:endParaRPr lang="en-US"/>
          </a:p>
          <a:p>
            <a:pPr marL="546100" lvl="0" indent="-409575" algn="ctr">
              <a:lnSpc>
                <a:spcPct val="90000"/>
              </a:lnSpc>
              <a:spcBef>
                <a:spcPts val="0"/>
              </a:spcBef>
              <a:buNone/>
              <a:defRPr/>
            </a:pPr>
            <a:r>
              <a:rPr sz="1800" b="1" i="1" u="none">
                <a:latin typeface="Arial"/>
                <a:ea typeface="Arial"/>
              </a:rPr>
              <a:t>Mass of Renew</a:t>
            </a:r>
            <a:endParaRPr sz="1800" b="1" i="1" u="none">
              <a:latin typeface="Arial"/>
              <a:ea typeface="Arial"/>
            </a:endParaRPr>
          </a:p>
          <a:p>
            <a:pPr marL="546100" lvl="0" indent="-409575" algn="ctr">
              <a:lnSpc>
                <a:spcPct val="90000"/>
              </a:lnSpc>
              <a:spcBef>
                <a:spcPts val="0"/>
              </a:spcBef>
              <a:buNone/>
              <a:defRPr/>
            </a:pPr>
            <a:r>
              <a:rPr sz="1800" b="1" i="1" u="none">
                <a:latin typeface="Arial"/>
                <a:ea typeface="Arial"/>
              </a:rPr>
              <a:t>Curtis Stephan</a:t>
            </a:r>
            <a:endParaRPr sz="1800" b="1" i="1" u="none">
              <a:latin typeface="Arial"/>
              <a:ea typeface="Arial"/>
            </a:endParaRPr>
          </a:p>
        </p:txBody>
      </p:sp>
      <p:sp>
        <p:nvSpPr>
          <p:cNvPr id="2" name="Text Box 1"/>
          <p:cNvSpPr txBox="1">
            <a:spLocks noGrp="1" noChangeShapeType="1"/>
          </p:cNvSpPr>
          <p:nvPr/>
        </p:nvSpPr>
        <p:spPr bwMode="auto">
          <a:xfrm>
            <a:off x="457200" y="142875"/>
            <a:ext cx="8229600" cy="520700"/>
          </a:xfrm>
          <a:prstGeom prst="rect">
            <a:avLst/>
          </a:prstGeom>
          <a:noFill/>
        </p:spPr>
        <p:txBody>
          <a:bodyPr wrap="none" anchor="ctr" anchorCtr="0"/>
          <a:lstStyle>
            <a:lvl1pPr marL="0" indent="0" algn="l" defTabSz="44894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Arial"/>
                <a:ea typeface="Arial"/>
              </a:defRPr>
            </a:lvl1pPr>
            <a:lvl2pPr marL="455295" indent="457200" algn="l" defTabSz="44894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Arial"/>
                <a:ea typeface="Arial"/>
              </a:defRPr>
            </a:lvl2pPr>
            <a:lvl3pPr marL="912495" indent="914400" algn="l" defTabSz="44894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Arial"/>
                <a:ea typeface="Arial"/>
              </a:defRPr>
            </a:lvl3pPr>
            <a:lvl4pPr marL="1369695" indent="1371600" algn="l" defTabSz="44894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Arial"/>
                <a:ea typeface="Arial"/>
              </a:defRPr>
            </a:lvl4pPr>
            <a:lvl5pPr marL="1826895" indent="1828800" algn="l" defTabSz="44894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Arial"/>
                <a:ea typeface="Arial"/>
              </a:defRPr>
            </a:lvl5pPr>
            <a:lvl6pPr defTabSz="448945">
              <a:defRPr lang="en-US" sz="1800"/>
            </a:lvl6pPr>
            <a:lvl7pPr defTabSz="448945">
              <a:defRPr lang="en-US" sz="1800"/>
            </a:lvl7pPr>
            <a:lvl8pPr defTabSz="448945">
              <a:defRPr lang="en-US" sz="1800"/>
            </a:lvl8pPr>
            <a:lvl9pPr defTabSz="448945">
              <a:defRPr lang="en-US" sz="1800"/>
            </a:lvl9pPr>
          </a:lstStyle>
          <a:p>
            <a:pPr marL="0" lvl="0" indent="0" algn="ctr">
              <a:spcBef>
                <a:spcPts val="0"/>
              </a:spcBef>
              <a:buNone/>
              <a:defRPr/>
            </a:pPr>
            <a:r>
              <a:rPr lang="en-ZA" altLang="en-US" sz="4000" b="1" u="sng">
                <a:solidFill>
                  <a:srgbClr val="FFF2CC"/>
                </a:solidFill>
                <a:sym typeface="+mn-ea"/>
              </a:rPr>
              <a:t>Kyrie Eleison</a:t>
            </a:r>
            <a:endParaRPr lang="en-ZA" altLang="en-US" sz="4000" b="1" i="0" u="sng">
              <a:solidFill>
                <a:srgbClr val="FFF2CC"/>
              </a:solidFill>
              <a:ea typeface="Microsoft YaHei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80320233" name="AutoShape 7" descr="What Are the Parables of the Hidden Treasure and Pearl About? - Jesus Film  Project"/>
          <p:cNvSpPr>
            <a:spLocks noGrp="1" noChangeShapeType="1"/>
          </p:cNvSpPr>
          <p:nvPr/>
        </p:nvSpPr>
        <p:spPr bwMode="auto">
          <a:xfrm>
            <a:off x="155574" y="-144461"/>
            <a:ext cx="304799" cy="304799"/>
          </a:xfrm>
          <a:prstGeom prst="rect">
            <a:avLst/>
          </a:prstGeom>
          <a:noFill/>
        </p:spPr>
        <p:txBody>
          <a:bodyPr lIns="91422" tIns="45711" rIns="91422" bIns="45711"/>
          <a:lstStyle/>
          <a:p>
            <a:pPr>
              <a:defRPr/>
            </a:pPr>
            <a:endParaRPr sz="1400"/>
          </a:p>
        </p:txBody>
      </p:sp>
      <p:sp>
        <p:nvSpPr>
          <p:cNvPr id="350936155" name="AutoShape 9" descr="What Are the Parables of the Hidden Treasure and Pearl About? - Jesus Film  Project"/>
          <p:cNvSpPr>
            <a:spLocks noGrp="1" noChangeShapeType="1"/>
          </p:cNvSpPr>
          <p:nvPr/>
        </p:nvSpPr>
        <p:spPr bwMode="auto">
          <a:xfrm>
            <a:off x="155574" y="-144461"/>
            <a:ext cx="304799" cy="304799"/>
          </a:xfrm>
          <a:prstGeom prst="rect">
            <a:avLst/>
          </a:prstGeom>
          <a:noFill/>
        </p:spPr>
        <p:txBody>
          <a:bodyPr lIns="91422" tIns="45711" rIns="91422" bIns="45711"/>
          <a:lstStyle/>
          <a:p>
            <a:pPr>
              <a:defRPr/>
            </a:pPr>
            <a:endParaRPr sz="1400"/>
          </a:p>
        </p:txBody>
      </p:sp>
      <p:sp>
        <p:nvSpPr>
          <p:cNvPr id="1398689361" name="AutoShape 11" descr="What Are the Parables of the Hidden Treasure and Pearl About? - Jesus Film  Project"/>
          <p:cNvSpPr>
            <a:spLocks noGrp="1" noChangeShapeType="1"/>
          </p:cNvSpPr>
          <p:nvPr/>
        </p:nvSpPr>
        <p:spPr bwMode="auto">
          <a:xfrm>
            <a:off x="155574" y="-144461"/>
            <a:ext cx="304799" cy="304799"/>
          </a:xfrm>
          <a:prstGeom prst="rect">
            <a:avLst/>
          </a:prstGeom>
          <a:noFill/>
        </p:spPr>
        <p:txBody>
          <a:bodyPr lIns="91422" tIns="45711" rIns="91422" bIns="45711"/>
          <a:lstStyle/>
          <a:p>
            <a:pPr>
              <a:defRPr/>
            </a:pPr>
            <a:endParaRPr sz="1400"/>
          </a:p>
        </p:txBody>
      </p:sp>
      <p:sp>
        <p:nvSpPr>
          <p:cNvPr id="1158176509" name="AutoShape 13" descr="What Are the Parables of the Hidden Treasure and Pearl About? - Jesus Film  Project"/>
          <p:cNvSpPr>
            <a:spLocks noGrp="1" noChangeShapeType="1"/>
          </p:cNvSpPr>
          <p:nvPr/>
        </p:nvSpPr>
        <p:spPr bwMode="auto">
          <a:xfrm>
            <a:off x="155574" y="-144461"/>
            <a:ext cx="304799" cy="304799"/>
          </a:xfrm>
          <a:prstGeom prst="rect">
            <a:avLst/>
          </a:prstGeom>
          <a:noFill/>
        </p:spPr>
        <p:txBody>
          <a:bodyPr lIns="91422" tIns="45711" rIns="91422" bIns="45711"/>
          <a:lstStyle/>
          <a:p>
            <a:pPr>
              <a:defRPr/>
            </a:pPr>
            <a:endParaRPr sz="1400"/>
          </a:p>
        </p:txBody>
      </p:sp>
      <p:sp>
        <p:nvSpPr>
          <p:cNvPr id="1733076848" name="AutoShape 15" descr="What Are the Parables of the Hidden Treasure and Pearl About? - Jesus Film  Project"/>
          <p:cNvSpPr>
            <a:spLocks noGrp="1" noChangeShapeType="1"/>
          </p:cNvSpPr>
          <p:nvPr/>
        </p:nvSpPr>
        <p:spPr bwMode="auto">
          <a:xfrm>
            <a:off x="155574" y="-144461"/>
            <a:ext cx="304799" cy="304799"/>
          </a:xfrm>
          <a:prstGeom prst="rect">
            <a:avLst/>
          </a:prstGeom>
          <a:noFill/>
        </p:spPr>
        <p:txBody>
          <a:bodyPr lIns="91422" tIns="45711" rIns="91422" bIns="45711"/>
          <a:lstStyle/>
          <a:p>
            <a:pPr>
              <a:defRPr/>
            </a:pPr>
            <a:endParaRPr sz="1400"/>
          </a:p>
        </p:txBody>
      </p:sp>
      <p:sp>
        <p:nvSpPr>
          <p:cNvPr id="1589629482" name="AutoShape 17" descr="https://www.jesusfilm.org/wp-content/uploads/2022/11/1541008305698.jpg?w=700"/>
          <p:cNvSpPr>
            <a:spLocks noGrp="1" noChangeShapeType="1"/>
          </p:cNvSpPr>
          <p:nvPr/>
        </p:nvSpPr>
        <p:spPr bwMode="auto">
          <a:xfrm>
            <a:off x="155574" y="-144461"/>
            <a:ext cx="304799" cy="304799"/>
          </a:xfrm>
          <a:prstGeom prst="rect">
            <a:avLst/>
          </a:prstGeom>
          <a:noFill/>
        </p:spPr>
        <p:txBody>
          <a:bodyPr lIns="91422" tIns="45711" rIns="91422" bIns="45711"/>
          <a:lstStyle/>
          <a:p>
            <a:pPr>
              <a:defRPr/>
            </a:pPr>
            <a:endParaRPr sz="1400"/>
          </a:p>
        </p:txBody>
      </p:sp>
      <p:sp>
        <p:nvSpPr>
          <p:cNvPr id="1787052107" name="AutoShape 19" descr="https://www.jesusfilm.org/wp-content/uploads/2022/11/1541008305698.jpg?w=700"/>
          <p:cNvSpPr>
            <a:spLocks noGrp="1" noChangeShapeType="1"/>
          </p:cNvSpPr>
          <p:nvPr/>
        </p:nvSpPr>
        <p:spPr bwMode="auto">
          <a:xfrm>
            <a:off x="155574" y="-144461"/>
            <a:ext cx="304799" cy="304799"/>
          </a:xfrm>
          <a:prstGeom prst="rect">
            <a:avLst/>
          </a:prstGeom>
          <a:noFill/>
        </p:spPr>
        <p:txBody>
          <a:bodyPr lIns="91422" tIns="45711" rIns="91422" bIns="45711"/>
          <a:lstStyle/>
          <a:p>
            <a:pPr>
              <a:defRPr/>
            </a:pPr>
            <a:endParaRPr sz="1400"/>
          </a:p>
        </p:txBody>
      </p:sp>
      <p:sp>
        <p:nvSpPr>
          <p:cNvPr id="364268899" name="AutoShape 21" descr="https://www.jesusfilm.org/wp-content/uploads/2022/11/1541008305698.jpg?w=700"/>
          <p:cNvSpPr>
            <a:spLocks noGrp="1" noChangeShapeType="1"/>
          </p:cNvSpPr>
          <p:nvPr/>
        </p:nvSpPr>
        <p:spPr bwMode="auto">
          <a:xfrm>
            <a:off x="155574" y="-144461"/>
            <a:ext cx="304799" cy="304799"/>
          </a:xfrm>
          <a:prstGeom prst="rect">
            <a:avLst/>
          </a:prstGeom>
          <a:noFill/>
        </p:spPr>
        <p:txBody>
          <a:bodyPr lIns="91422" tIns="45711" rIns="91422" bIns="45711"/>
          <a:lstStyle/>
          <a:p>
            <a:pPr>
              <a:defRPr/>
            </a:pPr>
            <a:endParaRPr sz="14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94717103" name="Rectangle 3"/>
          <p:cNvSpPr>
            <a:spLocks noGrp="1" noChangeShapeType="1"/>
          </p:cNvSpPr>
          <p:nvPr>
            <p:ph/>
          </p:nvPr>
        </p:nvSpPr>
        <p:spPr bwMode="auto">
          <a:xfrm>
            <a:off x="457200" y="1371600"/>
            <a:ext cx="8229600" cy="4754562"/>
          </a:xfrm>
          <a:prstGeom prst="rect">
            <a:avLst/>
          </a:prstGeom>
        </p:spPr>
        <p:txBody>
          <a:bodyPr lIns="91423" tIns="45711" rIns="91423" bIns="45711" anchor="t"/>
          <a:lstStyle>
            <a:lvl1pPr marL="546100" indent="136525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9F9F9"/>
              </a:buClr>
              <a:buSzPct val="65000"/>
              <a:buChar char=""/>
              <a:defRPr sz="2800" b="0" i="0">
                <a:solidFill>
                  <a:schemeClr val="dk1"/>
                </a:solidFill>
                <a:latin typeface="Book Antiqua"/>
              </a:defRPr>
            </a:lvl1pPr>
            <a:lvl2pPr marL="866775" indent="58547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80000"/>
              <a:buChar char=""/>
              <a:defRPr sz="2400" b="0" i="0">
                <a:solidFill>
                  <a:schemeClr val="dk1"/>
                </a:solidFill>
                <a:latin typeface="Book Antiqua"/>
              </a:defRPr>
            </a:lvl2pPr>
            <a:lvl3pPr marL="1131570" indent="904875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95000"/>
              <a:buChar char=""/>
              <a:defRPr sz="2200" b="0" i="0">
                <a:solidFill>
                  <a:schemeClr val="dk1"/>
                </a:solidFill>
                <a:latin typeface="Book Antiqua"/>
              </a:defRPr>
            </a:lvl3pPr>
            <a:lvl4pPr marL="1350645" indent="116967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00000"/>
              <a:buChar char=""/>
              <a:defRPr sz="2000" b="0" i="0">
                <a:solidFill>
                  <a:schemeClr val="dk1"/>
                </a:solidFill>
                <a:latin typeface="Book Antiqua"/>
              </a:defRPr>
            </a:lvl4pPr>
            <a:lvl5pPr marL="1543050" indent="1362075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00000"/>
              <a:buChar char=""/>
              <a:defRPr sz="2000" b="0" i="0">
                <a:solidFill>
                  <a:schemeClr val="dk1"/>
                </a:solidFill>
                <a:latin typeface="Book Antiqua"/>
              </a:defRPr>
            </a:lvl5pPr>
          </a:lstStyle>
          <a:p>
            <a:pPr marL="546100" lvl="0" indent="-409575" algn="ctr">
              <a:spcBef>
                <a:spcPts val="0"/>
              </a:spcBef>
              <a:buNone/>
              <a:defRPr/>
            </a:pPr>
            <a:r>
              <a:rPr b="1" i="0" u="none">
                <a:latin typeface="Arial"/>
                <a:ea typeface="Arial"/>
              </a:rPr>
              <a:t>GLORY TO GOD IN THE HEIGHEST</a:t>
            </a:r>
            <a:endParaRPr b="1" i="0" u="none">
              <a:latin typeface="Arial"/>
              <a:ea typeface="Arial"/>
            </a:endParaRPr>
          </a:p>
          <a:p>
            <a:pPr marL="546100" lvl="0" indent="-409575" algn="ctr">
              <a:spcBef>
                <a:spcPts val="0"/>
              </a:spcBef>
              <a:buNone/>
              <a:defRPr/>
            </a:pPr>
            <a:r>
              <a:rPr b="1" i="0" u="none">
                <a:latin typeface="Arial"/>
                <a:ea typeface="Arial"/>
              </a:rPr>
              <a:t>AND ON EARTH </a:t>
            </a:r>
            <a:endParaRPr b="1" i="0" u="none">
              <a:latin typeface="Arial"/>
              <a:ea typeface="Arial"/>
            </a:endParaRPr>
          </a:p>
          <a:p>
            <a:pPr marL="546100" lvl="0" indent="-409575" algn="ctr">
              <a:spcBef>
                <a:spcPts val="0"/>
              </a:spcBef>
              <a:buNone/>
              <a:defRPr/>
            </a:pPr>
            <a:r>
              <a:rPr b="1" i="0" u="none">
                <a:latin typeface="Arial"/>
                <a:ea typeface="Arial"/>
              </a:rPr>
              <a:t>PEACE TO PEOPLE OF GOOD WILL</a:t>
            </a:r>
            <a:endParaRPr b="1" i="0" u="none">
              <a:latin typeface="Arial"/>
              <a:ea typeface="Arial"/>
            </a:endParaRPr>
          </a:p>
          <a:p>
            <a:pPr marL="546100" lvl="0" indent="-409575" algn="ctr">
              <a:spcBef>
                <a:spcPts val="0"/>
              </a:spcBef>
              <a:buNone/>
              <a:defRPr/>
            </a:pPr>
            <a:endParaRPr lang="en-US"/>
          </a:p>
          <a:p>
            <a:pPr marL="546100" lvl="0" indent="-409575" algn="ctr">
              <a:spcBef>
                <a:spcPts val="0"/>
              </a:spcBef>
              <a:buNone/>
              <a:defRPr/>
            </a:pPr>
            <a:r>
              <a:rPr b="1" i="0" u="none">
                <a:latin typeface="Arial"/>
                <a:ea typeface="Arial"/>
              </a:rPr>
              <a:t>WE PRAISE YOU, WE BLESS YOU</a:t>
            </a:r>
            <a:endParaRPr b="1" i="0" u="none">
              <a:latin typeface="Arial"/>
              <a:ea typeface="Arial"/>
            </a:endParaRPr>
          </a:p>
          <a:p>
            <a:pPr marL="546100" lvl="0" indent="-409575" algn="ctr">
              <a:spcBef>
                <a:spcPts val="0"/>
              </a:spcBef>
              <a:buNone/>
              <a:defRPr/>
            </a:pPr>
            <a:r>
              <a:rPr b="1" i="0" u="none">
                <a:latin typeface="Arial"/>
                <a:ea typeface="Arial"/>
              </a:rPr>
              <a:t>WE ADORE YOU</a:t>
            </a:r>
            <a:endParaRPr b="1" i="0" u="none">
              <a:latin typeface="Arial"/>
              <a:ea typeface="Arial"/>
            </a:endParaRPr>
          </a:p>
          <a:p>
            <a:pPr marL="546100" lvl="0" indent="-409575" algn="ctr">
              <a:spcBef>
                <a:spcPts val="0"/>
              </a:spcBef>
              <a:buNone/>
              <a:defRPr/>
            </a:pPr>
            <a:r>
              <a:rPr b="1" i="0" u="none">
                <a:latin typeface="Arial"/>
                <a:ea typeface="Arial"/>
              </a:rPr>
              <a:t>WE GLORIFY YOU</a:t>
            </a:r>
            <a:endParaRPr b="1" i="0" u="none">
              <a:latin typeface="Arial"/>
              <a:ea typeface="Arial"/>
            </a:endParaRPr>
          </a:p>
        </p:txBody>
      </p:sp>
      <p:sp>
        <p:nvSpPr>
          <p:cNvPr id="3" name="Text Box 2"/>
          <p:cNvSpPr txBox="1">
            <a:spLocks noGrp="1" noChangeShapeType="1"/>
          </p:cNvSpPr>
          <p:nvPr/>
        </p:nvSpPr>
        <p:spPr bwMode="auto">
          <a:xfrm>
            <a:off x="457200" y="142875"/>
            <a:ext cx="8229600" cy="520700"/>
          </a:xfrm>
          <a:prstGeom prst="rect">
            <a:avLst/>
          </a:prstGeom>
          <a:noFill/>
        </p:spPr>
        <p:txBody>
          <a:bodyPr wrap="none" anchor="ctr" anchorCtr="0"/>
          <a:lstStyle>
            <a:lvl1pPr marL="0" indent="0" algn="l" defTabSz="44894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Arial"/>
                <a:ea typeface="Arial"/>
              </a:defRPr>
            </a:lvl1pPr>
            <a:lvl2pPr marL="455295" indent="457200" algn="l" defTabSz="44894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Arial"/>
                <a:ea typeface="Arial"/>
              </a:defRPr>
            </a:lvl2pPr>
            <a:lvl3pPr marL="912495" indent="914400" algn="l" defTabSz="44894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Arial"/>
                <a:ea typeface="Arial"/>
              </a:defRPr>
            </a:lvl3pPr>
            <a:lvl4pPr marL="1369695" indent="1371600" algn="l" defTabSz="44894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Arial"/>
                <a:ea typeface="Arial"/>
              </a:defRPr>
            </a:lvl4pPr>
            <a:lvl5pPr marL="1826895" indent="1828800" algn="l" defTabSz="44894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Arial"/>
                <a:ea typeface="Arial"/>
              </a:defRPr>
            </a:lvl5pPr>
            <a:lvl6pPr defTabSz="448945">
              <a:defRPr lang="en-US" sz="1800"/>
            </a:lvl6pPr>
            <a:lvl7pPr defTabSz="448945">
              <a:defRPr lang="en-US" sz="1800"/>
            </a:lvl7pPr>
            <a:lvl8pPr defTabSz="448945">
              <a:defRPr lang="en-US" sz="1800"/>
            </a:lvl8pPr>
            <a:lvl9pPr defTabSz="448945">
              <a:defRPr lang="en-US" sz="1800"/>
            </a:lvl9pPr>
          </a:lstStyle>
          <a:p>
            <a:pPr marL="0" lvl="0" indent="0" algn="ctr">
              <a:spcBef>
                <a:spcPts val="0"/>
              </a:spcBef>
              <a:buNone/>
              <a:defRPr/>
            </a:pPr>
            <a:r>
              <a:rPr lang="en-ZA" altLang="en-US" sz="4000" b="1" u="sng">
                <a:solidFill>
                  <a:srgbClr val="FFF2CC"/>
                </a:solidFill>
                <a:sym typeface="+mn-ea"/>
              </a:rPr>
              <a:t>Gloria</a:t>
            </a:r>
            <a:endParaRPr lang="en-ZA" altLang="en-US" sz="4000" b="1" i="0" u="sng">
              <a:solidFill>
                <a:srgbClr val="FFF2CC"/>
              </a:solidFill>
              <a:ea typeface="Microsoft YaHei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53880754" name="Rectangle 2"/>
          <p:cNvSpPr>
            <a:spLocks noGrp="1" noChangeShapeType="1"/>
          </p:cNvSpPr>
          <p:nvPr>
            <p:ph type="title"/>
          </p:nvPr>
        </p:nvSpPr>
        <p:spPr bwMode="auto">
          <a:xfrm>
            <a:off x="457200" y="274637"/>
            <a:ext cx="8229600" cy="258762"/>
          </a:xfrm>
          <a:prstGeom prst="rect">
            <a:avLst/>
          </a:prstGeom>
        </p:spPr>
        <p:txBody>
          <a:bodyPr lIns="91423" tIns="45711" rIns="91423" bIns="45711" anchor="ctr" anchorCtr="0"/>
          <a:lstStyle/>
          <a:p>
            <a:pPr>
              <a:defRPr/>
            </a:pPr>
            <a:endParaRPr sz="1400"/>
          </a:p>
        </p:txBody>
      </p:sp>
      <p:sp>
        <p:nvSpPr>
          <p:cNvPr id="42974968" name="Rectangle 3"/>
          <p:cNvSpPr>
            <a:spLocks noGrp="1" noChangeShapeType="1"/>
          </p:cNvSpPr>
          <p:nvPr>
            <p:ph/>
          </p:nvPr>
        </p:nvSpPr>
        <p:spPr bwMode="auto">
          <a:xfrm>
            <a:off x="457200" y="685800"/>
            <a:ext cx="8229600" cy="6019800"/>
          </a:xfrm>
          <a:prstGeom prst="rect">
            <a:avLst/>
          </a:prstGeom>
        </p:spPr>
        <p:txBody>
          <a:bodyPr lIns="91423" tIns="45711" rIns="91423" bIns="45711" anchor="t"/>
          <a:lstStyle>
            <a:lvl1pPr marL="546100" indent="136525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9F9F9"/>
              </a:buClr>
              <a:buSzPct val="65000"/>
              <a:buChar char=""/>
              <a:defRPr sz="2800" b="0" i="0">
                <a:solidFill>
                  <a:schemeClr val="dk1"/>
                </a:solidFill>
                <a:latin typeface="Book Antiqua"/>
              </a:defRPr>
            </a:lvl1pPr>
            <a:lvl2pPr marL="866775" indent="58547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80000"/>
              <a:buChar char=""/>
              <a:defRPr sz="2400" b="0" i="0">
                <a:solidFill>
                  <a:schemeClr val="dk1"/>
                </a:solidFill>
                <a:latin typeface="Book Antiqua"/>
              </a:defRPr>
            </a:lvl2pPr>
            <a:lvl3pPr marL="1131570" indent="904875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95000"/>
              <a:buChar char=""/>
              <a:defRPr sz="2200" b="0" i="0">
                <a:solidFill>
                  <a:schemeClr val="dk1"/>
                </a:solidFill>
                <a:latin typeface="Book Antiqua"/>
              </a:defRPr>
            </a:lvl3pPr>
            <a:lvl4pPr marL="1350645" indent="116967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00000"/>
              <a:buChar char=""/>
              <a:defRPr sz="2000" b="0" i="0">
                <a:solidFill>
                  <a:schemeClr val="dk1"/>
                </a:solidFill>
                <a:latin typeface="Book Antiqua"/>
              </a:defRPr>
            </a:lvl4pPr>
            <a:lvl5pPr marL="1543050" indent="1362075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00000"/>
              <a:buChar char=""/>
              <a:defRPr sz="2000" b="0" i="0">
                <a:solidFill>
                  <a:schemeClr val="dk1"/>
                </a:solidFill>
                <a:latin typeface="Book Antiqua"/>
              </a:defRPr>
            </a:lvl5pPr>
          </a:lstStyle>
          <a:p>
            <a:pPr marL="546100" lvl="0" indent="-409575" algn="ctr">
              <a:lnSpc>
                <a:spcPct val="90000"/>
              </a:lnSpc>
              <a:spcBef>
                <a:spcPts val="0"/>
              </a:spcBef>
              <a:buNone/>
              <a:defRPr/>
            </a:pPr>
            <a:endParaRPr lang="en-US" sz="2600"/>
          </a:p>
          <a:p>
            <a:pPr marL="546100" lvl="0" indent="-409575" algn="ctr">
              <a:lnSpc>
                <a:spcPct val="90000"/>
              </a:lnSpc>
              <a:spcBef>
                <a:spcPts val="0"/>
              </a:spcBef>
              <a:buNone/>
              <a:defRPr/>
            </a:pPr>
            <a:r>
              <a:rPr lang="en-ZA" b="1" i="0" u="none">
                <a:latin typeface="Arial"/>
                <a:ea typeface="Arial"/>
              </a:rPr>
              <a:t>WE GIVE YOU THANKS</a:t>
            </a:r>
            <a:endParaRPr lang="en-ZA" b="1" i="0" u="none">
              <a:latin typeface="Arial"/>
              <a:ea typeface="Arial"/>
            </a:endParaRPr>
          </a:p>
          <a:p>
            <a:pPr marL="546100" lvl="0" indent="-409575" algn="ctr">
              <a:lnSpc>
                <a:spcPct val="90000"/>
              </a:lnSpc>
              <a:spcBef>
                <a:spcPts val="0"/>
              </a:spcBef>
              <a:buNone/>
              <a:defRPr/>
            </a:pPr>
            <a:r>
              <a:rPr lang="en-ZA" b="1" i="0" u="none">
                <a:latin typeface="Arial"/>
                <a:ea typeface="Arial"/>
              </a:rPr>
              <a:t>FOR YOUR GREAT GLORY</a:t>
            </a:r>
            <a:endParaRPr lang="en-ZA" b="1" i="0" u="none">
              <a:latin typeface="Arial"/>
              <a:ea typeface="Arial"/>
            </a:endParaRPr>
          </a:p>
          <a:p>
            <a:pPr marL="546100" lvl="0" indent="-409575" algn="ctr">
              <a:lnSpc>
                <a:spcPct val="90000"/>
              </a:lnSpc>
              <a:spcBef>
                <a:spcPts val="0"/>
              </a:spcBef>
              <a:buNone/>
              <a:defRPr/>
            </a:pPr>
            <a:r>
              <a:rPr lang="en-ZA" b="1" i="0" u="none">
                <a:latin typeface="Arial"/>
                <a:ea typeface="Arial"/>
              </a:rPr>
              <a:t>LORD GOD HEAVENLY KING</a:t>
            </a:r>
            <a:endParaRPr lang="en-ZA" b="1" i="0" u="none">
              <a:latin typeface="Arial"/>
              <a:ea typeface="Arial"/>
            </a:endParaRPr>
          </a:p>
          <a:p>
            <a:pPr marL="546100" lvl="0" indent="-409575" algn="ctr">
              <a:lnSpc>
                <a:spcPct val="90000"/>
              </a:lnSpc>
              <a:spcBef>
                <a:spcPts val="0"/>
              </a:spcBef>
              <a:buNone/>
              <a:defRPr/>
            </a:pPr>
            <a:r>
              <a:rPr lang="en-ZA" b="1" i="0" u="none">
                <a:latin typeface="Arial"/>
                <a:ea typeface="Arial"/>
              </a:rPr>
              <a:t>OH GOD ALMIGHTY FATHER</a:t>
            </a:r>
            <a:endParaRPr lang="en-ZA" b="1" i="0" u="none">
              <a:latin typeface="Arial"/>
              <a:ea typeface="Arial"/>
            </a:endParaRPr>
          </a:p>
          <a:p>
            <a:pPr marL="546100" lvl="0" indent="-409575" algn="ctr">
              <a:lnSpc>
                <a:spcPct val="90000"/>
              </a:lnSpc>
              <a:spcBef>
                <a:spcPts val="0"/>
              </a:spcBef>
              <a:buNone/>
              <a:defRPr/>
            </a:pPr>
            <a:r>
              <a:rPr lang="en-ZA" b="1" i="0" u="none">
                <a:latin typeface="Arial"/>
                <a:ea typeface="Arial"/>
              </a:rPr>
              <a:t>LORD JESUS CHRIST, </a:t>
            </a:r>
            <a:endParaRPr lang="en-ZA" b="1" i="0" u="none">
              <a:latin typeface="Arial"/>
              <a:ea typeface="Arial"/>
            </a:endParaRPr>
          </a:p>
          <a:p>
            <a:pPr marL="546100" lvl="0" indent="-409575" algn="ctr">
              <a:lnSpc>
                <a:spcPct val="90000"/>
              </a:lnSpc>
              <a:spcBef>
                <a:spcPts val="0"/>
              </a:spcBef>
              <a:buNone/>
              <a:defRPr/>
            </a:pPr>
            <a:r>
              <a:rPr lang="en-ZA" b="1" i="0" u="none">
                <a:latin typeface="Arial"/>
                <a:ea typeface="Arial"/>
              </a:rPr>
              <a:t>ONLY BEGOTTEN SON</a:t>
            </a:r>
            <a:endParaRPr lang="en-ZA" b="1" i="0" u="none">
              <a:latin typeface="Arial"/>
              <a:ea typeface="Arial"/>
            </a:endParaRPr>
          </a:p>
          <a:p>
            <a:pPr marL="546100" lvl="0" indent="-409575" algn="ctr">
              <a:lnSpc>
                <a:spcPct val="90000"/>
              </a:lnSpc>
              <a:spcBef>
                <a:spcPts val="0"/>
              </a:spcBef>
              <a:buNone/>
              <a:defRPr/>
            </a:pPr>
            <a:r>
              <a:rPr lang="en-ZA" b="1" i="0" u="none">
                <a:latin typeface="Arial"/>
                <a:ea typeface="Arial"/>
              </a:rPr>
              <a:t>LORD GOD, LAMB OF GOD</a:t>
            </a:r>
            <a:endParaRPr lang="en-ZA" b="1" i="0" u="none">
              <a:latin typeface="Arial"/>
              <a:ea typeface="Arial"/>
            </a:endParaRPr>
          </a:p>
          <a:p>
            <a:pPr marL="546100" lvl="0" indent="-409575" algn="ctr">
              <a:lnSpc>
                <a:spcPct val="90000"/>
              </a:lnSpc>
              <a:spcBef>
                <a:spcPts val="0"/>
              </a:spcBef>
              <a:buNone/>
              <a:defRPr/>
            </a:pPr>
            <a:r>
              <a:rPr lang="en-ZA" b="1" i="0" u="none">
                <a:latin typeface="Arial"/>
                <a:ea typeface="Arial"/>
              </a:rPr>
              <a:t>SON OF THE FATHER</a:t>
            </a:r>
            <a:endParaRPr lang="en-ZA" b="1" i="0" u="none">
              <a:latin typeface="Arial"/>
              <a:ea typeface="Arial"/>
            </a:endParaRPr>
          </a:p>
          <a:p>
            <a:pPr marL="546100" lvl="0" indent="-409575" algn="ctr">
              <a:lnSpc>
                <a:spcPct val="90000"/>
              </a:lnSpc>
              <a:spcBef>
                <a:spcPts val="0"/>
              </a:spcBef>
              <a:buNone/>
              <a:defRPr/>
            </a:pPr>
            <a:endParaRPr lang="en-ZA" b="1" i="0" u="none">
              <a:latin typeface="Arial"/>
              <a:ea typeface="Arial"/>
            </a:endParaRPr>
          </a:p>
          <a:p>
            <a:pPr marL="546100" lvl="0" indent="-409575">
              <a:lnSpc>
                <a:spcPct val="90000"/>
              </a:lnSpc>
              <a:spcBef>
                <a:spcPts val="0"/>
              </a:spcBef>
              <a:buClr>
                <a:srgbClr val="F9F9F9"/>
              </a:buClr>
              <a:buSzPct val="65000"/>
              <a:buFont typeface="Wingdings 2"/>
              <a:buChar char=""/>
              <a:defRPr/>
            </a:pPr>
            <a:endParaRPr lang="en-US" sz="2600"/>
          </a:p>
          <a:p>
            <a:pPr marL="546100" lvl="0" indent="-409575">
              <a:lnSpc>
                <a:spcPct val="90000"/>
              </a:lnSpc>
              <a:spcBef>
                <a:spcPts val="0"/>
              </a:spcBef>
              <a:buClr>
                <a:srgbClr val="F9F9F9"/>
              </a:buClr>
              <a:buSzPct val="65000"/>
              <a:buFont typeface="Wingdings 2"/>
              <a:buChar char=""/>
              <a:defRPr/>
            </a:pPr>
            <a:endParaRPr lang="en-US" sz="2600"/>
          </a:p>
          <a:p>
            <a:pPr marL="546100" lvl="0" indent="-409575">
              <a:lnSpc>
                <a:spcPct val="90000"/>
              </a:lnSpc>
              <a:spcBef>
                <a:spcPts val="0"/>
              </a:spcBef>
              <a:buNone/>
              <a:defRPr/>
            </a:pPr>
            <a:r>
              <a:rPr lang="en-ZA" sz="2600" b="0" i="0" u="none">
                <a:latin typeface="Arial"/>
                <a:ea typeface="Arial"/>
              </a:rPr>
              <a:t> </a:t>
            </a:r>
            <a:endParaRPr lang="en-ZA" sz="2600" b="0" i="0" u="none">
              <a:latin typeface="Arial"/>
              <a:ea typeface="Arial"/>
            </a:endParaRPr>
          </a:p>
          <a:p>
            <a:pPr marL="546100" lvl="0" indent="-409575" algn="ctr">
              <a:lnSpc>
                <a:spcPct val="90000"/>
              </a:lnSpc>
              <a:spcBef>
                <a:spcPts val="0"/>
              </a:spcBef>
              <a:buNone/>
              <a:defRPr/>
            </a:pPr>
            <a:endParaRPr lang="en-ZA" sz="2600" b="0" i="0" u="none">
              <a:latin typeface="Arial"/>
              <a:ea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23932355" name="Title 1"/>
          <p:cNvSpPr>
            <a:spLocks noGrp="1" noChangeShapeType="1"/>
          </p:cNvSpPr>
          <p:nvPr>
            <p:ph type="title"/>
          </p:nvPr>
        </p:nvSpPr>
        <p:spPr bwMode="auto">
          <a:xfrm>
            <a:off x="457200" y="274637"/>
            <a:ext cx="8229600" cy="411162"/>
          </a:xfrm>
          <a:prstGeom prst="rect">
            <a:avLst/>
          </a:prstGeom>
        </p:spPr>
        <p:txBody>
          <a:bodyPr lIns="91423" tIns="45711" rIns="91423" bIns="45711" anchor="ctr" anchorCtr="0"/>
          <a:lstStyle/>
          <a:p>
            <a:pPr>
              <a:defRPr/>
            </a:pPr>
            <a:endParaRPr sz="1400"/>
          </a:p>
        </p:txBody>
      </p:sp>
      <p:sp>
        <p:nvSpPr>
          <p:cNvPr id="1001191771" name="Content Placeholder 2"/>
          <p:cNvSpPr>
            <a:spLocks noGrp="1" noChangeShapeType="1"/>
          </p:cNvSpPr>
          <p:nvPr>
            <p:ph/>
          </p:nvPr>
        </p:nvSpPr>
        <p:spPr bwMode="auto">
          <a:xfrm>
            <a:off x="457200" y="838200"/>
            <a:ext cx="8229600" cy="5287962"/>
          </a:xfrm>
          <a:prstGeom prst="rect">
            <a:avLst/>
          </a:prstGeom>
        </p:spPr>
        <p:txBody>
          <a:bodyPr lIns="91423" tIns="45711" rIns="91423" bIns="45711" anchor="t"/>
          <a:lstStyle>
            <a:lvl1pPr marL="546100" indent="136525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9F9F9"/>
              </a:buClr>
              <a:buSzPct val="65000"/>
              <a:buChar char=""/>
              <a:defRPr sz="2800" b="0" i="0">
                <a:solidFill>
                  <a:schemeClr val="dk1"/>
                </a:solidFill>
                <a:latin typeface="Book Antiqua"/>
              </a:defRPr>
            </a:lvl1pPr>
            <a:lvl2pPr marL="866775" indent="58547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80000"/>
              <a:buChar char=""/>
              <a:defRPr sz="2400" b="0" i="0">
                <a:solidFill>
                  <a:schemeClr val="dk1"/>
                </a:solidFill>
                <a:latin typeface="Book Antiqua"/>
              </a:defRPr>
            </a:lvl2pPr>
            <a:lvl3pPr marL="1131570" indent="904875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95000"/>
              <a:buChar char=""/>
              <a:defRPr sz="2200" b="0" i="0">
                <a:solidFill>
                  <a:schemeClr val="dk1"/>
                </a:solidFill>
                <a:latin typeface="Book Antiqua"/>
              </a:defRPr>
            </a:lvl3pPr>
            <a:lvl4pPr marL="1350645" indent="116967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00000"/>
              <a:buChar char=""/>
              <a:defRPr sz="2000" b="0" i="0">
                <a:solidFill>
                  <a:schemeClr val="dk1"/>
                </a:solidFill>
                <a:latin typeface="Book Antiqua"/>
              </a:defRPr>
            </a:lvl4pPr>
            <a:lvl5pPr marL="1543050" indent="1362075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00000"/>
              <a:buChar char=""/>
              <a:defRPr sz="2000" b="0" i="0">
                <a:solidFill>
                  <a:schemeClr val="dk1"/>
                </a:solidFill>
                <a:latin typeface="Book Antiqua"/>
              </a:defRPr>
            </a:lvl5pPr>
          </a:lstStyle>
          <a:p>
            <a:pPr marL="546100" lvl="0" indent="-409575" algn="ctr">
              <a:spcBef>
                <a:spcPts val="0"/>
              </a:spcBef>
              <a:buNone/>
              <a:defRPr/>
            </a:pPr>
            <a:r>
              <a:rPr lang="en-ZA" b="1" i="0" u="none">
                <a:latin typeface="Arial"/>
                <a:ea typeface="Arial"/>
              </a:rPr>
              <a:t>YOU TAKE AWAY THE SINS OF THE WORLD</a:t>
            </a:r>
            <a:endParaRPr lang="en-ZA" b="1" i="0" u="none">
              <a:latin typeface="Arial"/>
              <a:ea typeface="Arial"/>
            </a:endParaRPr>
          </a:p>
          <a:p>
            <a:pPr marL="546100" lvl="0" indent="-409575" algn="ctr">
              <a:spcBef>
                <a:spcPts val="0"/>
              </a:spcBef>
              <a:buNone/>
              <a:defRPr/>
            </a:pPr>
            <a:r>
              <a:rPr lang="en-ZA" b="1" i="0" u="none">
                <a:latin typeface="Arial"/>
                <a:ea typeface="Arial"/>
              </a:rPr>
              <a:t>HAVE MERCY ON US</a:t>
            </a:r>
            <a:endParaRPr lang="en-ZA" b="1" i="0" u="none">
              <a:latin typeface="Arial"/>
              <a:ea typeface="Arial"/>
            </a:endParaRPr>
          </a:p>
          <a:p>
            <a:pPr marL="546100" lvl="0" indent="-409575" algn="ctr">
              <a:spcBef>
                <a:spcPts val="0"/>
              </a:spcBef>
              <a:buNone/>
              <a:defRPr/>
            </a:pPr>
            <a:r>
              <a:rPr lang="en-ZA" b="1" i="0" u="none">
                <a:latin typeface="Arial"/>
                <a:ea typeface="Arial"/>
              </a:rPr>
              <a:t>YOU TAKE AWAY THE SINS OF THE WORLD</a:t>
            </a:r>
            <a:endParaRPr lang="en-ZA" b="1" i="0" u="none">
              <a:latin typeface="Arial"/>
              <a:ea typeface="Arial"/>
            </a:endParaRPr>
          </a:p>
          <a:p>
            <a:pPr marL="546100" lvl="0" indent="-409575" algn="ctr">
              <a:spcBef>
                <a:spcPts val="0"/>
              </a:spcBef>
              <a:buNone/>
              <a:defRPr/>
            </a:pPr>
            <a:r>
              <a:rPr lang="en-ZA" b="1" i="0" u="none">
                <a:latin typeface="Arial"/>
                <a:ea typeface="Arial"/>
              </a:rPr>
              <a:t>RECEIVE OUR PRAYER</a:t>
            </a:r>
            <a:endParaRPr lang="en-ZA" b="1" i="0" u="none">
              <a:latin typeface="Arial"/>
              <a:ea typeface="Arial"/>
            </a:endParaRPr>
          </a:p>
          <a:p>
            <a:pPr marL="546100" lvl="0" indent="-409575" algn="ctr">
              <a:spcBef>
                <a:spcPts val="0"/>
              </a:spcBef>
              <a:buNone/>
              <a:defRPr/>
            </a:pPr>
            <a:r>
              <a:rPr lang="en-ZA" b="1" i="0" u="none">
                <a:latin typeface="Arial"/>
                <a:ea typeface="Arial"/>
              </a:rPr>
              <a:t>YOU ARE SEATED AT THE RIGHT HAND</a:t>
            </a:r>
            <a:endParaRPr lang="en-ZA" b="1" i="0" u="none">
              <a:latin typeface="Arial"/>
              <a:ea typeface="Arial"/>
            </a:endParaRPr>
          </a:p>
          <a:p>
            <a:pPr marL="546100" lvl="0" indent="-409575" algn="ctr">
              <a:spcBef>
                <a:spcPts val="0"/>
              </a:spcBef>
              <a:buNone/>
              <a:defRPr/>
            </a:pPr>
            <a:r>
              <a:rPr lang="en-ZA" b="1" i="0" u="none">
                <a:latin typeface="Arial"/>
                <a:ea typeface="Arial"/>
              </a:rPr>
              <a:t>OF THE FATHER</a:t>
            </a:r>
            <a:endParaRPr lang="en-ZA" b="1" i="0" u="none">
              <a:latin typeface="Arial"/>
              <a:ea typeface="Arial"/>
            </a:endParaRPr>
          </a:p>
          <a:p>
            <a:pPr marL="546100" lvl="0" indent="-409575" algn="ctr">
              <a:spcBef>
                <a:spcPts val="0"/>
              </a:spcBef>
              <a:buNone/>
              <a:defRPr/>
            </a:pPr>
            <a:r>
              <a:rPr lang="en-ZA" b="1" i="0" u="none">
                <a:latin typeface="Arial"/>
                <a:ea typeface="Arial"/>
              </a:rPr>
              <a:t>HAVE MERCY</a:t>
            </a:r>
            <a:endParaRPr lang="en-ZA" b="1" i="0" u="none">
              <a:latin typeface="Arial"/>
              <a:ea typeface="Arial"/>
            </a:endParaRPr>
          </a:p>
          <a:p>
            <a:pPr marL="546100" lvl="0" indent="-409575" algn="ctr">
              <a:spcBef>
                <a:spcPts val="0"/>
              </a:spcBef>
              <a:buNone/>
              <a:defRPr/>
            </a:pPr>
            <a:r>
              <a:rPr lang="en-ZA" b="1" i="0" u="none">
                <a:latin typeface="Arial"/>
                <a:ea typeface="Arial"/>
              </a:rPr>
              <a:t>HAVE MERCY ON US</a:t>
            </a:r>
            <a:endParaRPr lang="en-ZA" b="1" i="0" u="none">
              <a:latin typeface="Arial"/>
              <a:ea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48658203" name="Rectangle 2"/>
          <p:cNvSpPr>
            <a:spLocks noGrp="1" noChangeShapeType="1"/>
          </p:cNvSpPr>
          <p:nvPr>
            <p:ph type="title"/>
          </p:nvPr>
        </p:nvSpPr>
        <p:spPr bwMode="auto">
          <a:xfrm>
            <a:off x="457200" y="274637"/>
            <a:ext cx="8229600" cy="258762"/>
          </a:xfrm>
          <a:prstGeom prst="rect">
            <a:avLst/>
          </a:prstGeom>
        </p:spPr>
        <p:txBody>
          <a:bodyPr lIns="91423" tIns="45711" rIns="91423" bIns="45711" anchor="ctr" anchorCtr="0"/>
          <a:lstStyle/>
          <a:p>
            <a:pPr>
              <a:defRPr/>
            </a:pPr>
            <a:endParaRPr sz="1400"/>
          </a:p>
        </p:txBody>
      </p:sp>
      <p:sp>
        <p:nvSpPr>
          <p:cNvPr id="1687672393" name="Rectangle 3"/>
          <p:cNvSpPr>
            <a:spLocks noGrp="1" noChangeShapeType="1"/>
          </p:cNvSpPr>
          <p:nvPr>
            <p:ph/>
          </p:nvPr>
        </p:nvSpPr>
        <p:spPr bwMode="auto">
          <a:xfrm>
            <a:off x="457200" y="685800"/>
            <a:ext cx="8229600" cy="5440361"/>
          </a:xfrm>
          <a:prstGeom prst="rect">
            <a:avLst/>
          </a:prstGeom>
        </p:spPr>
        <p:txBody>
          <a:bodyPr lIns="91423" tIns="45711" rIns="91423" bIns="45711" anchor="t"/>
          <a:lstStyle>
            <a:lvl1pPr marL="546100" indent="136525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9F9F9"/>
              </a:buClr>
              <a:buSzPct val="65000"/>
              <a:buChar char=""/>
              <a:defRPr sz="2800" b="0" i="0">
                <a:solidFill>
                  <a:schemeClr val="dk1"/>
                </a:solidFill>
                <a:latin typeface="Book Antiqua"/>
              </a:defRPr>
            </a:lvl1pPr>
            <a:lvl2pPr marL="866775" indent="58547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80000"/>
              <a:buChar char=""/>
              <a:defRPr sz="2400" b="0" i="0">
                <a:solidFill>
                  <a:schemeClr val="dk1"/>
                </a:solidFill>
                <a:latin typeface="Book Antiqua"/>
              </a:defRPr>
            </a:lvl2pPr>
            <a:lvl3pPr marL="1131570" indent="904875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95000"/>
              <a:buChar char=""/>
              <a:defRPr sz="2200" b="0" i="0">
                <a:solidFill>
                  <a:schemeClr val="dk1"/>
                </a:solidFill>
                <a:latin typeface="Book Antiqua"/>
              </a:defRPr>
            </a:lvl3pPr>
            <a:lvl4pPr marL="1350645" indent="116967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00000"/>
              <a:buChar char=""/>
              <a:defRPr sz="2000" b="0" i="0">
                <a:solidFill>
                  <a:schemeClr val="dk1"/>
                </a:solidFill>
                <a:latin typeface="Book Antiqua"/>
              </a:defRPr>
            </a:lvl4pPr>
            <a:lvl5pPr marL="1543050" indent="1362075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00000"/>
              <a:buChar char=""/>
              <a:defRPr sz="2000" b="0" i="0">
                <a:solidFill>
                  <a:schemeClr val="dk1"/>
                </a:solidFill>
                <a:latin typeface="Book Antiqua"/>
              </a:defRPr>
            </a:lvl5pPr>
          </a:lstStyle>
          <a:p>
            <a:pPr marL="546100" lvl="0" indent="-409575" algn="ctr">
              <a:spcBef>
                <a:spcPts val="0"/>
              </a:spcBef>
              <a:buNone/>
              <a:defRPr/>
            </a:pPr>
            <a:r>
              <a:rPr lang="en-ZA" b="1" i="0" u="none">
                <a:latin typeface="Arial"/>
                <a:ea typeface="Arial"/>
              </a:rPr>
              <a:t>FOR YOU ALONE ARE THE HOLY ONE</a:t>
            </a:r>
            <a:endParaRPr lang="en-ZA" b="1" i="0" u="none">
              <a:latin typeface="Arial"/>
              <a:ea typeface="Arial"/>
            </a:endParaRPr>
          </a:p>
          <a:p>
            <a:pPr marL="546100" lvl="0" indent="-409575" algn="ctr">
              <a:spcBef>
                <a:spcPts val="0"/>
              </a:spcBef>
              <a:buNone/>
              <a:defRPr/>
            </a:pPr>
            <a:r>
              <a:rPr lang="en-ZA" b="1" i="0" u="none">
                <a:latin typeface="Arial"/>
                <a:ea typeface="Arial"/>
              </a:rPr>
              <a:t>YOU ALONE ARE THE LORD</a:t>
            </a:r>
            <a:endParaRPr lang="en-ZA" b="1" i="0" u="none">
              <a:latin typeface="Arial"/>
              <a:ea typeface="Arial"/>
            </a:endParaRPr>
          </a:p>
          <a:p>
            <a:pPr marL="546100" lvl="0" indent="-409575" algn="ctr">
              <a:spcBef>
                <a:spcPts val="0"/>
              </a:spcBef>
              <a:buNone/>
              <a:defRPr/>
            </a:pPr>
            <a:r>
              <a:rPr lang="en-ZA" b="1" i="0" u="none">
                <a:latin typeface="Arial"/>
                <a:ea typeface="Arial"/>
              </a:rPr>
              <a:t>YOU ALONE ARE THE MOST HIGH</a:t>
            </a:r>
            <a:endParaRPr lang="en-ZA" b="1" i="0" u="none">
              <a:latin typeface="Arial"/>
              <a:ea typeface="Arial"/>
            </a:endParaRPr>
          </a:p>
          <a:p>
            <a:pPr marL="546100" lvl="0" indent="-409575" algn="ctr">
              <a:spcBef>
                <a:spcPts val="0"/>
              </a:spcBef>
              <a:buNone/>
              <a:defRPr/>
            </a:pPr>
            <a:r>
              <a:rPr lang="en-ZA" b="1" i="0" u="none">
                <a:latin typeface="Arial"/>
                <a:ea typeface="Arial"/>
              </a:rPr>
              <a:t>JESUS CHRIST</a:t>
            </a:r>
            <a:endParaRPr lang="en-ZA" b="1" i="0" u="none">
              <a:latin typeface="Arial"/>
              <a:ea typeface="Arial"/>
            </a:endParaRPr>
          </a:p>
          <a:p>
            <a:pPr marL="546100" lvl="0" indent="-409575" algn="ctr">
              <a:spcBef>
                <a:spcPts val="0"/>
              </a:spcBef>
              <a:buNone/>
              <a:defRPr/>
            </a:pPr>
            <a:r>
              <a:rPr lang="en-ZA" b="1" i="0" u="none">
                <a:latin typeface="Arial"/>
                <a:ea typeface="Arial"/>
              </a:rPr>
              <a:t>WITH THE HOLY SPIRIT</a:t>
            </a:r>
            <a:endParaRPr lang="en-ZA" b="1" i="0" u="none">
              <a:latin typeface="Arial"/>
              <a:ea typeface="Arial"/>
            </a:endParaRPr>
          </a:p>
          <a:p>
            <a:pPr marL="546100" lvl="0" indent="-409575" algn="ctr">
              <a:spcBef>
                <a:spcPts val="0"/>
              </a:spcBef>
              <a:buNone/>
              <a:defRPr/>
            </a:pPr>
            <a:r>
              <a:rPr lang="en-ZA" b="1" i="0" u="none">
                <a:latin typeface="Arial"/>
                <a:ea typeface="Arial"/>
              </a:rPr>
              <a:t>IN THE GLORY OF GOD THE FATHER</a:t>
            </a:r>
            <a:endParaRPr lang="en-ZA" b="1" i="0" u="none">
              <a:latin typeface="Arial"/>
              <a:ea typeface="Arial"/>
            </a:endParaRPr>
          </a:p>
          <a:p>
            <a:pPr marL="546100" lvl="0" indent="-409575" algn="ctr">
              <a:spcBef>
                <a:spcPts val="0"/>
              </a:spcBef>
              <a:buNone/>
              <a:defRPr/>
            </a:pPr>
            <a:r>
              <a:rPr lang="en-ZA" b="1" i="0" u="none">
                <a:latin typeface="Arial"/>
                <a:ea typeface="Arial"/>
              </a:rPr>
              <a:t>AMEN, AMEN</a:t>
            </a:r>
            <a:endParaRPr lang="en-ZA" b="1" i="0" u="none">
              <a:latin typeface="Arial"/>
              <a:ea typeface="Arial"/>
            </a:endParaRPr>
          </a:p>
          <a:p>
            <a:pPr marL="546100" lvl="0" indent="-409575" algn="ctr">
              <a:spcBef>
                <a:spcPts val="0"/>
              </a:spcBef>
              <a:buNone/>
              <a:defRPr/>
            </a:pPr>
            <a:endParaRPr lang="en-ZA" b="1" i="0" u="none">
              <a:latin typeface="Arial"/>
              <a:ea typeface="Arial"/>
            </a:endParaRPr>
          </a:p>
          <a:p>
            <a:pPr marL="546100" lvl="0" indent="-409575" algn="ctr">
              <a:spcBef>
                <a:spcPts val="0"/>
              </a:spcBef>
              <a:buNone/>
              <a:defRPr/>
            </a:pPr>
            <a:r>
              <a:rPr sz="1800" b="1" i="1" u="none">
                <a:latin typeface="Arial"/>
                <a:ea typeface="Arial"/>
              </a:rPr>
              <a:t>Mass of Renew</a:t>
            </a:r>
            <a:endParaRPr sz="1800" b="1" i="1" u="none">
              <a:latin typeface="Arial"/>
              <a:ea typeface="Arial"/>
            </a:endParaRPr>
          </a:p>
          <a:p>
            <a:pPr marL="546100" lvl="0" indent="-409575" algn="ctr">
              <a:spcBef>
                <a:spcPts val="0"/>
              </a:spcBef>
              <a:buNone/>
              <a:defRPr/>
            </a:pPr>
            <a:r>
              <a:rPr sz="1800" b="1" i="1" u="none">
                <a:latin typeface="Arial"/>
                <a:ea typeface="Arial"/>
              </a:rPr>
              <a:t>Curtis Stephan</a:t>
            </a:r>
            <a:endParaRPr sz="1800" b="1" i="1" u="none">
              <a:latin typeface="Arial"/>
              <a:ea typeface="Arial"/>
            </a:endParaRPr>
          </a:p>
          <a:p>
            <a:pPr marL="546100" lvl="0" indent="-409575" algn="ctr">
              <a:spcBef>
                <a:spcPts val="0"/>
              </a:spcBef>
              <a:buNone/>
              <a:defRPr/>
            </a:pPr>
            <a:endParaRPr lang="en-US"/>
          </a:p>
          <a:p>
            <a:pPr marL="546100" lvl="0" indent="-409575" algn="ctr">
              <a:spcBef>
                <a:spcPts val="0"/>
              </a:spcBef>
              <a:buNone/>
              <a:defRPr/>
            </a:pPr>
            <a:endParaRPr lang="en-US"/>
          </a:p>
          <a:p>
            <a:pPr marL="546100" lvl="0" indent="-409575">
              <a:spcBef>
                <a:spcPts val="0"/>
              </a:spcBef>
              <a:buClr>
                <a:srgbClr val="F9F9F9"/>
              </a:buClr>
              <a:buSzPct val="65000"/>
              <a:buFont typeface="Wingdings 2"/>
              <a:buChar char=""/>
              <a:defRPr/>
            </a:pPr>
            <a:endParaRPr lang="en-US"/>
          </a:p>
          <a:p>
            <a:pPr marL="546100" lvl="0" indent="-409575">
              <a:spcBef>
                <a:spcPts val="0"/>
              </a:spcBef>
              <a:buClr>
                <a:srgbClr val="F9F9F9"/>
              </a:buClr>
              <a:buSzPct val="65000"/>
              <a:buFont typeface="Wingdings 2"/>
              <a:buChar char=""/>
              <a:defRPr/>
            </a:pPr>
            <a:endParaRPr lang="en-US"/>
          </a:p>
          <a:p>
            <a:pPr marL="546100" lvl="0" indent="-409575" algn="ctr">
              <a:spcBef>
                <a:spcPts val="0"/>
              </a:spcBef>
              <a:buNone/>
              <a:defRPr/>
            </a:pPr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74564380" name="AutoShape 7" descr="What Are the Parables of the Hidden Treasure and Pearl About? - Jesus Film  Project"/>
          <p:cNvSpPr>
            <a:spLocks noGrp="1" noChangeShapeType="1"/>
          </p:cNvSpPr>
          <p:nvPr/>
        </p:nvSpPr>
        <p:spPr bwMode="auto">
          <a:xfrm>
            <a:off x="155574" y="-144461"/>
            <a:ext cx="304799" cy="304799"/>
          </a:xfrm>
          <a:prstGeom prst="rect">
            <a:avLst/>
          </a:prstGeom>
          <a:noFill/>
        </p:spPr>
        <p:txBody>
          <a:bodyPr lIns="91422" tIns="45711" rIns="91422" bIns="45711"/>
          <a:lstStyle/>
          <a:p>
            <a:pPr>
              <a:defRPr/>
            </a:pPr>
            <a:endParaRPr sz="1400"/>
          </a:p>
        </p:txBody>
      </p:sp>
      <p:sp>
        <p:nvSpPr>
          <p:cNvPr id="1992357751" name="AutoShape 9" descr="What Are the Parables of the Hidden Treasure and Pearl About? - Jesus Film  Project"/>
          <p:cNvSpPr>
            <a:spLocks noGrp="1" noChangeShapeType="1"/>
          </p:cNvSpPr>
          <p:nvPr/>
        </p:nvSpPr>
        <p:spPr bwMode="auto">
          <a:xfrm>
            <a:off x="155574" y="-144461"/>
            <a:ext cx="304799" cy="304799"/>
          </a:xfrm>
          <a:prstGeom prst="rect">
            <a:avLst/>
          </a:prstGeom>
          <a:noFill/>
        </p:spPr>
        <p:txBody>
          <a:bodyPr lIns="91422" tIns="45711" rIns="91422" bIns="45711"/>
          <a:lstStyle/>
          <a:p>
            <a:pPr>
              <a:defRPr/>
            </a:pPr>
            <a:endParaRPr sz="1400"/>
          </a:p>
        </p:txBody>
      </p:sp>
      <p:sp>
        <p:nvSpPr>
          <p:cNvPr id="2066633970" name="AutoShape 11" descr="What Are the Parables of the Hidden Treasure and Pearl About? - Jesus Film  Project"/>
          <p:cNvSpPr>
            <a:spLocks noGrp="1" noChangeShapeType="1"/>
          </p:cNvSpPr>
          <p:nvPr/>
        </p:nvSpPr>
        <p:spPr bwMode="auto">
          <a:xfrm>
            <a:off x="155574" y="-144461"/>
            <a:ext cx="304799" cy="304799"/>
          </a:xfrm>
          <a:prstGeom prst="rect">
            <a:avLst/>
          </a:prstGeom>
          <a:noFill/>
        </p:spPr>
        <p:txBody>
          <a:bodyPr lIns="91422" tIns="45711" rIns="91422" bIns="45711"/>
          <a:lstStyle/>
          <a:p>
            <a:pPr>
              <a:defRPr/>
            </a:pPr>
            <a:endParaRPr sz="1400"/>
          </a:p>
        </p:txBody>
      </p:sp>
      <p:sp>
        <p:nvSpPr>
          <p:cNvPr id="916855456" name="AutoShape 13" descr="What Are the Parables of the Hidden Treasure and Pearl About? - Jesus Film  Project"/>
          <p:cNvSpPr>
            <a:spLocks noGrp="1" noChangeShapeType="1"/>
          </p:cNvSpPr>
          <p:nvPr/>
        </p:nvSpPr>
        <p:spPr bwMode="auto">
          <a:xfrm>
            <a:off x="155574" y="-144461"/>
            <a:ext cx="304799" cy="304799"/>
          </a:xfrm>
          <a:prstGeom prst="rect">
            <a:avLst/>
          </a:prstGeom>
          <a:noFill/>
        </p:spPr>
        <p:txBody>
          <a:bodyPr lIns="91422" tIns="45711" rIns="91422" bIns="45711"/>
          <a:lstStyle/>
          <a:p>
            <a:pPr>
              <a:defRPr/>
            </a:pPr>
            <a:endParaRPr sz="1400"/>
          </a:p>
        </p:txBody>
      </p:sp>
      <p:sp>
        <p:nvSpPr>
          <p:cNvPr id="761420803" name="AutoShape 15" descr="What Are the Parables of the Hidden Treasure and Pearl About? - Jesus Film  Project"/>
          <p:cNvSpPr>
            <a:spLocks noGrp="1" noChangeShapeType="1"/>
          </p:cNvSpPr>
          <p:nvPr/>
        </p:nvSpPr>
        <p:spPr bwMode="auto">
          <a:xfrm>
            <a:off x="155574" y="-144461"/>
            <a:ext cx="304799" cy="304799"/>
          </a:xfrm>
          <a:prstGeom prst="rect">
            <a:avLst/>
          </a:prstGeom>
          <a:noFill/>
        </p:spPr>
        <p:txBody>
          <a:bodyPr lIns="91422" tIns="45711" rIns="91422" bIns="45711"/>
          <a:lstStyle/>
          <a:p>
            <a:pPr>
              <a:defRPr/>
            </a:pPr>
            <a:endParaRPr sz="1400"/>
          </a:p>
        </p:txBody>
      </p:sp>
      <p:sp>
        <p:nvSpPr>
          <p:cNvPr id="609778507" name="AutoShape 17" descr="https://www.jesusfilm.org/wp-content/uploads/2022/11/1541008305698.jpg?w=700"/>
          <p:cNvSpPr>
            <a:spLocks noGrp="1" noChangeShapeType="1"/>
          </p:cNvSpPr>
          <p:nvPr/>
        </p:nvSpPr>
        <p:spPr bwMode="auto">
          <a:xfrm>
            <a:off x="155574" y="-144461"/>
            <a:ext cx="304799" cy="304799"/>
          </a:xfrm>
          <a:prstGeom prst="rect">
            <a:avLst/>
          </a:prstGeom>
          <a:noFill/>
        </p:spPr>
        <p:txBody>
          <a:bodyPr lIns="91422" tIns="45711" rIns="91422" bIns="45711"/>
          <a:lstStyle/>
          <a:p>
            <a:pPr>
              <a:defRPr/>
            </a:pPr>
            <a:endParaRPr sz="1400"/>
          </a:p>
        </p:txBody>
      </p:sp>
      <p:sp>
        <p:nvSpPr>
          <p:cNvPr id="607557363" name="AutoShape 19" descr="https://www.jesusfilm.org/wp-content/uploads/2022/11/1541008305698.jpg?w=700"/>
          <p:cNvSpPr>
            <a:spLocks noGrp="1" noChangeShapeType="1"/>
          </p:cNvSpPr>
          <p:nvPr/>
        </p:nvSpPr>
        <p:spPr bwMode="auto">
          <a:xfrm>
            <a:off x="155574" y="-144461"/>
            <a:ext cx="304799" cy="304799"/>
          </a:xfrm>
          <a:prstGeom prst="rect">
            <a:avLst/>
          </a:prstGeom>
          <a:noFill/>
        </p:spPr>
        <p:txBody>
          <a:bodyPr lIns="91422" tIns="45711" rIns="91422" bIns="45711"/>
          <a:lstStyle/>
          <a:p>
            <a:pPr>
              <a:defRPr/>
            </a:pPr>
            <a:endParaRPr sz="1400"/>
          </a:p>
        </p:txBody>
      </p:sp>
      <p:sp>
        <p:nvSpPr>
          <p:cNvPr id="651461894" name="AutoShape 21" descr="https://www.jesusfilm.org/wp-content/uploads/2022/11/1541008305698.jpg?w=700"/>
          <p:cNvSpPr>
            <a:spLocks noGrp="1" noChangeShapeType="1"/>
          </p:cNvSpPr>
          <p:nvPr/>
        </p:nvSpPr>
        <p:spPr bwMode="auto">
          <a:xfrm>
            <a:off x="155574" y="-144461"/>
            <a:ext cx="304799" cy="304799"/>
          </a:xfrm>
          <a:prstGeom prst="rect">
            <a:avLst/>
          </a:prstGeom>
          <a:noFill/>
        </p:spPr>
        <p:txBody>
          <a:bodyPr lIns="91422" tIns="45711" rIns="91422" bIns="45711"/>
          <a:lstStyle/>
          <a:p>
            <a:pPr>
              <a:defRPr/>
            </a:pPr>
            <a:endParaRPr sz="14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84237060" name="Subtitle 2"/>
          <p:cNvSpPr>
            <a:spLocks noGrp="1" noChangeShapeType="1"/>
          </p:cNvSpPr>
          <p:nvPr>
            <p:ph type="subTitle"/>
          </p:nvPr>
        </p:nvSpPr>
        <p:spPr bwMode="auto">
          <a:xfrm>
            <a:off x="1049337" y="1446212"/>
            <a:ext cx="6858000" cy="3300412"/>
          </a:xfrm>
          <a:prstGeom prst="rect">
            <a:avLst/>
          </a:prstGeom>
        </p:spPr>
        <p:txBody>
          <a:bodyPr lIns="91423" tIns="45711" rIns="91423" bIns="45711" anchor="t"/>
          <a:lstStyle>
            <a:lvl1pPr marL="0" algn="ctr">
              <a:buNone/>
              <a:defRPr/>
            </a:lvl1pPr>
            <a:lvl2pPr marL="457200" algn="ctr">
              <a:buNone/>
              <a:defRPr/>
            </a:lvl2pPr>
            <a:lvl3pPr marL="914400" algn="ctr">
              <a:buNone/>
              <a:defRPr/>
            </a:lvl3pPr>
            <a:lvl4pPr marL="1371600" algn="ctr">
              <a:buNone/>
              <a:defRPr/>
            </a:lvl4pPr>
            <a:lvl5pPr marL="1828800" algn="ctr">
              <a:buNone/>
              <a:defRPr/>
            </a:lvl5pPr>
          </a:lstStyle>
          <a:p>
            <a:pPr marL="0" lvl="0" indent="0">
              <a:spcBef>
                <a:spcPts val="0"/>
              </a:spcBef>
              <a:buNone/>
              <a:defRPr/>
            </a:pPr>
            <a:r>
              <a:rPr lang="en-ZA" b="1" i="0" u="none">
                <a:solidFill>
                  <a:schemeClr val="lt1"/>
                </a:solidFill>
                <a:latin typeface="Arial"/>
                <a:ea typeface="Arial"/>
              </a:rPr>
              <a:t>THE LORD IS CLOSE</a:t>
            </a:r>
            <a:endParaRPr lang="en-ZA" b="1" i="0" u="none">
              <a:solidFill>
                <a:schemeClr val="lt1"/>
              </a:solidFill>
              <a:latin typeface="Arial"/>
              <a:ea typeface="Arial"/>
            </a:endParaRPr>
          </a:p>
          <a:p>
            <a:pPr marL="0" lvl="0" indent="0">
              <a:spcBef>
                <a:spcPts val="0"/>
              </a:spcBef>
              <a:buNone/>
              <a:defRPr/>
            </a:pPr>
            <a:r>
              <a:rPr lang="en-ZA" b="1" i="0" u="none">
                <a:solidFill>
                  <a:schemeClr val="lt1"/>
                </a:solidFill>
                <a:latin typeface="Arial"/>
                <a:ea typeface="Arial"/>
              </a:rPr>
              <a:t>TO THOSE</a:t>
            </a:r>
            <a:endParaRPr lang="en-ZA" b="1" i="0" u="none">
              <a:solidFill>
                <a:schemeClr val="lt1"/>
              </a:solidFill>
              <a:latin typeface="Arial"/>
              <a:ea typeface="Arial"/>
            </a:endParaRPr>
          </a:p>
          <a:p>
            <a:pPr marL="0" lvl="0" indent="0">
              <a:spcBef>
                <a:spcPts val="0"/>
              </a:spcBef>
              <a:buNone/>
              <a:defRPr/>
            </a:pPr>
            <a:r>
              <a:rPr lang="en-ZA" b="1" i="0" u="none">
                <a:solidFill>
                  <a:schemeClr val="lt1"/>
                </a:solidFill>
                <a:latin typeface="Arial"/>
                <a:ea typeface="Arial"/>
              </a:rPr>
              <a:t>WHO CALL HIM</a:t>
            </a:r>
            <a:endParaRPr lang="en-ZA" b="1" i="0" u="none">
              <a:solidFill>
                <a:schemeClr val="lt1"/>
              </a:solidFill>
              <a:latin typeface="Arial"/>
              <a:ea typeface="Arial"/>
            </a:endParaRPr>
          </a:p>
        </p:txBody>
      </p:sp>
      <p:sp>
        <p:nvSpPr>
          <p:cNvPr id="2" name="Text Box 1"/>
          <p:cNvSpPr txBox="1">
            <a:spLocks noGrp="1" noChangeShapeType="1"/>
          </p:cNvSpPr>
          <p:nvPr/>
        </p:nvSpPr>
        <p:spPr bwMode="auto">
          <a:xfrm>
            <a:off x="457200" y="142875"/>
            <a:ext cx="8229600" cy="520700"/>
          </a:xfrm>
          <a:prstGeom prst="rect">
            <a:avLst/>
          </a:prstGeom>
          <a:noFill/>
        </p:spPr>
        <p:txBody>
          <a:bodyPr wrap="none" anchor="ctr" anchorCtr="0"/>
          <a:lstStyle>
            <a:lvl1pPr marL="0" indent="0" algn="l" defTabSz="44894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Arial"/>
                <a:ea typeface="Arial"/>
              </a:defRPr>
            </a:lvl1pPr>
            <a:lvl2pPr marL="455295" indent="457200" algn="l" defTabSz="44894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Arial"/>
                <a:ea typeface="Arial"/>
              </a:defRPr>
            </a:lvl2pPr>
            <a:lvl3pPr marL="912495" indent="914400" algn="l" defTabSz="44894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Arial"/>
                <a:ea typeface="Arial"/>
              </a:defRPr>
            </a:lvl3pPr>
            <a:lvl4pPr marL="1369695" indent="1371600" algn="l" defTabSz="44894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Arial"/>
                <a:ea typeface="Arial"/>
              </a:defRPr>
            </a:lvl4pPr>
            <a:lvl5pPr marL="1826895" indent="1828800" algn="l" defTabSz="44894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Arial"/>
                <a:ea typeface="Arial"/>
              </a:defRPr>
            </a:lvl5pPr>
            <a:lvl6pPr defTabSz="448945">
              <a:defRPr lang="en-US" sz="1800"/>
            </a:lvl6pPr>
            <a:lvl7pPr defTabSz="448945">
              <a:defRPr lang="en-US" sz="1800"/>
            </a:lvl7pPr>
            <a:lvl8pPr defTabSz="448945">
              <a:defRPr lang="en-US" sz="1800"/>
            </a:lvl8pPr>
            <a:lvl9pPr defTabSz="448945">
              <a:defRPr lang="en-US" sz="1800"/>
            </a:lvl9pPr>
          </a:lstStyle>
          <a:p>
            <a:pPr marL="0" lvl="0" indent="0" algn="ctr">
              <a:spcBef>
                <a:spcPts val="0"/>
              </a:spcBef>
              <a:buNone/>
              <a:defRPr/>
            </a:pPr>
            <a:r>
              <a:rPr lang="en-ZA" altLang="en-US" sz="4000" b="1" u="sng">
                <a:solidFill>
                  <a:srgbClr val="FFF2CC"/>
                </a:solidFill>
                <a:sym typeface="+mn-ea"/>
              </a:rPr>
              <a:t>Response</a:t>
            </a:r>
            <a:endParaRPr lang="en-ZA" altLang="en-US" sz="4000" b="1" i="0" u="sng">
              <a:solidFill>
                <a:srgbClr val="FFF2CC"/>
              </a:solidFill>
              <a:ea typeface="Microsoft YaHei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5439112" name="AutoShape 7" descr="What Are the Parables of the Hidden Treasure and Pearl About? - Jesus Film  Project"/>
          <p:cNvSpPr>
            <a:spLocks noGrp="1" noChangeShapeType="1"/>
          </p:cNvSpPr>
          <p:nvPr/>
        </p:nvSpPr>
        <p:spPr bwMode="auto">
          <a:xfrm>
            <a:off x="155574" y="-144461"/>
            <a:ext cx="304799" cy="304799"/>
          </a:xfrm>
          <a:prstGeom prst="rect">
            <a:avLst/>
          </a:prstGeom>
          <a:noFill/>
        </p:spPr>
        <p:txBody>
          <a:bodyPr lIns="91422" tIns="45711" rIns="91422" bIns="45711"/>
          <a:lstStyle/>
          <a:p>
            <a:pPr>
              <a:defRPr/>
            </a:pPr>
            <a:endParaRPr sz="1400"/>
          </a:p>
        </p:txBody>
      </p:sp>
      <p:sp>
        <p:nvSpPr>
          <p:cNvPr id="1522747386" name="AutoShape 9" descr="What Are the Parables of the Hidden Treasure and Pearl About? - Jesus Film  Project"/>
          <p:cNvSpPr>
            <a:spLocks noGrp="1" noChangeShapeType="1"/>
          </p:cNvSpPr>
          <p:nvPr/>
        </p:nvSpPr>
        <p:spPr bwMode="auto">
          <a:xfrm>
            <a:off x="155574" y="-144461"/>
            <a:ext cx="304799" cy="304799"/>
          </a:xfrm>
          <a:prstGeom prst="rect">
            <a:avLst/>
          </a:prstGeom>
          <a:noFill/>
        </p:spPr>
        <p:txBody>
          <a:bodyPr lIns="91422" tIns="45711" rIns="91422" bIns="45711"/>
          <a:lstStyle/>
          <a:p>
            <a:pPr>
              <a:defRPr/>
            </a:pPr>
            <a:endParaRPr sz="1400"/>
          </a:p>
        </p:txBody>
      </p:sp>
      <p:sp>
        <p:nvSpPr>
          <p:cNvPr id="1971340094" name="AutoShape 11" descr="What Are the Parables of the Hidden Treasure and Pearl About? - Jesus Film  Project"/>
          <p:cNvSpPr>
            <a:spLocks noGrp="1" noChangeShapeType="1"/>
          </p:cNvSpPr>
          <p:nvPr/>
        </p:nvSpPr>
        <p:spPr bwMode="auto">
          <a:xfrm>
            <a:off x="155574" y="-144461"/>
            <a:ext cx="304799" cy="304799"/>
          </a:xfrm>
          <a:prstGeom prst="rect">
            <a:avLst/>
          </a:prstGeom>
          <a:noFill/>
        </p:spPr>
        <p:txBody>
          <a:bodyPr lIns="91422" tIns="45711" rIns="91422" bIns="45711"/>
          <a:lstStyle/>
          <a:p>
            <a:pPr>
              <a:defRPr/>
            </a:pPr>
            <a:endParaRPr sz="1400"/>
          </a:p>
        </p:txBody>
      </p:sp>
      <p:sp>
        <p:nvSpPr>
          <p:cNvPr id="389058163" name="AutoShape 13" descr="What Are the Parables of the Hidden Treasure and Pearl About? - Jesus Film  Project"/>
          <p:cNvSpPr>
            <a:spLocks noGrp="1" noChangeShapeType="1"/>
          </p:cNvSpPr>
          <p:nvPr/>
        </p:nvSpPr>
        <p:spPr bwMode="auto">
          <a:xfrm>
            <a:off x="155574" y="-144461"/>
            <a:ext cx="304799" cy="304799"/>
          </a:xfrm>
          <a:prstGeom prst="rect">
            <a:avLst/>
          </a:prstGeom>
          <a:noFill/>
        </p:spPr>
        <p:txBody>
          <a:bodyPr lIns="91422" tIns="45711" rIns="91422" bIns="45711"/>
          <a:lstStyle/>
          <a:p>
            <a:pPr>
              <a:defRPr/>
            </a:pPr>
            <a:endParaRPr sz="1400"/>
          </a:p>
        </p:txBody>
      </p:sp>
      <p:sp>
        <p:nvSpPr>
          <p:cNvPr id="182657083" name="AutoShape 15" descr="What Are the Parables of the Hidden Treasure and Pearl About? - Jesus Film  Project"/>
          <p:cNvSpPr>
            <a:spLocks noGrp="1" noChangeShapeType="1"/>
          </p:cNvSpPr>
          <p:nvPr/>
        </p:nvSpPr>
        <p:spPr bwMode="auto">
          <a:xfrm>
            <a:off x="155574" y="-144461"/>
            <a:ext cx="304799" cy="304799"/>
          </a:xfrm>
          <a:prstGeom prst="rect">
            <a:avLst/>
          </a:prstGeom>
          <a:noFill/>
        </p:spPr>
        <p:txBody>
          <a:bodyPr lIns="91422" tIns="45711" rIns="91422" bIns="45711"/>
          <a:lstStyle/>
          <a:p>
            <a:pPr>
              <a:defRPr/>
            </a:pPr>
            <a:endParaRPr sz="1400"/>
          </a:p>
        </p:txBody>
      </p:sp>
      <p:sp>
        <p:nvSpPr>
          <p:cNvPr id="812441007" name="AutoShape 17" descr="https://www.jesusfilm.org/wp-content/uploads/2022/11/1541008305698.jpg?w=700"/>
          <p:cNvSpPr>
            <a:spLocks noGrp="1" noChangeShapeType="1"/>
          </p:cNvSpPr>
          <p:nvPr/>
        </p:nvSpPr>
        <p:spPr bwMode="auto">
          <a:xfrm>
            <a:off x="155574" y="-144461"/>
            <a:ext cx="304799" cy="304799"/>
          </a:xfrm>
          <a:prstGeom prst="rect">
            <a:avLst/>
          </a:prstGeom>
          <a:noFill/>
        </p:spPr>
        <p:txBody>
          <a:bodyPr lIns="91422" tIns="45711" rIns="91422" bIns="45711"/>
          <a:lstStyle/>
          <a:p>
            <a:pPr>
              <a:defRPr/>
            </a:pPr>
            <a:endParaRPr sz="1400"/>
          </a:p>
        </p:txBody>
      </p:sp>
      <p:sp>
        <p:nvSpPr>
          <p:cNvPr id="1299011384" name="AutoShape 19" descr="https://www.jesusfilm.org/wp-content/uploads/2022/11/1541008305698.jpg?w=700"/>
          <p:cNvSpPr>
            <a:spLocks noGrp="1" noChangeShapeType="1"/>
          </p:cNvSpPr>
          <p:nvPr/>
        </p:nvSpPr>
        <p:spPr bwMode="auto">
          <a:xfrm>
            <a:off x="155574" y="-144461"/>
            <a:ext cx="304799" cy="304799"/>
          </a:xfrm>
          <a:prstGeom prst="rect">
            <a:avLst/>
          </a:prstGeom>
          <a:noFill/>
        </p:spPr>
        <p:txBody>
          <a:bodyPr lIns="91422" tIns="45711" rIns="91422" bIns="45711"/>
          <a:lstStyle/>
          <a:p>
            <a:pPr>
              <a:defRPr/>
            </a:pPr>
            <a:endParaRPr sz="1400"/>
          </a:p>
        </p:txBody>
      </p:sp>
      <p:sp>
        <p:nvSpPr>
          <p:cNvPr id="493335372" name="AutoShape 21" descr="https://www.jesusfilm.org/wp-content/uploads/2022/11/1541008305698.jpg?w=700"/>
          <p:cNvSpPr>
            <a:spLocks noGrp="1" noChangeShapeType="1"/>
          </p:cNvSpPr>
          <p:nvPr/>
        </p:nvSpPr>
        <p:spPr bwMode="auto">
          <a:xfrm>
            <a:off x="155574" y="-144461"/>
            <a:ext cx="304799" cy="304799"/>
          </a:xfrm>
          <a:prstGeom prst="rect">
            <a:avLst/>
          </a:prstGeom>
          <a:noFill/>
        </p:spPr>
        <p:txBody>
          <a:bodyPr lIns="91422" tIns="45711" rIns="91422" bIns="45711"/>
          <a:lstStyle/>
          <a:p>
            <a:pPr>
              <a:defRPr/>
            </a:pPr>
            <a:endParaRPr sz="14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4927073" name="Text Box 1"/>
          <p:cNvSpPr txBox="1">
            <a:spLocks noGrp="1" noChangeShapeType="1"/>
          </p:cNvSpPr>
          <p:nvPr/>
        </p:nvSpPr>
        <p:spPr bwMode="auto">
          <a:xfrm>
            <a:off x="457200" y="52387"/>
            <a:ext cx="8229600" cy="703262"/>
          </a:xfrm>
          <a:prstGeom prst="rect">
            <a:avLst/>
          </a:prstGeom>
          <a:noFill/>
        </p:spPr>
        <p:txBody>
          <a:bodyPr wrap="none" anchor="ctr" anchorCtr="0"/>
          <a:lstStyle/>
          <a:p>
            <a:pPr lvl="0" algn="ctr">
              <a:defRPr/>
            </a:pPr>
            <a:r>
              <a:rPr lang="en-ZA" sz="4000" b="1" i="0" u="sng">
                <a:solidFill>
                  <a:srgbClr val="FFF2CC"/>
                </a:solidFill>
              </a:rPr>
              <a:t>Credo</a:t>
            </a:r>
            <a:endParaRPr lang="en-ZA" sz="4000" b="1" i="0" u="sng">
              <a:solidFill>
                <a:srgbClr val="FFF2CC"/>
              </a:solidFill>
            </a:endParaRPr>
          </a:p>
        </p:txBody>
      </p:sp>
      <p:sp>
        <p:nvSpPr>
          <p:cNvPr id="981326299" name="Text Box 2"/>
          <p:cNvSpPr txBox="1">
            <a:spLocks noGrp="1" noChangeShapeType="1"/>
          </p:cNvSpPr>
          <p:nvPr/>
        </p:nvSpPr>
        <p:spPr bwMode="auto">
          <a:xfrm>
            <a:off x="457200" y="1076325"/>
            <a:ext cx="8229600" cy="5049837"/>
          </a:xfrm>
          <a:prstGeom prst="rect">
            <a:avLst/>
          </a:prstGeom>
          <a:noFill/>
        </p:spPr>
        <p:txBody>
          <a:bodyPr lIns="91423" tIns="45711" rIns="91423" bIns="45711"/>
          <a:lstStyle>
            <a:lvl1pPr mar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912495" algn="l"/>
                <a:tab pos="1826895" algn="l"/>
                <a:tab pos="2741295" algn="l"/>
                <a:tab pos="3655695" algn="l"/>
                <a:tab pos="4570095" algn="l"/>
                <a:tab pos="5484495" algn="l"/>
                <a:tab pos="6398895" algn="l"/>
                <a:tab pos="7313295" algn="l"/>
                <a:tab pos="8227695" algn="l"/>
                <a:tab pos="9142095" algn="l"/>
                <a:tab pos="10056495" algn="l"/>
              </a:tabLst>
              <a:defRPr lang="en-US" sz="1800" b="0" i="0">
                <a:solidFill>
                  <a:schemeClr val="dk1"/>
                </a:solidFill>
                <a:latin typeface="Arial"/>
                <a:ea typeface="Arial"/>
              </a:defRPr>
            </a:lvl1pPr>
            <a:lvl2pPr marL="455295" indent="4572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912495" algn="l"/>
                <a:tab pos="1826895" algn="l"/>
                <a:tab pos="2741295" algn="l"/>
                <a:tab pos="3655695" algn="l"/>
                <a:tab pos="4570095" algn="l"/>
                <a:tab pos="5484495" algn="l"/>
                <a:tab pos="6398895" algn="l"/>
                <a:tab pos="7313295" algn="l"/>
                <a:tab pos="8227695" algn="l"/>
                <a:tab pos="9142095" algn="l"/>
                <a:tab pos="10056495" algn="l"/>
              </a:tabLst>
              <a:defRPr lang="en-US" sz="1800" b="0" i="0">
                <a:solidFill>
                  <a:schemeClr val="dk1"/>
                </a:solidFill>
                <a:latin typeface="Arial"/>
                <a:ea typeface="Arial"/>
              </a:defRPr>
            </a:lvl2pPr>
            <a:lvl3pPr marL="912495" indent="9144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912495" algn="l"/>
                <a:tab pos="1826895" algn="l"/>
                <a:tab pos="2741295" algn="l"/>
                <a:tab pos="3655695" algn="l"/>
                <a:tab pos="4570095" algn="l"/>
                <a:tab pos="5484495" algn="l"/>
                <a:tab pos="6398895" algn="l"/>
                <a:tab pos="7313295" algn="l"/>
                <a:tab pos="8227695" algn="l"/>
                <a:tab pos="9142095" algn="l"/>
                <a:tab pos="10056495" algn="l"/>
              </a:tabLst>
              <a:defRPr lang="en-US" sz="1800" b="0" i="0">
                <a:solidFill>
                  <a:schemeClr val="dk1"/>
                </a:solidFill>
                <a:latin typeface="Arial"/>
                <a:ea typeface="Arial"/>
              </a:defRPr>
            </a:lvl3pPr>
            <a:lvl4pPr marL="1369695" indent="13716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912495" algn="l"/>
                <a:tab pos="1826895" algn="l"/>
                <a:tab pos="2741295" algn="l"/>
                <a:tab pos="3655695" algn="l"/>
                <a:tab pos="4570095" algn="l"/>
                <a:tab pos="5484495" algn="l"/>
                <a:tab pos="6398895" algn="l"/>
                <a:tab pos="7313295" algn="l"/>
                <a:tab pos="8227695" algn="l"/>
                <a:tab pos="9142095" algn="l"/>
                <a:tab pos="10056495" algn="l"/>
              </a:tabLst>
              <a:defRPr lang="en-US" sz="1800" b="0" i="0">
                <a:solidFill>
                  <a:schemeClr val="dk1"/>
                </a:solidFill>
                <a:latin typeface="Arial"/>
                <a:ea typeface="Arial"/>
              </a:defRPr>
            </a:lvl4pPr>
            <a:lvl5pPr marL="1826895" indent="18288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912495" algn="l"/>
                <a:tab pos="1826895" algn="l"/>
                <a:tab pos="2741295" algn="l"/>
                <a:tab pos="3655695" algn="l"/>
                <a:tab pos="4570095" algn="l"/>
                <a:tab pos="5484495" algn="l"/>
                <a:tab pos="6398895" algn="l"/>
                <a:tab pos="7313295" algn="l"/>
                <a:tab pos="8227695" algn="l"/>
                <a:tab pos="9142095" algn="l"/>
                <a:tab pos="10056495" algn="l"/>
              </a:tabLst>
              <a:defRPr lang="en-US" sz="1800" b="0" i="0">
                <a:solidFill>
                  <a:schemeClr val="dk1"/>
                </a:solidFill>
                <a:latin typeface="Arial"/>
                <a:ea typeface="Arial"/>
              </a:defRPr>
            </a:lvl5pPr>
            <a:lvl6pPr>
              <a:tabLst>
                <a:tab pos="912495" algn="l"/>
                <a:tab pos="1826895" algn="l"/>
                <a:tab pos="2741295" algn="l"/>
                <a:tab pos="3655695" algn="l"/>
                <a:tab pos="4570095" algn="l"/>
                <a:tab pos="5484495" algn="l"/>
                <a:tab pos="6398895" algn="l"/>
                <a:tab pos="7313295" algn="l"/>
                <a:tab pos="8227695" algn="l"/>
                <a:tab pos="9142095" algn="l"/>
                <a:tab pos="10056495" algn="l"/>
              </a:tabLst>
              <a:defRPr lang="en-US" sz="1800"/>
            </a:lvl6pPr>
            <a:lvl7pPr>
              <a:tabLst>
                <a:tab pos="912495" algn="l"/>
                <a:tab pos="1826895" algn="l"/>
                <a:tab pos="2741295" algn="l"/>
                <a:tab pos="3655695" algn="l"/>
                <a:tab pos="4570095" algn="l"/>
                <a:tab pos="5484495" algn="l"/>
                <a:tab pos="6398895" algn="l"/>
                <a:tab pos="7313295" algn="l"/>
                <a:tab pos="8227695" algn="l"/>
                <a:tab pos="9142095" algn="l"/>
                <a:tab pos="10056495" algn="l"/>
              </a:tabLst>
              <a:defRPr lang="en-US" sz="1800"/>
            </a:lvl7pPr>
            <a:lvl8pPr>
              <a:tabLst>
                <a:tab pos="912495" algn="l"/>
                <a:tab pos="1826895" algn="l"/>
                <a:tab pos="2741295" algn="l"/>
                <a:tab pos="3655695" algn="l"/>
                <a:tab pos="4570095" algn="l"/>
                <a:tab pos="5484495" algn="l"/>
                <a:tab pos="6398895" algn="l"/>
                <a:tab pos="7313295" algn="l"/>
                <a:tab pos="8227695" algn="l"/>
                <a:tab pos="9142095" algn="l"/>
                <a:tab pos="10056495" algn="l"/>
              </a:tabLst>
              <a:defRPr lang="en-US" sz="1800"/>
            </a:lvl8pPr>
            <a:lvl9pPr>
              <a:tabLst>
                <a:tab pos="912495" algn="l"/>
                <a:tab pos="1826895" algn="l"/>
                <a:tab pos="2741295" algn="l"/>
                <a:tab pos="3655695" algn="l"/>
                <a:tab pos="4570095" algn="l"/>
                <a:tab pos="5484495" algn="l"/>
                <a:tab pos="6398895" algn="l"/>
                <a:tab pos="7313295" algn="l"/>
                <a:tab pos="8227695" algn="l"/>
                <a:tab pos="9142095" algn="l"/>
                <a:tab pos="10056495" algn="l"/>
              </a:tabLst>
              <a:defRPr lang="en-US" sz="1800"/>
            </a:lvl9pPr>
          </a:lstStyle>
          <a:p>
            <a:pPr marL="342900" lvl="0" indent="-341630" algn="ctr">
              <a:spcBef>
                <a:spcPts val="600"/>
              </a:spcBef>
              <a:buNone/>
              <a:tabLst>
                <a:tab pos="912495" algn="l"/>
                <a:tab pos="1826895" algn="l"/>
                <a:tab pos="2741295" algn="l"/>
                <a:tab pos="3655695" algn="l"/>
                <a:tab pos="4570095" algn="l"/>
                <a:tab pos="5484495" algn="l"/>
                <a:tab pos="6398895" algn="l"/>
                <a:tab pos="7313295" algn="l"/>
                <a:tab pos="8227695" algn="l"/>
                <a:tab pos="9142095" algn="l"/>
                <a:tab pos="10056495" algn="l"/>
              </a:tabLst>
              <a:defRPr/>
            </a:pPr>
            <a:r>
              <a:rPr lang="en-US" sz="2800" b="1" i="0" u="none">
                <a:solidFill>
                  <a:srgbClr val="FFFFFF"/>
                </a:solidFill>
                <a:ea typeface="Microsoft YaHei"/>
              </a:rPr>
              <a:t>I BELIEVE IN ONE GOD</a:t>
            </a:r>
            <a:endParaRPr lang="en-US" sz="2800" b="1" i="0" u="none">
              <a:solidFill>
                <a:srgbClr val="FFFFFF"/>
              </a:solidFill>
              <a:ea typeface="Microsoft YaHei"/>
            </a:endParaRPr>
          </a:p>
          <a:p>
            <a:pPr marL="342900" lvl="0" indent="-341630" algn="ctr">
              <a:spcBef>
                <a:spcPts val="600"/>
              </a:spcBef>
              <a:buNone/>
              <a:tabLst>
                <a:tab pos="912495" algn="l"/>
                <a:tab pos="1826895" algn="l"/>
                <a:tab pos="2741295" algn="l"/>
                <a:tab pos="3655695" algn="l"/>
                <a:tab pos="4570095" algn="l"/>
                <a:tab pos="5484495" algn="l"/>
                <a:tab pos="6398895" algn="l"/>
                <a:tab pos="7313295" algn="l"/>
                <a:tab pos="8227695" algn="l"/>
                <a:tab pos="9142095" algn="l"/>
                <a:tab pos="10056495" algn="l"/>
              </a:tabLst>
              <a:defRPr/>
            </a:pPr>
            <a:r>
              <a:rPr lang="en-US" sz="2800" b="1" i="0" u="none">
                <a:solidFill>
                  <a:srgbClr val="FFFFFF"/>
                </a:solidFill>
                <a:ea typeface="Microsoft YaHei"/>
              </a:rPr>
              <a:t>THE FATHER THE ALMIGHTY</a:t>
            </a:r>
            <a:endParaRPr lang="en-US" sz="2800" b="1" i="0" u="none">
              <a:solidFill>
                <a:srgbClr val="FFFFFF"/>
              </a:solidFill>
              <a:ea typeface="Microsoft YaHei"/>
            </a:endParaRPr>
          </a:p>
          <a:p>
            <a:pPr marL="342900" lvl="0" indent="-341630" algn="ctr">
              <a:spcBef>
                <a:spcPts val="600"/>
              </a:spcBef>
              <a:buNone/>
              <a:tabLst>
                <a:tab pos="912495" algn="l"/>
                <a:tab pos="1826895" algn="l"/>
                <a:tab pos="2741295" algn="l"/>
                <a:tab pos="3655695" algn="l"/>
                <a:tab pos="4570095" algn="l"/>
                <a:tab pos="5484495" algn="l"/>
                <a:tab pos="6398895" algn="l"/>
                <a:tab pos="7313295" algn="l"/>
                <a:tab pos="8227695" algn="l"/>
                <a:tab pos="9142095" algn="l"/>
                <a:tab pos="10056495" algn="l"/>
              </a:tabLst>
              <a:defRPr/>
            </a:pPr>
            <a:r>
              <a:rPr lang="en-US" sz="2800" b="1" i="0" u="none">
                <a:solidFill>
                  <a:srgbClr val="FFFFFF"/>
                </a:solidFill>
                <a:ea typeface="Microsoft YaHei"/>
              </a:rPr>
              <a:t>MAKER OF HEAVEN AND EARTH</a:t>
            </a:r>
            <a:endParaRPr lang="en-US" sz="2800" b="1" i="0" u="none">
              <a:solidFill>
                <a:srgbClr val="FFFFFF"/>
              </a:solidFill>
              <a:ea typeface="Microsoft YaHei"/>
            </a:endParaRPr>
          </a:p>
          <a:p>
            <a:pPr marL="342900" lvl="0" indent="-341630" algn="ctr">
              <a:spcBef>
                <a:spcPts val="600"/>
              </a:spcBef>
              <a:buNone/>
              <a:tabLst>
                <a:tab pos="912495" algn="l"/>
                <a:tab pos="1826895" algn="l"/>
                <a:tab pos="2741295" algn="l"/>
                <a:tab pos="3655695" algn="l"/>
                <a:tab pos="4570095" algn="l"/>
                <a:tab pos="5484495" algn="l"/>
                <a:tab pos="6398895" algn="l"/>
                <a:tab pos="7313295" algn="l"/>
                <a:tab pos="8227695" algn="l"/>
                <a:tab pos="9142095" algn="l"/>
                <a:tab pos="10056495" algn="l"/>
              </a:tabLst>
              <a:defRPr/>
            </a:pPr>
            <a:r>
              <a:rPr lang="en-US" sz="2800" b="1" i="0" u="none">
                <a:solidFill>
                  <a:srgbClr val="FFFFFF"/>
                </a:solidFill>
                <a:ea typeface="Microsoft YaHei"/>
              </a:rPr>
              <a:t>OF ALL THINGS VISIBLE AND INVISIBLE</a:t>
            </a:r>
            <a:endParaRPr lang="en-US" sz="2800" b="1" i="0" u="none">
              <a:solidFill>
                <a:srgbClr val="FFFFFF"/>
              </a:solidFill>
              <a:ea typeface="Microsoft YaHei"/>
            </a:endParaRPr>
          </a:p>
          <a:p>
            <a:pPr marL="342900" lvl="0" indent="-341630" algn="ctr">
              <a:spcBef>
                <a:spcPts val="600"/>
              </a:spcBef>
              <a:buNone/>
              <a:tabLst>
                <a:tab pos="912495" algn="l"/>
                <a:tab pos="1826895" algn="l"/>
                <a:tab pos="2741295" algn="l"/>
                <a:tab pos="3655695" algn="l"/>
                <a:tab pos="4570095" algn="l"/>
                <a:tab pos="5484495" algn="l"/>
                <a:tab pos="6398895" algn="l"/>
                <a:tab pos="7313295" algn="l"/>
                <a:tab pos="8227695" algn="l"/>
                <a:tab pos="9142095" algn="l"/>
                <a:tab pos="10056495" algn="l"/>
              </a:tabLst>
              <a:defRPr/>
            </a:pPr>
            <a:r>
              <a:rPr lang="en-US" sz="2800" b="1" i="0" u="none">
                <a:solidFill>
                  <a:srgbClr val="FFFFFF"/>
                </a:solidFill>
                <a:ea typeface="Microsoft YaHei"/>
              </a:rPr>
              <a:t>I BELIEVE </a:t>
            </a:r>
            <a:r>
              <a:rPr lang="en-US" sz="2800" b="1" i="0" u="none">
                <a:solidFill>
                  <a:srgbClr val="FFFFFF"/>
                </a:solidFill>
                <a:ea typeface="Microsoft YaHei"/>
              </a:rPr>
              <a:t>IN ONE LORD JESUS CHRIST</a:t>
            </a:r>
            <a:endParaRPr lang="en-US" sz="2800" b="1" i="0" u="none">
              <a:solidFill>
                <a:srgbClr val="FFFFFF"/>
              </a:solidFill>
              <a:ea typeface="Microsoft YaHei"/>
            </a:endParaRPr>
          </a:p>
          <a:p>
            <a:pPr marL="342900" lvl="0" indent="-341630" algn="ctr">
              <a:spcBef>
                <a:spcPts val="600"/>
              </a:spcBef>
              <a:buNone/>
              <a:tabLst>
                <a:tab pos="912495" algn="l"/>
                <a:tab pos="1826895" algn="l"/>
                <a:tab pos="2741295" algn="l"/>
                <a:tab pos="3655695" algn="l"/>
                <a:tab pos="4570095" algn="l"/>
                <a:tab pos="5484495" algn="l"/>
                <a:tab pos="6398895" algn="l"/>
                <a:tab pos="7313295" algn="l"/>
                <a:tab pos="8227695" algn="l"/>
                <a:tab pos="9142095" algn="l"/>
                <a:tab pos="10056495" algn="l"/>
              </a:tabLst>
              <a:defRPr/>
            </a:pPr>
            <a:r>
              <a:rPr lang="en-US" sz="2800" b="1" i="0" u="none">
                <a:solidFill>
                  <a:srgbClr val="FFFFFF"/>
                </a:solidFill>
                <a:ea typeface="Microsoft YaHei"/>
              </a:rPr>
              <a:t>THE ONLY BEGOTTEN SON OF GOD</a:t>
            </a:r>
            <a:endParaRPr lang="en-US" sz="2800" b="1" i="0" u="none">
              <a:solidFill>
                <a:srgbClr val="FFFFFF"/>
              </a:solidFill>
              <a:ea typeface="Microsoft YaHei"/>
            </a:endParaRPr>
          </a:p>
          <a:p>
            <a:pPr marL="342900" lvl="0" indent="-341630" algn="ctr">
              <a:spcBef>
                <a:spcPts val="600"/>
              </a:spcBef>
              <a:buNone/>
              <a:tabLst>
                <a:tab pos="912495" algn="l"/>
                <a:tab pos="1826895" algn="l"/>
                <a:tab pos="2741295" algn="l"/>
                <a:tab pos="3655695" algn="l"/>
                <a:tab pos="4570095" algn="l"/>
                <a:tab pos="5484495" algn="l"/>
                <a:tab pos="6398895" algn="l"/>
                <a:tab pos="7313295" algn="l"/>
                <a:tab pos="8227695" algn="l"/>
                <a:tab pos="9142095" algn="l"/>
                <a:tab pos="10056495" algn="l"/>
              </a:tabLst>
              <a:defRPr/>
            </a:pPr>
            <a:r>
              <a:rPr lang="en-US" sz="2800" b="1" i="0" u="none">
                <a:solidFill>
                  <a:srgbClr val="FFFFFF"/>
                </a:solidFill>
                <a:ea typeface="Microsoft YaHei"/>
              </a:rPr>
              <a:t>BORN OF THE FATHER BEFORE ALL AGES</a:t>
            </a:r>
            <a:endParaRPr lang="en-US" sz="2800" b="1" i="0" u="none">
              <a:solidFill>
                <a:srgbClr val="FFFFFF"/>
              </a:solidFill>
              <a:ea typeface="Microsoft YaHe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5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21457781" name="Text Box 1"/>
          <p:cNvSpPr txBox="1">
            <a:spLocks noGrp="1" noChangeShapeType="1"/>
          </p:cNvSpPr>
          <p:nvPr/>
        </p:nvSpPr>
        <p:spPr bwMode="auto">
          <a:xfrm>
            <a:off x="457200" y="52387"/>
            <a:ext cx="8229600" cy="703262"/>
          </a:xfrm>
          <a:prstGeom prst="rect">
            <a:avLst/>
          </a:prstGeom>
          <a:noFill/>
        </p:spPr>
        <p:txBody>
          <a:bodyPr wrap="none" anchor="ctr" anchorCtr="0"/>
          <a:lstStyle/>
          <a:p>
            <a:pPr>
              <a:defRPr/>
            </a:pPr>
            <a:endParaRPr sz="1400"/>
          </a:p>
        </p:txBody>
      </p:sp>
      <p:sp>
        <p:nvSpPr>
          <p:cNvPr id="495355209" name="Text Box 2"/>
          <p:cNvSpPr txBox="1">
            <a:spLocks noGrp="1" noChangeShapeType="1"/>
          </p:cNvSpPr>
          <p:nvPr/>
        </p:nvSpPr>
        <p:spPr bwMode="auto">
          <a:xfrm>
            <a:off x="457200" y="685800"/>
            <a:ext cx="8229600" cy="5440361"/>
          </a:xfrm>
          <a:prstGeom prst="rect">
            <a:avLst/>
          </a:prstGeom>
          <a:noFill/>
        </p:spPr>
        <p:txBody>
          <a:bodyPr lIns="91423" tIns="45711" rIns="91423" bIns="45711"/>
          <a:lstStyle>
            <a:lvl1pPr mar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912495" algn="l"/>
                <a:tab pos="1826895" algn="l"/>
                <a:tab pos="2741295" algn="l"/>
                <a:tab pos="3655695" algn="l"/>
                <a:tab pos="4570095" algn="l"/>
                <a:tab pos="5484495" algn="l"/>
                <a:tab pos="6398895" algn="l"/>
                <a:tab pos="7313295" algn="l"/>
                <a:tab pos="8227695" algn="l"/>
                <a:tab pos="9142095" algn="l"/>
                <a:tab pos="10056495" algn="l"/>
              </a:tabLst>
              <a:defRPr lang="en-US" sz="1800" b="0" i="0">
                <a:solidFill>
                  <a:schemeClr val="dk1"/>
                </a:solidFill>
                <a:latin typeface="Arial"/>
                <a:ea typeface="Arial"/>
              </a:defRPr>
            </a:lvl1pPr>
            <a:lvl2pPr marL="455295" indent="4572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912495" algn="l"/>
                <a:tab pos="1826895" algn="l"/>
                <a:tab pos="2741295" algn="l"/>
                <a:tab pos="3655695" algn="l"/>
                <a:tab pos="4570095" algn="l"/>
                <a:tab pos="5484495" algn="l"/>
                <a:tab pos="6398895" algn="l"/>
                <a:tab pos="7313295" algn="l"/>
                <a:tab pos="8227695" algn="l"/>
                <a:tab pos="9142095" algn="l"/>
                <a:tab pos="10056495" algn="l"/>
              </a:tabLst>
              <a:defRPr lang="en-US" sz="1800" b="0" i="0">
                <a:solidFill>
                  <a:schemeClr val="dk1"/>
                </a:solidFill>
                <a:latin typeface="Arial"/>
                <a:ea typeface="Arial"/>
              </a:defRPr>
            </a:lvl2pPr>
            <a:lvl3pPr marL="912495" indent="9144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912495" algn="l"/>
                <a:tab pos="1826895" algn="l"/>
                <a:tab pos="2741295" algn="l"/>
                <a:tab pos="3655695" algn="l"/>
                <a:tab pos="4570095" algn="l"/>
                <a:tab pos="5484495" algn="l"/>
                <a:tab pos="6398895" algn="l"/>
                <a:tab pos="7313295" algn="l"/>
                <a:tab pos="8227695" algn="l"/>
                <a:tab pos="9142095" algn="l"/>
                <a:tab pos="10056495" algn="l"/>
              </a:tabLst>
              <a:defRPr lang="en-US" sz="1800" b="0" i="0">
                <a:solidFill>
                  <a:schemeClr val="dk1"/>
                </a:solidFill>
                <a:latin typeface="Arial"/>
                <a:ea typeface="Arial"/>
              </a:defRPr>
            </a:lvl3pPr>
            <a:lvl4pPr marL="1369695" indent="13716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912495" algn="l"/>
                <a:tab pos="1826895" algn="l"/>
                <a:tab pos="2741295" algn="l"/>
                <a:tab pos="3655695" algn="l"/>
                <a:tab pos="4570095" algn="l"/>
                <a:tab pos="5484495" algn="l"/>
                <a:tab pos="6398895" algn="l"/>
                <a:tab pos="7313295" algn="l"/>
                <a:tab pos="8227695" algn="l"/>
                <a:tab pos="9142095" algn="l"/>
                <a:tab pos="10056495" algn="l"/>
              </a:tabLst>
              <a:defRPr lang="en-US" sz="1800" b="0" i="0">
                <a:solidFill>
                  <a:schemeClr val="dk1"/>
                </a:solidFill>
                <a:latin typeface="Arial"/>
                <a:ea typeface="Arial"/>
              </a:defRPr>
            </a:lvl4pPr>
            <a:lvl5pPr marL="1826895" indent="18288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912495" algn="l"/>
                <a:tab pos="1826895" algn="l"/>
                <a:tab pos="2741295" algn="l"/>
                <a:tab pos="3655695" algn="l"/>
                <a:tab pos="4570095" algn="l"/>
                <a:tab pos="5484495" algn="l"/>
                <a:tab pos="6398895" algn="l"/>
                <a:tab pos="7313295" algn="l"/>
                <a:tab pos="8227695" algn="l"/>
                <a:tab pos="9142095" algn="l"/>
                <a:tab pos="10056495" algn="l"/>
              </a:tabLst>
              <a:defRPr lang="en-US" sz="1800" b="0" i="0">
                <a:solidFill>
                  <a:schemeClr val="dk1"/>
                </a:solidFill>
                <a:latin typeface="Arial"/>
                <a:ea typeface="Arial"/>
              </a:defRPr>
            </a:lvl5pPr>
            <a:lvl6pPr>
              <a:tabLst>
                <a:tab pos="912495" algn="l"/>
                <a:tab pos="1826895" algn="l"/>
                <a:tab pos="2741295" algn="l"/>
                <a:tab pos="3655695" algn="l"/>
                <a:tab pos="4570095" algn="l"/>
                <a:tab pos="5484495" algn="l"/>
                <a:tab pos="6398895" algn="l"/>
                <a:tab pos="7313295" algn="l"/>
                <a:tab pos="8227695" algn="l"/>
                <a:tab pos="9142095" algn="l"/>
                <a:tab pos="10056495" algn="l"/>
              </a:tabLst>
              <a:defRPr lang="en-US" sz="1800"/>
            </a:lvl6pPr>
            <a:lvl7pPr>
              <a:tabLst>
                <a:tab pos="912495" algn="l"/>
                <a:tab pos="1826895" algn="l"/>
                <a:tab pos="2741295" algn="l"/>
                <a:tab pos="3655695" algn="l"/>
                <a:tab pos="4570095" algn="l"/>
                <a:tab pos="5484495" algn="l"/>
                <a:tab pos="6398895" algn="l"/>
                <a:tab pos="7313295" algn="l"/>
                <a:tab pos="8227695" algn="l"/>
                <a:tab pos="9142095" algn="l"/>
                <a:tab pos="10056495" algn="l"/>
              </a:tabLst>
              <a:defRPr lang="en-US" sz="1800"/>
            </a:lvl7pPr>
            <a:lvl8pPr>
              <a:tabLst>
                <a:tab pos="912495" algn="l"/>
                <a:tab pos="1826895" algn="l"/>
                <a:tab pos="2741295" algn="l"/>
                <a:tab pos="3655695" algn="l"/>
                <a:tab pos="4570095" algn="l"/>
                <a:tab pos="5484495" algn="l"/>
                <a:tab pos="6398895" algn="l"/>
                <a:tab pos="7313295" algn="l"/>
                <a:tab pos="8227695" algn="l"/>
                <a:tab pos="9142095" algn="l"/>
                <a:tab pos="10056495" algn="l"/>
              </a:tabLst>
              <a:defRPr lang="en-US" sz="1800"/>
            </a:lvl8pPr>
            <a:lvl9pPr>
              <a:tabLst>
                <a:tab pos="912495" algn="l"/>
                <a:tab pos="1826895" algn="l"/>
                <a:tab pos="2741295" algn="l"/>
                <a:tab pos="3655695" algn="l"/>
                <a:tab pos="4570095" algn="l"/>
                <a:tab pos="5484495" algn="l"/>
                <a:tab pos="6398895" algn="l"/>
                <a:tab pos="7313295" algn="l"/>
                <a:tab pos="8227695" algn="l"/>
                <a:tab pos="9142095" algn="l"/>
                <a:tab pos="10056495" algn="l"/>
              </a:tabLst>
              <a:defRPr lang="en-US" sz="1800"/>
            </a:lvl9pPr>
          </a:lstStyle>
          <a:p>
            <a:pPr marL="342900" lvl="0" indent="-341630" algn="ctr">
              <a:spcBef>
                <a:spcPts val="600"/>
              </a:spcBef>
              <a:buNone/>
              <a:tabLst>
                <a:tab pos="912495" algn="l"/>
                <a:tab pos="1826895" algn="l"/>
                <a:tab pos="2741295" algn="l"/>
                <a:tab pos="3655695" algn="l"/>
                <a:tab pos="4570095" algn="l"/>
                <a:tab pos="5484495" algn="l"/>
                <a:tab pos="6398895" algn="l"/>
                <a:tab pos="7313295" algn="l"/>
                <a:tab pos="8227695" algn="l"/>
                <a:tab pos="9142095" algn="l"/>
                <a:tab pos="10056495" algn="l"/>
              </a:tabLst>
              <a:defRPr/>
            </a:pPr>
            <a:r>
              <a:rPr lang="en-US" sz="2800" b="1" i="0" u="none">
                <a:solidFill>
                  <a:srgbClr val="FFFFFF"/>
                </a:solidFill>
                <a:ea typeface="Microsoft YaHei"/>
              </a:rPr>
              <a:t>GOD FROM GOD</a:t>
            </a:r>
            <a:endParaRPr lang="en-US" sz="2800" b="1" i="0" u="none">
              <a:solidFill>
                <a:srgbClr val="FFFFFF"/>
              </a:solidFill>
              <a:ea typeface="Microsoft YaHei"/>
            </a:endParaRPr>
          </a:p>
          <a:p>
            <a:pPr marL="342900" lvl="0" indent="-341630" algn="ctr">
              <a:spcBef>
                <a:spcPts val="600"/>
              </a:spcBef>
              <a:buNone/>
              <a:tabLst>
                <a:tab pos="912495" algn="l"/>
                <a:tab pos="1826895" algn="l"/>
                <a:tab pos="2741295" algn="l"/>
                <a:tab pos="3655695" algn="l"/>
                <a:tab pos="4570095" algn="l"/>
                <a:tab pos="5484495" algn="l"/>
                <a:tab pos="6398895" algn="l"/>
                <a:tab pos="7313295" algn="l"/>
                <a:tab pos="8227695" algn="l"/>
                <a:tab pos="9142095" algn="l"/>
                <a:tab pos="10056495" algn="l"/>
              </a:tabLst>
              <a:defRPr/>
            </a:pPr>
            <a:r>
              <a:rPr lang="en-US" sz="2800" b="1" i="0" u="none">
                <a:solidFill>
                  <a:srgbClr val="FFFFFF"/>
                </a:solidFill>
                <a:ea typeface="Microsoft YaHei"/>
              </a:rPr>
              <a:t>LIGHT FROM LIGHT</a:t>
            </a:r>
            <a:endParaRPr lang="en-US" sz="2800" b="1" i="0" u="none">
              <a:solidFill>
                <a:srgbClr val="FFFFFF"/>
              </a:solidFill>
              <a:ea typeface="Microsoft YaHei"/>
            </a:endParaRPr>
          </a:p>
          <a:p>
            <a:pPr marL="342900" lvl="0" indent="-341630" algn="ctr">
              <a:spcBef>
                <a:spcPts val="600"/>
              </a:spcBef>
              <a:buNone/>
              <a:tabLst>
                <a:tab pos="912495" algn="l"/>
                <a:tab pos="1826895" algn="l"/>
                <a:tab pos="2741295" algn="l"/>
                <a:tab pos="3655695" algn="l"/>
                <a:tab pos="4570095" algn="l"/>
                <a:tab pos="5484495" algn="l"/>
                <a:tab pos="6398895" algn="l"/>
                <a:tab pos="7313295" algn="l"/>
                <a:tab pos="8227695" algn="l"/>
                <a:tab pos="9142095" algn="l"/>
                <a:tab pos="10056495" algn="l"/>
              </a:tabLst>
              <a:defRPr/>
            </a:pPr>
            <a:r>
              <a:rPr lang="en-US" sz="2800" b="1" i="0" u="none">
                <a:solidFill>
                  <a:srgbClr val="FFFFFF"/>
                </a:solidFill>
                <a:ea typeface="Microsoft YaHei"/>
              </a:rPr>
              <a:t>TRUE GOD FROM TRUE GOD</a:t>
            </a:r>
            <a:endParaRPr lang="en-US" sz="2800" b="1" i="0" u="none">
              <a:solidFill>
                <a:srgbClr val="FFFFFF"/>
              </a:solidFill>
              <a:ea typeface="Microsoft YaHei"/>
            </a:endParaRPr>
          </a:p>
          <a:p>
            <a:pPr marL="342900" lvl="0" indent="-341630" algn="ctr">
              <a:spcBef>
                <a:spcPts val="600"/>
              </a:spcBef>
              <a:buNone/>
              <a:tabLst>
                <a:tab pos="912495" algn="l"/>
                <a:tab pos="1826895" algn="l"/>
                <a:tab pos="2741295" algn="l"/>
                <a:tab pos="3655695" algn="l"/>
                <a:tab pos="4570095" algn="l"/>
                <a:tab pos="5484495" algn="l"/>
                <a:tab pos="6398895" algn="l"/>
                <a:tab pos="7313295" algn="l"/>
                <a:tab pos="8227695" algn="l"/>
                <a:tab pos="9142095" algn="l"/>
                <a:tab pos="10056495" algn="l"/>
              </a:tabLst>
              <a:defRPr/>
            </a:pPr>
            <a:r>
              <a:rPr lang="en-US" sz="2800" b="1" i="0" u="none">
                <a:solidFill>
                  <a:srgbClr val="FFFFFF"/>
                </a:solidFill>
                <a:ea typeface="Microsoft YaHei"/>
              </a:rPr>
              <a:t>BEGOTTEN NOT MADE</a:t>
            </a:r>
            <a:endParaRPr lang="en-US" sz="2800" b="1" i="0" u="none">
              <a:solidFill>
                <a:srgbClr val="FFFFFF"/>
              </a:solidFill>
              <a:ea typeface="Microsoft YaHei"/>
            </a:endParaRPr>
          </a:p>
          <a:p>
            <a:pPr marL="342900" lvl="0" indent="-341630" algn="ctr">
              <a:spcBef>
                <a:spcPts val="600"/>
              </a:spcBef>
              <a:buNone/>
              <a:tabLst>
                <a:tab pos="912495" algn="l"/>
                <a:tab pos="1826895" algn="l"/>
                <a:tab pos="2741295" algn="l"/>
                <a:tab pos="3655695" algn="l"/>
                <a:tab pos="4570095" algn="l"/>
                <a:tab pos="5484495" algn="l"/>
                <a:tab pos="6398895" algn="l"/>
                <a:tab pos="7313295" algn="l"/>
                <a:tab pos="8227695" algn="l"/>
                <a:tab pos="9142095" algn="l"/>
                <a:tab pos="10056495" algn="l"/>
              </a:tabLst>
              <a:defRPr/>
            </a:pPr>
            <a:r>
              <a:rPr lang="en-US" sz="2800" b="1" i="0" u="none">
                <a:solidFill>
                  <a:srgbClr val="FFFFFF"/>
                </a:solidFill>
                <a:ea typeface="Microsoft YaHei"/>
              </a:rPr>
              <a:t>CONSUBSTANTIAL WITH THE FATHER</a:t>
            </a:r>
            <a:endParaRPr lang="en-US" sz="2800" b="1" i="0" u="none">
              <a:solidFill>
                <a:srgbClr val="FFFFFF"/>
              </a:solidFill>
              <a:ea typeface="Microsoft YaHei"/>
            </a:endParaRPr>
          </a:p>
          <a:p>
            <a:pPr marL="342900" lvl="0" indent="-341630" algn="ctr">
              <a:spcBef>
                <a:spcPts val="600"/>
              </a:spcBef>
              <a:buNone/>
              <a:tabLst>
                <a:tab pos="912495" algn="l"/>
                <a:tab pos="1826895" algn="l"/>
                <a:tab pos="2741295" algn="l"/>
                <a:tab pos="3655695" algn="l"/>
                <a:tab pos="4570095" algn="l"/>
                <a:tab pos="5484495" algn="l"/>
                <a:tab pos="6398895" algn="l"/>
                <a:tab pos="7313295" algn="l"/>
                <a:tab pos="8227695" algn="l"/>
                <a:tab pos="9142095" algn="l"/>
                <a:tab pos="10056495" algn="l"/>
              </a:tabLst>
              <a:defRPr/>
            </a:pPr>
            <a:r>
              <a:rPr lang="en-US" sz="2800" b="1" i="0" u="none">
                <a:solidFill>
                  <a:srgbClr val="FFFFFF"/>
                </a:solidFill>
                <a:ea typeface="Microsoft YaHei"/>
              </a:rPr>
              <a:t>THROUGH HIM ALL THINGS WERE MADE</a:t>
            </a:r>
            <a:endParaRPr lang="en-US" sz="2800" b="1" i="0" u="none">
              <a:solidFill>
                <a:srgbClr val="FFFFFF"/>
              </a:solidFill>
              <a:ea typeface="Microsoft YaHe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5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86327356" name="Text Box 1"/>
          <p:cNvSpPr txBox="1">
            <a:spLocks noGrp="1" noChangeShapeType="1"/>
          </p:cNvSpPr>
          <p:nvPr/>
        </p:nvSpPr>
        <p:spPr bwMode="auto">
          <a:xfrm>
            <a:off x="457200" y="52387"/>
            <a:ext cx="8229600" cy="703262"/>
          </a:xfrm>
          <a:prstGeom prst="rect">
            <a:avLst/>
          </a:prstGeom>
          <a:noFill/>
        </p:spPr>
        <p:txBody>
          <a:bodyPr wrap="none" anchor="ctr" anchorCtr="0"/>
          <a:lstStyle/>
          <a:p>
            <a:pPr>
              <a:defRPr/>
            </a:pPr>
            <a:endParaRPr sz="1400"/>
          </a:p>
        </p:txBody>
      </p:sp>
      <p:sp>
        <p:nvSpPr>
          <p:cNvPr id="1818903380" name="Text Box 2"/>
          <p:cNvSpPr txBox="1">
            <a:spLocks noGrp="1" noChangeShapeType="1"/>
          </p:cNvSpPr>
          <p:nvPr/>
        </p:nvSpPr>
        <p:spPr bwMode="auto">
          <a:xfrm>
            <a:off x="457200" y="685800"/>
            <a:ext cx="8229600" cy="5440361"/>
          </a:xfrm>
          <a:prstGeom prst="rect">
            <a:avLst/>
          </a:prstGeom>
          <a:noFill/>
        </p:spPr>
        <p:txBody>
          <a:bodyPr lIns="91423" tIns="45711" rIns="91423" bIns="45711"/>
          <a:lstStyle>
            <a:lvl1pPr mar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912495" algn="l"/>
                <a:tab pos="1826895" algn="l"/>
                <a:tab pos="2741295" algn="l"/>
                <a:tab pos="3655695" algn="l"/>
                <a:tab pos="4570095" algn="l"/>
                <a:tab pos="5484495" algn="l"/>
                <a:tab pos="6398895" algn="l"/>
                <a:tab pos="7313295" algn="l"/>
                <a:tab pos="8227695" algn="l"/>
                <a:tab pos="9142095" algn="l"/>
                <a:tab pos="10056495" algn="l"/>
              </a:tabLst>
              <a:defRPr lang="en-US" sz="1800" b="0" i="0">
                <a:solidFill>
                  <a:schemeClr val="dk1"/>
                </a:solidFill>
                <a:latin typeface="Arial"/>
                <a:ea typeface="Arial"/>
              </a:defRPr>
            </a:lvl1pPr>
            <a:lvl2pPr marL="455295" indent="4572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912495" algn="l"/>
                <a:tab pos="1826895" algn="l"/>
                <a:tab pos="2741295" algn="l"/>
                <a:tab pos="3655695" algn="l"/>
                <a:tab pos="4570095" algn="l"/>
                <a:tab pos="5484495" algn="l"/>
                <a:tab pos="6398895" algn="l"/>
                <a:tab pos="7313295" algn="l"/>
                <a:tab pos="8227695" algn="l"/>
                <a:tab pos="9142095" algn="l"/>
                <a:tab pos="10056495" algn="l"/>
              </a:tabLst>
              <a:defRPr lang="en-US" sz="1800" b="0" i="0">
                <a:solidFill>
                  <a:schemeClr val="dk1"/>
                </a:solidFill>
                <a:latin typeface="Arial"/>
                <a:ea typeface="Arial"/>
              </a:defRPr>
            </a:lvl2pPr>
            <a:lvl3pPr marL="912495" indent="9144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912495" algn="l"/>
                <a:tab pos="1826895" algn="l"/>
                <a:tab pos="2741295" algn="l"/>
                <a:tab pos="3655695" algn="l"/>
                <a:tab pos="4570095" algn="l"/>
                <a:tab pos="5484495" algn="l"/>
                <a:tab pos="6398895" algn="l"/>
                <a:tab pos="7313295" algn="l"/>
                <a:tab pos="8227695" algn="l"/>
                <a:tab pos="9142095" algn="l"/>
                <a:tab pos="10056495" algn="l"/>
              </a:tabLst>
              <a:defRPr lang="en-US" sz="1800" b="0" i="0">
                <a:solidFill>
                  <a:schemeClr val="dk1"/>
                </a:solidFill>
                <a:latin typeface="Arial"/>
                <a:ea typeface="Arial"/>
              </a:defRPr>
            </a:lvl3pPr>
            <a:lvl4pPr marL="1369695" indent="13716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912495" algn="l"/>
                <a:tab pos="1826895" algn="l"/>
                <a:tab pos="2741295" algn="l"/>
                <a:tab pos="3655695" algn="l"/>
                <a:tab pos="4570095" algn="l"/>
                <a:tab pos="5484495" algn="l"/>
                <a:tab pos="6398895" algn="l"/>
                <a:tab pos="7313295" algn="l"/>
                <a:tab pos="8227695" algn="l"/>
                <a:tab pos="9142095" algn="l"/>
                <a:tab pos="10056495" algn="l"/>
              </a:tabLst>
              <a:defRPr lang="en-US" sz="1800" b="0" i="0">
                <a:solidFill>
                  <a:schemeClr val="dk1"/>
                </a:solidFill>
                <a:latin typeface="Arial"/>
                <a:ea typeface="Arial"/>
              </a:defRPr>
            </a:lvl4pPr>
            <a:lvl5pPr marL="1826895" indent="18288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912495" algn="l"/>
                <a:tab pos="1826895" algn="l"/>
                <a:tab pos="2741295" algn="l"/>
                <a:tab pos="3655695" algn="l"/>
                <a:tab pos="4570095" algn="l"/>
                <a:tab pos="5484495" algn="l"/>
                <a:tab pos="6398895" algn="l"/>
                <a:tab pos="7313295" algn="l"/>
                <a:tab pos="8227695" algn="l"/>
                <a:tab pos="9142095" algn="l"/>
                <a:tab pos="10056495" algn="l"/>
              </a:tabLst>
              <a:defRPr lang="en-US" sz="1800" b="0" i="0">
                <a:solidFill>
                  <a:schemeClr val="dk1"/>
                </a:solidFill>
                <a:latin typeface="Arial"/>
                <a:ea typeface="Arial"/>
              </a:defRPr>
            </a:lvl5pPr>
            <a:lvl6pPr>
              <a:tabLst>
                <a:tab pos="912495" algn="l"/>
                <a:tab pos="1826895" algn="l"/>
                <a:tab pos="2741295" algn="l"/>
                <a:tab pos="3655695" algn="l"/>
                <a:tab pos="4570095" algn="l"/>
                <a:tab pos="5484495" algn="l"/>
                <a:tab pos="6398895" algn="l"/>
                <a:tab pos="7313295" algn="l"/>
                <a:tab pos="8227695" algn="l"/>
                <a:tab pos="9142095" algn="l"/>
                <a:tab pos="10056495" algn="l"/>
              </a:tabLst>
              <a:defRPr lang="en-US" sz="1800"/>
            </a:lvl6pPr>
            <a:lvl7pPr>
              <a:tabLst>
                <a:tab pos="912495" algn="l"/>
                <a:tab pos="1826895" algn="l"/>
                <a:tab pos="2741295" algn="l"/>
                <a:tab pos="3655695" algn="l"/>
                <a:tab pos="4570095" algn="l"/>
                <a:tab pos="5484495" algn="l"/>
                <a:tab pos="6398895" algn="l"/>
                <a:tab pos="7313295" algn="l"/>
                <a:tab pos="8227695" algn="l"/>
                <a:tab pos="9142095" algn="l"/>
                <a:tab pos="10056495" algn="l"/>
              </a:tabLst>
              <a:defRPr lang="en-US" sz="1800"/>
            </a:lvl7pPr>
            <a:lvl8pPr>
              <a:tabLst>
                <a:tab pos="912495" algn="l"/>
                <a:tab pos="1826895" algn="l"/>
                <a:tab pos="2741295" algn="l"/>
                <a:tab pos="3655695" algn="l"/>
                <a:tab pos="4570095" algn="l"/>
                <a:tab pos="5484495" algn="l"/>
                <a:tab pos="6398895" algn="l"/>
                <a:tab pos="7313295" algn="l"/>
                <a:tab pos="8227695" algn="l"/>
                <a:tab pos="9142095" algn="l"/>
                <a:tab pos="10056495" algn="l"/>
              </a:tabLst>
              <a:defRPr lang="en-US" sz="1800"/>
            </a:lvl8pPr>
            <a:lvl9pPr>
              <a:tabLst>
                <a:tab pos="912495" algn="l"/>
                <a:tab pos="1826895" algn="l"/>
                <a:tab pos="2741295" algn="l"/>
                <a:tab pos="3655695" algn="l"/>
                <a:tab pos="4570095" algn="l"/>
                <a:tab pos="5484495" algn="l"/>
                <a:tab pos="6398895" algn="l"/>
                <a:tab pos="7313295" algn="l"/>
                <a:tab pos="8227695" algn="l"/>
                <a:tab pos="9142095" algn="l"/>
                <a:tab pos="10056495" algn="l"/>
              </a:tabLst>
              <a:defRPr lang="en-US" sz="1800"/>
            </a:lvl9pPr>
          </a:lstStyle>
          <a:p>
            <a:pPr marL="342900" lvl="0" indent="-341630" algn="ctr">
              <a:spcBef>
                <a:spcPts val="600"/>
              </a:spcBef>
              <a:buNone/>
              <a:tabLst>
                <a:tab pos="912495" algn="l"/>
                <a:tab pos="1826895" algn="l"/>
                <a:tab pos="2741295" algn="l"/>
                <a:tab pos="3655695" algn="l"/>
                <a:tab pos="4570095" algn="l"/>
                <a:tab pos="5484495" algn="l"/>
                <a:tab pos="6398895" algn="l"/>
                <a:tab pos="7313295" algn="l"/>
                <a:tab pos="8227695" algn="l"/>
                <a:tab pos="9142095" algn="l"/>
                <a:tab pos="10056495" algn="l"/>
              </a:tabLst>
              <a:defRPr/>
            </a:pPr>
            <a:r>
              <a:rPr lang="en-US" sz="2800" b="1" i="0" u="none">
                <a:solidFill>
                  <a:srgbClr val="FFFFFF"/>
                </a:solidFill>
                <a:ea typeface="Microsoft YaHei"/>
              </a:rPr>
              <a:t>FOR US MEN AND FOR OUR SALVATION</a:t>
            </a:r>
            <a:endParaRPr lang="en-US" sz="2800" b="1" i="0" u="none">
              <a:solidFill>
                <a:srgbClr val="FFFFFF"/>
              </a:solidFill>
              <a:ea typeface="Microsoft YaHei"/>
            </a:endParaRPr>
          </a:p>
          <a:p>
            <a:pPr marL="342900" lvl="0" indent="-341630" algn="ctr">
              <a:spcBef>
                <a:spcPts val="600"/>
              </a:spcBef>
              <a:buNone/>
              <a:tabLst>
                <a:tab pos="912495" algn="l"/>
                <a:tab pos="1826895" algn="l"/>
                <a:tab pos="2741295" algn="l"/>
                <a:tab pos="3655695" algn="l"/>
                <a:tab pos="4570095" algn="l"/>
                <a:tab pos="5484495" algn="l"/>
                <a:tab pos="6398895" algn="l"/>
                <a:tab pos="7313295" algn="l"/>
                <a:tab pos="8227695" algn="l"/>
                <a:tab pos="9142095" algn="l"/>
                <a:tab pos="10056495" algn="l"/>
              </a:tabLst>
              <a:defRPr/>
            </a:pPr>
            <a:r>
              <a:rPr lang="en-US" sz="2800" b="1" i="0" u="none">
                <a:solidFill>
                  <a:srgbClr val="FFFFFF"/>
                </a:solidFill>
                <a:ea typeface="Microsoft YaHei"/>
              </a:rPr>
              <a:t>(Please bow)</a:t>
            </a:r>
            <a:endParaRPr lang="en-US" sz="2800" b="1" i="0" u="none">
              <a:solidFill>
                <a:srgbClr val="FFFFFF"/>
              </a:solidFill>
              <a:ea typeface="Microsoft YaHei"/>
            </a:endParaRPr>
          </a:p>
          <a:p>
            <a:pPr marL="342900" lvl="0" indent="-341630" algn="ctr">
              <a:spcBef>
                <a:spcPts val="600"/>
              </a:spcBef>
              <a:buNone/>
              <a:tabLst>
                <a:tab pos="912495" algn="l"/>
                <a:tab pos="1826895" algn="l"/>
                <a:tab pos="2741295" algn="l"/>
                <a:tab pos="3655695" algn="l"/>
                <a:tab pos="4570095" algn="l"/>
                <a:tab pos="5484495" algn="l"/>
                <a:tab pos="6398895" algn="l"/>
                <a:tab pos="7313295" algn="l"/>
                <a:tab pos="8227695" algn="l"/>
                <a:tab pos="9142095" algn="l"/>
                <a:tab pos="10056495" algn="l"/>
              </a:tabLst>
              <a:defRPr/>
            </a:pPr>
            <a:r>
              <a:rPr lang="en-US" sz="2800" b="1" i="0" u="none">
                <a:solidFill>
                  <a:srgbClr val="FFFFFF"/>
                </a:solidFill>
                <a:ea typeface="Microsoft YaHei"/>
              </a:rPr>
              <a:t>HE CAME DOWN FROM HEAVEN</a:t>
            </a:r>
            <a:endParaRPr lang="en-US" sz="2800" b="1" i="0" u="none">
              <a:solidFill>
                <a:srgbClr val="FFFFFF"/>
              </a:solidFill>
              <a:ea typeface="Microsoft YaHei"/>
            </a:endParaRPr>
          </a:p>
          <a:p>
            <a:pPr marL="342900" lvl="0" indent="-341630" algn="ctr">
              <a:spcBef>
                <a:spcPts val="600"/>
              </a:spcBef>
              <a:buNone/>
              <a:tabLst>
                <a:tab pos="912495" algn="l"/>
                <a:tab pos="1826895" algn="l"/>
                <a:tab pos="2741295" algn="l"/>
                <a:tab pos="3655695" algn="l"/>
                <a:tab pos="4570095" algn="l"/>
                <a:tab pos="5484495" algn="l"/>
                <a:tab pos="6398895" algn="l"/>
                <a:tab pos="7313295" algn="l"/>
                <a:tab pos="8227695" algn="l"/>
                <a:tab pos="9142095" algn="l"/>
                <a:tab pos="10056495" algn="l"/>
              </a:tabLst>
              <a:defRPr/>
            </a:pPr>
            <a:r>
              <a:rPr lang="en-US" sz="2800" b="1" i="0" u="none">
                <a:solidFill>
                  <a:srgbClr val="FFFFFF"/>
                </a:solidFill>
                <a:ea typeface="Microsoft YaHei"/>
              </a:rPr>
              <a:t>AND BY THE HOLY SPRIT</a:t>
            </a:r>
            <a:endParaRPr lang="en-US" sz="2800" b="1" i="0" u="none">
              <a:solidFill>
                <a:srgbClr val="FFFFFF"/>
              </a:solidFill>
              <a:ea typeface="Microsoft YaHei"/>
            </a:endParaRPr>
          </a:p>
          <a:p>
            <a:pPr marL="342900" lvl="0" indent="-341630" algn="ctr">
              <a:spcBef>
                <a:spcPts val="600"/>
              </a:spcBef>
              <a:buNone/>
              <a:tabLst>
                <a:tab pos="912495" algn="l"/>
                <a:tab pos="1826895" algn="l"/>
                <a:tab pos="2741295" algn="l"/>
                <a:tab pos="3655695" algn="l"/>
                <a:tab pos="4570095" algn="l"/>
                <a:tab pos="5484495" algn="l"/>
                <a:tab pos="6398895" algn="l"/>
                <a:tab pos="7313295" algn="l"/>
                <a:tab pos="8227695" algn="l"/>
                <a:tab pos="9142095" algn="l"/>
                <a:tab pos="10056495" algn="l"/>
              </a:tabLst>
              <a:defRPr/>
            </a:pPr>
            <a:r>
              <a:rPr lang="en-US" sz="2800" b="1" i="0" u="none">
                <a:solidFill>
                  <a:srgbClr val="FFFFFF"/>
                </a:solidFill>
                <a:ea typeface="Microsoft YaHei"/>
              </a:rPr>
              <a:t>WAS INCARNATE OF THE VIRGIN MARY</a:t>
            </a:r>
            <a:endParaRPr lang="en-US" sz="2800" b="1" i="0" u="none">
              <a:solidFill>
                <a:srgbClr val="FFFFFF"/>
              </a:solidFill>
              <a:ea typeface="Microsoft YaHei"/>
            </a:endParaRPr>
          </a:p>
          <a:p>
            <a:pPr marL="342900" lvl="0" indent="-341630" algn="ctr">
              <a:spcBef>
                <a:spcPts val="600"/>
              </a:spcBef>
              <a:buNone/>
              <a:tabLst>
                <a:tab pos="912495" algn="l"/>
                <a:tab pos="1826895" algn="l"/>
                <a:tab pos="2741295" algn="l"/>
                <a:tab pos="3655695" algn="l"/>
                <a:tab pos="4570095" algn="l"/>
                <a:tab pos="5484495" algn="l"/>
                <a:tab pos="6398895" algn="l"/>
                <a:tab pos="7313295" algn="l"/>
                <a:tab pos="8227695" algn="l"/>
                <a:tab pos="9142095" algn="l"/>
                <a:tab pos="10056495" algn="l"/>
              </a:tabLst>
              <a:defRPr/>
            </a:pPr>
            <a:r>
              <a:rPr lang="en-US" sz="2800" b="1" i="0" u="none">
                <a:solidFill>
                  <a:srgbClr val="FFFFFF"/>
                </a:solidFill>
                <a:ea typeface="Microsoft YaHei"/>
              </a:rPr>
              <a:t>AND BECAME MAN</a:t>
            </a:r>
            <a:endParaRPr lang="en-US" sz="2800" b="1" i="0" u="none">
              <a:solidFill>
                <a:srgbClr val="FFFFFF"/>
              </a:solidFill>
              <a:ea typeface="Microsoft YaHe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5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01815172" name="Text Box 1"/>
          <p:cNvSpPr txBox="1">
            <a:spLocks noGrp="1" noChangeShapeType="1"/>
          </p:cNvSpPr>
          <p:nvPr/>
        </p:nvSpPr>
        <p:spPr bwMode="auto">
          <a:xfrm>
            <a:off x="457200" y="52387"/>
            <a:ext cx="8229600" cy="703262"/>
          </a:xfrm>
          <a:prstGeom prst="rect">
            <a:avLst/>
          </a:prstGeom>
          <a:noFill/>
        </p:spPr>
        <p:txBody>
          <a:bodyPr wrap="none" anchor="ctr" anchorCtr="0"/>
          <a:lstStyle/>
          <a:p>
            <a:pPr>
              <a:defRPr/>
            </a:pPr>
            <a:endParaRPr sz="1400"/>
          </a:p>
        </p:txBody>
      </p:sp>
      <p:sp>
        <p:nvSpPr>
          <p:cNvPr id="1749250443" name="Text Box 2"/>
          <p:cNvSpPr txBox="1">
            <a:spLocks noGrp="1" noChangeShapeType="1"/>
          </p:cNvSpPr>
          <p:nvPr/>
        </p:nvSpPr>
        <p:spPr bwMode="auto">
          <a:xfrm>
            <a:off x="457200" y="685800"/>
            <a:ext cx="8229600" cy="5440361"/>
          </a:xfrm>
          <a:prstGeom prst="rect">
            <a:avLst/>
          </a:prstGeom>
          <a:noFill/>
        </p:spPr>
        <p:txBody>
          <a:bodyPr lIns="91423" tIns="45711" rIns="91423" bIns="45711"/>
          <a:lstStyle>
            <a:lvl1pPr mar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912495" algn="l"/>
                <a:tab pos="1826895" algn="l"/>
                <a:tab pos="2741295" algn="l"/>
                <a:tab pos="3655695" algn="l"/>
                <a:tab pos="4570095" algn="l"/>
                <a:tab pos="5484495" algn="l"/>
                <a:tab pos="6398895" algn="l"/>
                <a:tab pos="7313295" algn="l"/>
                <a:tab pos="8227695" algn="l"/>
                <a:tab pos="9142095" algn="l"/>
                <a:tab pos="10056495" algn="l"/>
              </a:tabLst>
              <a:defRPr lang="en-US" sz="1800" b="0" i="0">
                <a:solidFill>
                  <a:schemeClr val="dk1"/>
                </a:solidFill>
                <a:latin typeface="Arial"/>
                <a:ea typeface="Arial"/>
              </a:defRPr>
            </a:lvl1pPr>
            <a:lvl2pPr marL="455295" indent="4572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912495" algn="l"/>
                <a:tab pos="1826895" algn="l"/>
                <a:tab pos="2741295" algn="l"/>
                <a:tab pos="3655695" algn="l"/>
                <a:tab pos="4570095" algn="l"/>
                <a:tab pos="5484495" algn="l"/>
                <a:tab pos="6398895" algn="l"/>
                <a:tab pos="7313295" algn="l"/>
                <a:tab pos="8227695" algn="l"/>
                <a:tab pos="9142095" algn="l"/>
                <a:tab pos="10056495" algn="l"/>
              </a:tabLst>
              <a:defRPr lang="en-US" sz="1800" b="0" i="0">
                <a:solidFill>
                  <a:schemeClr val="dk1"/>
                </a:solidFill>
                <a:latin typeface="Arial"/>
                <a:ea typeface="Arial"/>
              </a:defRPr>
            </a:lvl2pPr>
            <a:lvl3pPr marL="912495" indent="9144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912495" algn="l"/>
                <a:tab pos="1826895" algn="l"/>
                <a:tab pos="2741295" algn="l"/>
                <a:tab pos="3655695" algn="l"/>
                <a:tab pos="4570095" algn="l"/>
                <a:tab pos="5484495" algn="l"/>
                <a:tab pos="6398895" algn="l"/>
                <a:tab pos="7313295" algn="l"/>
                <a:tab pos="8227695" algn="l"/>
                <a:tab pos="9142095" algn="l"/>
                <a:tab pos="10056495" algn="l"/>
              </a:tabLst>
              <a:defRPr lang="en-US" sz="1800" b="0" i="0">
                <a:solidFill>
                  <a:schemeClr val="dk1"/>
                </a:solidFill>
                <a:latin typeface="Arial"/>
                <a:ea typeface="Arial"/>
              </a:defRPr>
            </a:lvl3pPr>
            <a:lvl4pPr marL="1369695" indent="13716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912495" algn="l"/>
                <a:tab pos="1826895" algn="l"/>
                <a:tab pos="2741295" algn="l"/>
                <a:tab pos="3655695" algn="l"/>
                <a:tab pos="4570095" algn="l"/>
                <a:tab pos="5484495" algn="l"/>
                <a:tab pos="6398895" algn="l"/>
                <a:tab pos="7313295" algn="l"/>
                <a:tab pos="8227695" algn="l"/>
                <a:tab pos="9142095" algn="l"/>
                <a:tab pos="10056495" algn="l"/>
              </a:tabLst>
              <a:defRPr lang="en-US" sz="1800" b="0" i="0">
                <a:solidFill>
                  <a:schemeClr val="dk1"/>
                </a:solidFill>
                <a:latin typeface="Arial"/>
                <a:ea typeface="Arial"/>
              </a:defRPr>
            </a:lvl4pPr>
            <a:lvl5pPr marL="1826895" indent="18288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912495" algn="l"/>
                <a:tab pos="1826895" algn="l"/>
                <a:tab pos="2741295" algn="l"/>
                <a:tab pos="3655695" algn="l"/>
                <a:tab pos="4570095" algn="l"/>
                <a:tab pos="5484495" algn="l"/>
                <a:tab pos="6398895" algn="l"/>
                <a:tab pos="7313295" algn="l"/>
                <a:tab pos="8227695" algn="l"/>
                <a:tab pos="9142095" algn="l"/>
                <a:tab pos="10056495" algn="l"/>
              </a:tabLst>
              <a:defRPr lang="en-US" sz="1800" b="0" i="0">
                <a:solidFill>
                  <a:schemeClr val="dk1"/>
                </a:solidFill>
                <a:latin typeface="Arial"/>
                <a:ea typeface="Arial"/>
              </a:defRPr>
            </a:lvl5pPr>
            <a:lvl6pPr>
              <a:tabLst>
                <a:tab pos="912495" algn="l"/>
                <a:tab pos="1826895" algn="l"/>
                <a:tab pos="2741295" algn="l"/>
                <a:tab pos="3655695" algn="l"/>
                <a:tab pos="4570095" algn="l"/>
                <a:tab pos="5484495" algn="l"/>
                <a:tab pos="6398895" algn="l"/>
                <a:tab pos="7313295" algn="l"/>
                <a:tab pos="8227695" algn="l"/>
                <a:tab pos="9142095" algn="l"/>
                <a:tab pos="10056495" algn="l"/>
              </a:tabLst>
              <a:defRPr lang="en-US" sz="1800"/>
            </a:lvl6pPr>
            <a:lvl7pPr>
              <a:tabLst>
                <a:tab pos="912495" algn="l"/>
                <a:tab pos="1826895" algn="l"/>
                <a:tab pos="2741295" algn="l"/>
                <a:tab pos="3655695" algn="l"/>
                <a:tab pos="4570095" algn="l"/>
                <a:tab pos="5484495" algn="l"/>
                <a:tab pos="6398895" algn="l"/>
                <a:tab pos="7313295" algn="l"/>
                <a:tab pos="8227695" algn="l"/>
                <a:tab pos="9142095" algn="l"/>
                <a:tab pos="10056495" algn="l"/>
              </a:tabLst>
              <a:defRPr lang="en-US" sz="1800"/>
            </a:lvl7pPr>
            <a:lvl8pPr>
              <a:tabLst>
                <a:tab pos="912495" algn="l"/>
                <a:tab pos="1826895" algn="l"/>
                <a:tab pos="2741295" algn="l"/>
                <a:tab pos="3655695" algn="l"/>
                <a:tab pos="4570095" algn="l"/>
                <a:tab pos="5484495" algn="l"/>
                <a:tab pos="6398895" algn="l"/>
                <a:tab pos="7313295" algn="l"/>
                <a:tab pos="8227695" algn="l"/>
                <a:tab pos="9142095" algn="l"/>
                <a:tab pos="10056495" algn="l"/>
              </a:tabLst>
              <a:defRPr lang="en-US" sz="1800"/>
            </a:lvl8pPr>
            <a:lvl9pPr>
              <a:tabLst>
                <a:tab pos="912495" algn="l"/>
                <a:tab pos="1826895" algn="l"/>
                <a:tab pos="2741295" algn="l"/>
                <a:tab pos="3655695" algn="l"/>
                <a:tab pos="4570095" algn="l"/>
                <a:tab pos="5484495" algn="l"/>
                <a:tab pos="6398895" algn="l"/>
                <a:tab pos="7313295" algn="l"/>
                <a:tab pos="8227695" algn="l"/>
                <a:tab pos="9142095" algn="l"/>
                <a:tab pos="10056495" algn="l"/>
              </a:tabLst>
              <a:defRPr lang="en-US" sz="1800"/>
            </a:lvl9pPr>
          </a:lstStyle>
          <a:p>
            <a:pPr marL="342900" lvl="0" indent="-341630" algn="ctr">
              <a:spcBef>
                <a:spcPts val="600"/>
              </a:spcBef>
              <a:buNone/>
              <a:tabLst>
                <a:tab pos="912495" algn="l"/>
                <a:tab pos="1826895" algn="l"/>
                <a:tab pos="2741295" algn="l"/>
                <a:tab pos="3655695" algn="l"/>
                <a:tab pos="4570095" algn="l"/>
                <a:tab pos="5484495" algn="l"/>
                <a:tab pos="6398895" algn="l"/>
                <a:tab pos="7313295" algn="l"/>
                <a:tab pos="8227695" algn="l"/>
                <a:tab pos="9142095" algn="l"/>
                <a:tab pos="10056495" algn="l"/>
              </a:tabLst>
              <a:defRPr/>
            </a:pPr>
            <a:r>
              <a:rPr lang="en-US" sz="2800" b="1" i="0" u="none">
                <a:solidFill>
                  <a:srgbClr val="FFFFFF"/>
                </a:solidFill>
                <a:ea typeface="Microsoft YaHei"/>
              </a:rPr>
              <a:t>FOR OUR SAKE HE WAS CRUCIFIED </a:t>
            </a:r>
            <a:endParaRPr lang="en-US" sz="2800" b="1" i="0" u="none">
              <a:solidFill>
                <a:srgbClr val="FFFFFF"/>
              </a:solidFill>
              <a:ea typeface="Microsoft YaHei"/>
            </a:endParaRPr>
          </a:p>
          <a:p>
            <a:pPr marL="342900" lvl="0" indent="-341630" algn="ctr">
              <a:spcBef>
                <a:spcPts val="600"/>
              </a:spcBef>
              <a:buNone/>
              <a:tabLst>
                <a:tab pos="912495" algn="l"/>
                <a:tab pos="1826895" algn="l"/>
                <a:tab pos="2741295" algn="l"/>
                <a:tab pos="3655695" algn="l"/>
                <a:tab pos="4570095" algn="l"/>
                <a:tab pos="5484495" algn="l"/>
                <a:tab pos="6398895" algn="l"/>
                <a:tab pos="7313295" algn="l"/>
                <a:tab pos="8227695" algn="l"/>
                <a:tab pos="9142095" algn="l"/>
                <a:tab pos="10056495" algn="l"/>
              </a:tabLst>
              <a:defRPr/>
            </a:pPr>
            <a:r>
              <a:rPr lang="en-US" sz="2800" b="1" i="0" u="none">
                <a:solidFill>
                  <a:srgbClr val="FFFFFF"/>
                </a:solidFill>
                <a:ea typeface="Microsoft YaHei"/>
              </a:rPr>
              <a:t>UNDER PONTIUS PILATE</a:t>
            </a:r>
            <a:endParaRPr lang="en-US" sz="2800" b="1" i="0" u="none">
              <a:solidFill>
                <a:srgbClr val="FFFFFF"/>
              </a:solidFill>
              <a:ea typeface="Microsoft YaHei"/>
            </a:endParaRPr>
          </a:p>
          <a:p>
            <a:pPr marL="342900" lvl="0" indent="-341630" algn="ctr">
              <a:spcBef>
                <a:spcPts val="600"/>
              </a:spcBef>
              <a:buNone/>
              <a:tabLst>
                <a:tab pos="912495" algn="l"/>
                <a:tab pos="1826895" algn="l"/>
                <a:tab pos="2741295" algn="l"/>
                <a:tab pos="3655695" algn="l"/>
                <a:tab pos="4570095" algn="l"/>
                <a:tab pos="5484495" algn="l"/>
                <a:tab pos="6398895" algn="l"/>
                <a:tab pos="7313295" algn="l"/>
                <a:tab pos="8227695" algn="l"/>
                <a:tab pos="9142095" algn="l"/>
                <a:tab pos="10056495" algn="l"/>
              </a:tabLst>
              <a:defRPr/>
            </a:pPr>
            <a:r>
              <a:rPr lang="en-US" sz="2800" b="1" i="0" u="none">
                <a:solidFill>
                  <a:srgbClr val="FFFFFF"/>
                </a:solidFill>
                <a:ea typeface="Microsoft YaHei"/>
              </a:rPr>
              <a:t>HE SUFFERED DEATH AND WAS BURIED</a:t>
            </a:r>
            <a:endParaRPr lang="en-US" sz="2800" b="1" i="0" u="none">
              <a:solidFill>
                <a:srgbClr val="FFFFFF"/>
              </a:solidFill>
              <a:ea typeface="Microsoft YaHei"/>
            </a:endParaRPr>
          </a:p>
          <a:p>
            <a:pPr marL="342900" lvl="0" indent="-341630" algn="ctr">
              <a:spcBef>
                <a:spcPts val="600"/>
              </a:spcBef>
              <a:buNone/>
              <a:tabLst>
                <a:tab pos="912495" algn="l"/>
                <a:tab pos="1826895" algn="l"/>
                <a:tab pos="2741295" algn="l"/>
                <a:tab pos="3655695" algn="l"/>
                <a:tab pos="4570095" algn="l"/>
                <a:tab pos="5484495" algn="l"/>
                <a:tab pos="6398895" algn="l"/>
                <a:tab pos="7313295" algn="l"/>
                <a:tab pos="8227695" algn="l"/>
                <a:tab pos="9142095" algn="l"/>
                <a:tab pos="10056495" algn="l"/>
              </a:tabLst>
              <a:defRPr/>
            </a:pPr>
            <a:r>
              <a:rPr lang="en-US" sz="2800" b="1" i="0" u="none">
                <a:solidFill>
                  <a:srgbClr val="FFFFFF"/>
                </a:solidFill>
                <a:ea typeface="Microsoft YaHei"/>
              </a:rPr>
              <a:t>AND ROSE AGAIN THE THIRD DAY</a:t>
            </a:r>
            <a:endParaRPr lang="en-US" sz="2800" b="1" i="0" u="none">
              <a:solidFill>
                <a:srgbClr val="FFFFFF"/>
              </a:solidFill>
              <a:ea typeface="Microsoft YaHei"/>
            </a:endParaRPr>
          </a:p>
          <a:p>
            <a:pPr marL="342900" lvl="0" indent="-341630" algn="ctr">
              <a:spcBef>
                <a:spcPts val="600"/>
              </a:spcBef>
              <a:buNone/>
              <a:tabLst>
                <a:tab pos="912495" algn="l"/>
                <a:tab pos="1826895" algn="l"/>
                <a:tab pos="2741295" algn="l"/>
                <a:tab pos="3655695" algn="l"/>
                <a:tab pos="4570095" algn="l"/>
                <a:tab pos="5484495" algn="l"/>
                <a:tab pos="6398895" algn="l"/>
                <a:tab pos="7313295" algn="l"/>
                <a:tab pos="8227695" algn="l"/>
                <a:tab pos="9142095" algn="l"/>
                <a:tab pos="10056495" algn="l"/>
              </a:tabLst>
              <a:defRPr/>
            </a:pPr>
            <a:r>
              <a:rPr lang="en-US" sz="2800" b="1" i="0" u="none">
                <a:solidFill>
                  <a:srgbClr val="FFFFFF"/>
                </a:solidFill>
                <a:ea typeface="Microsoft YaHei"/>
              </a:rPr>
              <a:t>IN ACCORDANCE WITH THE SCRIPTURES</a:t>
            </a:r>
            <a:endParaRPr lang="en-US" sz="2800" b="1" i="0" u="none">
              <a:solidFill>
                <a:srgbClr val="FFFFFF"/>
              </a:solidFill>
              <a:ea typeface="Microsoft YaHe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5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61991213" name="Text Box 1"/>
          <p:cNvSpPr txBox="1">
            <a:spLocks noGrp="1" noChangeShapeType="1"/>
          </p:cNvSpPr>
          <p:nvPr/>
        </p:nvSpPr>
        <p:spPr bwMode="auto">
          <a:xfrm>
            <a:off x="457200" y="52387"/>
            <a:ext cx="8229600" cy="703262"/>
          </a:xfrm>
          <a:prstGeom prst="rect">
            <a:avLst/>
          </a:prstGeom>
          <a:noFill/>
        </p:spPr>
        <p:txBody>
          <a:bodyPr wrap="none" anchor="ctr" anchorCtr="0"/>
          <a:lstStyle/>
          <a:p>
            <a:pPr>
              <a:defRPr/>
            </a:pPr>
            <a:endParaRPr sz="1400"/>
          </a:p>
        </p:txBody>
      </p:sp>
      <p:sp>
        <p:nvSpPr>
          <p:cNvPr id="918556525" name="Text Box 2"/>
          <p:cNvSpPr txBox="1">
            <a:spLocks noGrp="1" noChangeShapeType="1"/>
          </p:cNvSpPr>
          <p:nvPr/>
        </p:nvSpPr>
        <p:spPr bwMode="auto">
          <a:xfrm>
            <a:off x="457200" y="685800"/>
            <a:ext cx="8229600" cy="5440361"/>
          </a:xfrm>
          <a:prstGeom prst="rect">
            <a:avLst/>
          </a:prstGeom>
          <a:noFill/>
        </p:spPr>
        <p:txBody>
          <a:bodyPr lIns="91423" tIns="45711" rIns="91423" bIns="45711"/>
          <a:lstStyle>
            <a:lvl1pPr mar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912495" algn="l"/>
                <a:tab pos="1826895" algn="l"/>
                <a:tab pos="2741295" algn="l"/>
                <a:tab pos="3655695" algn="l"/>
                <a:tab pos="4570095" algn="l"/>
                <a:tab pos="5484495" algn="l"/>
                <a:tab pos="6398895" algn="l"/>
                <a:tab pos="7313295" algn="l"/>
                <a:tab pos="8227695" algn="l"/>
                <a:tab pos="9142095" algn="l"/>
                <a:tab pos="10056495" algn="l"/>
              </a:tabLst>
              <a:defRPr lang="en-US" sz="1800" b="0" i="0">
                <a:solidFill>
                  <a:schemeClr val="dk1"/>
                </a:solidFill>
                <a:latin typeface="Arial"/>
                <a:ea typeface="Arial"/>
              </a:defRPr>
            </a:lvl1pPr>
            <a:lvl2pPr marL="455295" indent="4572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912495" algn="l"/>
                <a:tab pos="1826895" algn="l"/>
                <a:tab pos="2741295" algn="l"/>
                <a:tab pos="3655695" algn="l"/>
                <a:tab pos="4570095" algn="l"/>
                <a:tab pos="5484495" algn="l"/>
                <a:tab pos="6398895" algn="l"/>
                <a:tab pos="7313295" algn="l"/>
                <a:tab pos="8227695" algn="l"/>
                <a:tab pos="9142095" algn="l"/>
                <a:tab pos="10056495" algn="l"/>
              </a:tabLst>
              <a:defRPr lang="en-US" sz="1800" b="0" i="0">
                <a:solidFill>
                  <a:schemeClr val="dk1"/>
                </a:solidFill>
                <a:latin typeface="Arial"/>
                <a:ea typeface="Arial"/>
              </a:defRPr>
            </a:lvl2pPr>
            <a:lvl3pPr marL="912495" indent="9144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912495" algn="l"/>
                <a:tab pos="1826895" algn="l"/>
                <a:tab pos="2741295" algn="l"/>
                <a:tab pos="3655695" algn="l"/>
                <a:tab pos="4570095" algn="l"/>
                <a:tab pos="5484495" algn="l"/>
                <a:tab pos="6398895" algn="l"/>
                <a:tab pos="7313295" algn="l"/>
                <a:tab pos="8227695" algn="l"/>
                <a:tab pos="9142095" algn="l"/>
                <a:tab pos="10056495" algn="l"/>
              </a:tabLst>
              <a:defRPr lang="en-US" sz="1800" b="0" i="0">
                <a:solidFill>
                  <a:schemeClr val="dk1"/>
                </a:solidFill>
                <a:latin typeface="Arial"/>
                <a:ea typeface="Arial"/>
              </a:defRPr>
            </a:lvl3pPr>
            <a:lvl4pPr marL="1369695" indent="13716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912495" algn="l"/>
                <a:tab pos="1826895" algn="l"/>
                <a:tab pos="2741295" algn="l"/>
                <a:tab pos="3655695" algn="l"/>
                <a:tab pos="4570095" algn="l"/>
                <a:tab pos="5484495" algn="l"/>
                <a:tab pos="6398895" algn="l"/>
                <a:tab pos="7313295" algn="l"/>
                <a:tab pos="8227695" algn="l"/>
                <a:tab pos="9142095" algn="l"/>
                <a:tab pos="10056495" algn="l"/>
              </a:tabLst>
              <a:defRPr lang="en-US" sz="1800" b="0" i="0">
                <a:solidFill>
                  <a:schemeClr val="dk1"/>
                </a:solidFill>
                <a:latin typeface="Arial"/>
                <a:ea typeface="Arial"/>
              </a:defRPr>
            </a:lvl4pPr>
            <a:lvl5pPr marL="1826895" indent="18288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912495" algn="l"/>
                <a:tab pos="1826895" algn="l"/>
                <a:tab pos="2741295" algn="l"/>
                <a:tab pos="3655695" algn="l"/>
                <a:tab pos="4570095" algn="l"/>
                <a:tab pos="5484495" algn="l"/>
                <a:tab pos="6398895" algn="l"/>
                <a:tab pos="7313295" algn="l"/>
                <a:tab pos="8227695" algn="l"/>
                <a:tab pos="9142095" algn="l"/>
                <a:tab pos="10056495" algn="l"/>
              </a:tabLst>
              <a:defRPr lang="en-US" sz="1800" b="0" i="0">
                <a:solidFill>
                  <a:schemeClr val="dk1"/>
                </a:solidFill>
                <a:latin typeface="Arial"/>
                <a:ea typeface="Arial"/>
              </a:defRPr>
            </a:lvl5pPr>
            <a:lvl6pPr>
              <a:tabLst>
                <a:tab pos="912495" algn="l"/>
                <a:tab pos="1826895" algn="l"/>
                <a:tab pos="2741295" algn="l"/>
                <a:tab pos="3655695" algn="l"/>
                <a:tab pos="4570095" algn="l"/>
                <a:tab pos="5484495" algn="l"/>
                <a:tab pos="6398895" algn="l"/>
                <a:tab pos="7313295" algn="l"/>
                <a:tab pos="8227695" algn="l"/>
                <a:tab pos="9142095" algn="l"/>
                <a:tab pos="10056495" algn="l"/>
              </a:tabLst>
              <a:defRPr lang="en-US" sz="1800"/>
            </a:lvl6pPr>
            <a:lvl7pPr>
              <a:tabLst>
                <a:tab pos="912495" algn="l"/>
                <a:tab pos="1826895" algn="l"/>
                <a:tab pos="2741295" algn="l"/>
                <a:tab pos="3655695" algn="l"/>
                <a:tab pos="4570095" algn="l"/>
                <a:tab pos="5484495" algn="l"/>
                <a:tab pos="6398895" algn="l"/>
                <a:tab pos="7313295" algn="l"/>
                <a:tab pos="8227695" algn="l"/>
                <a:tab pos="9142095" algn="l"/>
                <a:tab pos="10056495" algn="l"/>
              </a:tabLst>
              <a:defRPr lang="en-US" sz="1800"/>
            </a:lvl7pPr>
            <a:lvl8pPr>
              <a:tabLst>
                <a:tab pos="912495" algn="l"/>
                <a:tab pos="1826895" algn="l"/>
                <a:tab pos="2741295" algn="l"/>
                <a:tab pos="3655695" algn="l"/>
                <a:tab pos="4570095" algn="l"/>
                <a:tab pos="5484495" algn="l"/>
                <a:tab pos="6398895" algn="l"/>
                <a:tab pos="7313295" algn="l"/>
                <a:tab pos="8227695" algn="l"/>
                <a:tab pos="9142095" algn="l"/>
                <a:tab pos="10056495" algn="l"/>
              </a:tabLst>
              <a:defRPr lang="en-US" sz="1800"/>
            </a:lvl8pPr>
            <a:lvl9pPr>
              <a:tabLst>
                <a:tab pos="912495" algn="l"/>
                <a:tab pos="1826895" algn="l"/>
                <a:tab pos="2741295" algn="l"/>
                <a:tab pos="3655695" algn="l"/>
                <a:tab pos="4570095" algn="l"/>
                <a:tab pos="5484495" algn="l"/>
                <a:tab pos="6398895" algn="l"/>
                <a:tab pos="7313295" algn="l"/>
                <a:tab pos="8227695" algn="l"/>
                <a:tab pos="9142095" algn="l"/>
                <a:tab pos="10056495" algn="l"/>
              </a:tabLst>
              <a:defRPr lang="en-US" sz="1800"/>
            </a:lvl9pPr>
          </a:lstStyle>
          <a:p>
            <a:pPr marL="342900" lvl="0" indent="-341630" algn="ctr">
              <a:spcBef>
                <a:spcPts val="600"/>
              </a:spcBef>
              <a:buNone/>
              <a:tabLst>
                <a:tab pos="912495" algn="l"/>
                <a:tab pos="1826895" algn="l"/>
                <a:tab pos="2741295" algn="l"/>
                <a:tab pos="3655695" algn="l"/>
                <a:tab pos="4570095" algn="l"/>
                <a:tab pos="5484495" algn="l"/>
                <a:tab pos="6398895" algn="l"/>
                <a:tab pos="7313295" algn="l"/>
                <a:tab pos="8227695" algn="l"/>
                <a:tab pos="9142095" algn="l"/>
                <a:tab pos="10056495" algn="l"/>
              </a:tabLst>
              <a:defRPr/>
            </a:pPr>
            <a:r>
              <a:rPr lang="en-US" sz="2800" b="1" i="0" u="none">
                <a:solidFill>
                  <a:srgbClr val="FFFFFF"/>
                </a:solidFill>
                <a:ea typeface="Microsoft YaHei"/>
              </a:rPr>
              <a:t>HE ASCENDED INTO HEAVEN</a:t>
            </a:r>
            <a:endParaRPr lang="en-US" sz="2800" b="1" i="0" u="none">
              <a:solidFill>
                <a:srgbClr val="FFFFFF"/>
              </a:solidFill>
              <a:ea typeface="Microsoft YaHei"/>
            </a:endParaRPr>
          </a:p>
          <a:p>
            <a:pPr marL="342900" lvl="0" indent="-341630" algn="ctr">
              <a:spcBef>
                <a:spcPts val="600"/>
              </a:spcBef>
              <a:buNone/>
              <a:tabLst>
                <a:tab pos="912495" algn="l"/>
                <a:tab pos="1826895" algn="l"/>
                <a:tab pos="2741295" algn="l"/>
                <a:tab pos="3655695" algn="l"/>
                <a:tab pos="4570095" algn="l"/>
                <a:tab pos="5484495" algn="l"/>
                <a:tab pos="6398895" algn="l"/>
                <a:tab pos="7313295" algn="l"/>
                <a:tab pos="8227695" algn="l"/>
                <a:tab pos="9142095" algn="l"/>
                <a:tab pos="10056495" algn="l"/>
              </a:tabLst>
              <a:defRPr/>
            </a:pPr>
            <a:r>
              <a:rPr lang="en-US" sz="2800" b="1" i="0" u="none">
                <a:solidFill>
                  <a:srgbClr val="FFFFFF"/>
                </a:solidFill>
                <a:ea typeface="Microsoft YaHei"/>
              </a:rPr>
              <a:t>AND IS SEATED AT THE RIGHT HAND </a:t>
            </a:r>
            <a:endParaRPr lang="en-US" sz="2800" b="1" i="0" u="none">
              <a:solidFill>
                <a:srgbClr val="FFFFFF"/>
              </a:solidFill>
              <a:ea typeface="Microsoft YaHei"/>
            </a:endParaRPr>
          </a:p>
          <a:p>
            <a:pPr marL="342900" lvl="0" indent="-341630" algn="ctr">
              <a:spcBef>
                <a:spcPts val="600"/>
              </a:spcBef>
              <a:buNone/>
              <a:tabLst>
                <a:tab pos="912495" algn="l"/>
                <a:tab pos="1826895" algn="l"/>
                <a:tab pos="2741295" algn="l"/>
                <a:tab pos="3655695" algn="l"/>
                <a:tab pos="4570095" algn="l"/>
                <a:tab pos="5484495" algn="l"/>
                <a:tab pos="6398895" algn="l"/>
                <a:tab pos="7313295" algn="l"/>
                <a:tab pos="8227695" algn="l"/>
                <a:tab pos="9142095" algn="l"/>
                <a:tab pos="10056495" algn="l"/>
              </a:tabLst>
              <a:defRPr/>
            </a:pPr>
            <a:r>
              <a:rPr lang="en-US" sz="2800" b="1" i="0" u="none">
                <a:solidFill>
                  <a:srgbClr val="FFFFFF"/>
                </a:solidFill>
                <a:ea typeface="Microsoft YaHei"/>
              </a:rPr>
              <a:t>OF THE FATHER</a:t>
            </a:r>
            <a:endParaRPr lang="en-US" sz="2800" b="1" i="0" u="none">
              <a:solidFill>
                <a:srgbClr val="FFFFFF"/>
              </a:solidFill>
              <a:ea typeface="Microsoft YaHei"/>
            </a:endParaRPr>
          </a:p>
          <a:p>
            <a:pPr marL="342900" lvl="0" indent="-341630" algn="ctr">
              <a:spcBef>
                <a:spcPts val="600"/>
              </a:spcBef>
              <a:buNone/>
              <a:tabLst>
                <a:tab pos="912495" algn="l"/>
                <a:tab pos="1826895" algn="l"/>
                <a:tab pos="2741295" algn="l"/>
                <a:tab pos="3655695" algn="l"/>
                <a:tab pos="4570095" algn="l"/>
                <a:tab pos="5484495" algn="l"/>
                <a:tab pos="6398895" algn="l"/>
                <a:tab pos="7313295" algn="l"/>
                <a:tab pos="8227695" algn="l"/>
                <a:tab pos="9142095" algn="l"/>
                <a:tab pos="10056495" algn="l"/>
              </a:tabLst>
              <a:defRPr/>
            </a:pPr>
            <a:r>
              <a:rPr lang="en-US" sz="2800" b="1" i="0" u="none">
                <a:solidFill>
                  <a:srgbClr val="FFFFFF"/>
                </a:solidFill>
                <a:ea typeface="Microsoft YaHei"/>
              </a:rPr>
              <a:t>HE WILL COME AGAIN IN GLORY </a:t>
            </a:r>
            <a:endParaRPr lang="en-US" sz="2800" b="1" i="0" u="none">
              <a:solidFill>
                <a:srgbClr val="FFFFFF"/>
              </a:solidFill>
              <a:ea typeface="Microsoft YaHei"/>
            </a:endParaRPr>
          </a:p>
          <a:p>
            <a:pPr marL="342900" lvl="0" indent="-341630" algn="ctr">
              <a:spcBef>
                <a:spcPts val="600"/>
              </a:spcBef>
              <a:buNone/>
              <a:tabLst>
                <a:tab pos="912495" algn="l"/>
                <a:tab pos="1826895" algn="l"/>
                <a:tab pos="2741295" algn="l"/>
                <a:tab pos="3655695" algn="l"/>
                <a:tab pos="4570095" algn="l"/>
                <a:tab pos="5484495" algn="l"/>
                <a:tab pos="6398895" algn="l"/>
                <a:tab pos="7313295" algn="l"/>
                <a:tab pos="8227695" algn="l"/>
                <a:tab pos="9142095" algn="l"/>
                <a:tab pos="10056495" algn="l"/>
              </a:tabLst>
              <a:defRPr/>
            </a:pPr>
            <a:r>
              <a:rPr lang="en-US" sz="2800" b="1" i="0" u="none">
                <a:solidFill>
                  <a:srgbClr val="FFFFFF"/>
                </a:solidFill>
                <a:ea typeface="Microsoft YaHei"/>
              </a:rPr>
              <a:t>TO JUDGE THE LIVING AND THE DEAD</a:t>
            </a:r>
            <a:endParaRPr lang="en-US" sz="2800" b="1" i="0" u="none">
              <a:solidFill>
                <a:srgbClr val="FFFFFF"/>
              </a:solidFill>
              <a:ea typeface="Microsoft YaHei"/>
            </a:endParaRPr>
          </a:p>
          <a:p>
            <a:pPr marL="342900" lvl="0" indent="-341630" algn="ctr">
              <a:spcBef>
                <a:spcPts val="600"/>
              </a:spcBef>
              <a:buNone/>
              <a:tabLst>
                <a:tab pos="912495" algn="l"/>
                <a:tab pos="1826895" algn="l"/>
                <a:tab pos="2741295" algn="l"/>
                <a:tab pos="3655695" algn="l"/>
                <a:tab pos="4570095" algn="l"/>
                <a:tab pos="5484495" algn="l"/>
                <a:tab pos="6398895" algn="l"/>
                <a:tab pos="7313295" algn="l"/>
                <a:tab pos="8227695" algn="l"/>
                <a:tab pos="9142095" algn="l"/>
                <a:tab pos="10056495" algn="l"/>
              </a:tabLst>
              <a:defRPr/>
            </a:pPr>
            <a:r>
              <a:rPr lang="en-US" sz="2800" b="1" i="0" u="none">
                <a:solidFill>
                  <a:srgbClr val="FFFFFF"/>
                </a:solidFill>
                <a:ea typeface="Microsoft YaHei"/>
              </a:rPr>
              <a:t>AND HIS KINGDOM WILL HAVE NO END</a:t>
            </a:r>
            <a:endParaRPr lang="en-US" sz="2800" b="1" i="0" u="none">
              <a:solidFill>
                <a:srgbClr val="FFFFFF"/>
              </a:solidFill>
              <a:ea typeface="Microsoft YaHe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5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66363880" name="Text Box 1"/>
          <p:cNvSpPr txBox="1">
            <a:spLocks noGrp="1" noChangeShapeType="1"/>
          </p:cNvSpPr>
          <p:nvPr/>
        </p:nvSpPr>
        <p:spPr bwMode="auto">
          <a:xfrm>
            <a:off x="457200" y="52387"/>
            <a:ext cx="8229600" cy="703262"/>
          </a:xfrm>
          <a:prstGeom prst="rect">
            <a:avLst/>
          </a:prstGeom>
          <a:noFill/>
        </p:spPr>
        <p:txBody>
          <a:bodyPr wrap="none" anchor="ctr" anchorCtr="0"/>
          <a:lstStyle/>
          <a:p>
            <a:pPr>
              <a:defRPr/>
            </a:pPr>
            <a:endParaRPr sz="1400"/>
          </a:p>
        </p:txBody>
      </p:sp>
      <p:sp>
        <p:nvSpPr>
          <p:cNvPr id="666224017" name="Text Box 2"/>
          <p:cNvSpPr txBox="1">
            <a:spLocks noGrp="1" noChangeShapeType="1"/>
          </p:cNvSpPr>
          <p:nvPr/>
        </p:nvSpPr>
        <p:spPr bwMode="auto">
          <a:xfrm>
            <a:off x="457200" y="685800"/>
            <a:ext cx="8229600" cy="5440361"/>
          </a:xfrm>
          <a:prstGeom prst="rect">
            <a:avLst/>
          </a:prstGeom>
          <a:noFill/>
        </p:spPr>
        <p:txBody>
          <a:bodyPr lIns="91423" tIns="45711" rIns="91423" bIns="45711"/>
          <a:lstStyle>
            <a:lvl1pPr mar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912495" algn="l"/>
                <a:tab pos="1826895" algn="l"/>
                <a:tab pos="2741295" algn="l"/>
                <a:tab pos="3655695" algn="l"/>
                <a:tab pos="4570095" algn="l"/>
                <a:tab pos="5484495" algn="l"/>
                <a:tab pos="6398895" algn="l"/>
                <a:tab pos="7313295" algn="l"/>
                <a:tab pos="8227695" algn="l"/>
                <a:tab pos="9142095" algn="l"/>
                <a:tab pos="10056495" algn="l"/>
              </a:tabLst>
              <a:defRPr lang="en-US" sz="1800" b="0" i="0">
                <a:solidFill>
                  <a:schemeClr val="dk1"/>
                </a:solidFill>
                <a:latin typeface="Arial"/>
                <a:ea typeface="Arial"/>
              </a:defRPr>
            </a:lvl1pPr>
            <a:lvl2pPr marL="455295" indent="4572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912495" algn="l"/>
                <a:tab pos="1826895" algn="l"/>
                <a:tab pos="2741295" algn="l"/>
                <a:tab pos="3655695" algn="l"/>
                <a:tab pos="4570095" algn="l"/>
                <a:tab pos="5484495" algn="l"/>
                <a:tab pos="6398895" algn="l"/>
                <a:tab pos="7313295" algn="l"/>
                <a:tab pos="8227695" algn="l"/>
                <a:tab pos="9142095" algn="l"/>
                <a:tab pos="10056495" algn="l"/>
              </a:tabLst>
              <a:defRPr lang="en-US" sz="1800" b="0" i="0">
                <a:solidFill>
                  <a:schemeClr val="dk1"/>
                </a:solidFill>
                <a:latin typeface="Arial"/>
                <a:ea typeface="Arial"/>
              </a:defRPr>
            </a:lvl2pPr>
            <a:lvl3pPr marL="912495" indent="9144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912495" algn="l"/>
                <a:tab pos="1826895" algn="l"/>
                <a:tab pos="2741295" algn="l"/>
                <a:tab pos="3655695" algn="l"/>
                <a:tab pos="4570095" algn="l"/>
                <a:tab pos="5484495" algn="l"/>
                <a:tab pos="6398895" algn="l"/>
                <a:tab pos="7313295" algn="l"/>
                <a:tab pos="8227695" algn="l"/>
                <a:tab pos="9142095" algn="l"/>
                <a:tab pos="10056495" algn="l"/>
              </a:tabLst>
              <a:defRPr lang="en-US" sz="1800" b="0" i="0">
                <a:solidFill>
                  <a:schemeClr val="dk1"/>
                </a:solidFill>
                <a:latin typeface="Arial"/>
                <a:ea typeface="Arial"/>
              </a:defRPr>
            </a:lvl3pPr>
            <a:lvl4pPr marL="1369695" indent="13716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912495" algn="l"/>
                <a:tab pos="1826895" algn="l"/>
                <a:tab pos="2741295" algn="l"/>
                <a:tab pos="3655695" algn="l"/>
                <a:tab pos="4570095" algn="l"/>
                <a:tab pos="5484495" algn="l"/>
                <a:tab pos="6398895" algn="l"/>
                <a:tab pos="7313295" algn="l"/>
                <a:tab pos="8227695" algn="l"/>
                <a:tab pos="9142095" algn="l"/>
                <a:tab pos="10056495" algn="l"/>
              </a:tabLst>
              <a:defRPr lang="en-US" sz="1800" b="0" i="0">
                <a:solidFill>
                  <a:schemeClr val="dk1"/>
                </a:solidFill>
                <a:latin typeface="Arial"/>
                <a:ea typeface="Arial"/>
              </a:defRPr>
            </a:lvl4pPr>
            <a:lvl5pPr marL="1826895" indent="18288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912495" algn="l"/>
                <a:tab pos="1826895" algn="l"/>
                <a:tab pos="2741295" algn="l"/>
                <a:tab pos="3655695" algn="l"/>
                <a:tab pos="4570095" algn="l"/>
                <a:tab pos="5484495" algn="l"/>
                <a:tab pos="6398895" algn="l"/>
                <a:tab pos="7313295" algn="l"/>
                <a:tab pos="8227695" algn="l"/>
                <a:tab pos="9142095" algn="l"/>
                <a:tab pos="10056495" algn="l"/>
              </a:tabLst>
              <a:defRPr lang="en-US" sz="1800" b="0" i="0">
                <a:solidFill>
                  <a:schemeClr val="dk1"/>
                </a:solidFill>
                <a:latin typeface="Arial"/>
                <a:ea typeface="Arial"/>
              </a:defRPr>
            </a:lvl5pPr>
            <a:lvl6pPr>
              <a:tabLst>
                <a:tab pos="912495" algn="l"/>
                <a:tab pos="1826895" algn="l"/>
                <a:tab pos="2741295" algn="l"/>
                <a:tab pos="3655695" algn="l"/>
                <a:tab pos="4570095" algn="l"/>
                <a:tab pos="5484495" algn="l"/>
                <a:tab pos="6398895" algn="l"/>
                <a:tab pos="7313295" algn="l"/>
                <a:tab pos="8227695" algn="l"/>
                <a:tab pos="9142095" algn="l"/>
                <a:tab pos="10056495" algn="l"/>
              </a:tabLst>
              <a:defRPr lang="en-US" sz="1800"/>
            </a:lvl6pPr>
            <a:lvl7pPr>
              <a:tabLst>
                <a:tab pos="912495" algn="l"/>
                <a:tab pos="1826895" algn="l"/>
                <a:tab pos="2741295" algn="l"/>
                <a:tab pos="3655695" algn="l"/>
                <a:tab pos="4570095" algn="l"/>
                <a:tab pos="5484495" algn="l"/>
                <a:tab pos="6398895" algn="l"/>
                <a:tab pos="7313295" algn="l"/>
                <a:tab pos="8227695" algn="l"/>
                <a:tab pos="9142095" algn="l"/>
                <a:tab pos="10056495" algn="l"/>
              </a:tabLst>
              <a:defRPr lang="en-US" sz="1800"/>
            </a:lvl7pPr>
            <a:lvl8pPr>
              <a:tabLst>
                <a:tab pos="912495" algn="l"/>
                <a:tab pos="1826895" algn="l"/>
                <a:tab pos="2741295" algn="l"/>
                <a:tab pos="3655695" algn="l"/>
                <a:tab pos="4570095" algn="l"/>
                <a:tab pos="5484495" algn="l"/>
                <a:tab pos="6398895" algn="l"/>
                <a:tab pos="7313295" algn="l"/>
                <a:tab pos="8227695" algn="l"/>
                <a:tab pos="9142095" algn="l"/>
                <a:tab pos="10056495" algn="l"/>
              </a:tabLst>
              <a:defRPr lang="en-US" sz="1800"/>
            </a:lvl8pPr>
            <a:lvl9pPr>
              <a:tabLst>
                <a:tab pos="912495" algn="l"/>
                <a:tab pos="1826895" algn="l"/>
                <a:tab pos="2741295" algn="l"/>
                <a:tab pos="3655695" algn="l"/>
                <a:tab pos="4570095" algn="l"/>
                <a:tab pos="5484495" algn="l"/>
                <a:tab pos="6398895" algn="l"/>
                <a:tab pos="7313295" algn="l"/>
                <a:tab pos="8227695" algn="l"/>
                <a:tab pos="9142095" algn="l"/>
                <a:tab pos="10056495" algn="l"/>
              </a:tabLst>
              <a:defRPr lang="en-US" sz="1800"/>
            </a:lvl9pPr>
          </a:lstStyle>
          <a:p>
            <a:pPr marL="342900" lvl="0" indent="-341630" algn="ctr">
              <a:spcBef>
                <a:spcPts val="600"/>
              </a:spcBef>
              <a:buNone/>
              <a:tabLst>
                <a:tab pos="912495" algn="l"/>
                <a:tab pos="1826895" algn="l"/>
                <a:tab pos="2741295" algn="l"/>
                <a:tab pos="3655695" algn="l"/>
                <a:tab pos="4570095" algn="l"/>
                <a:tab pos="5484495" algn="l"/>
                <a:tab pos="6398895" algn="l"/>
                <a:tab pos="7313295" algn="l"/>
                <a:tab pos="8227695" algn="l"/>
                <a:tab pos="9142095" algn="l"/>
                <a:tab pos="10056495" algn="l"/>
              </a:tabLst>
              <a:defRPr/>
            </a:pPr>
            <a:r>
              <a:rPr lang="en-US" sz="2800" b="1" i="0" u="none">
                <a:solidFill>
                  <a:srgbClr val="FFFFFF"/>
                </a:solidFill>
                <a:ea typeface="Microsoft YaHei"/>
              </a:rPr>
              <a:t>I BELIEVE IN THE HOLY SPIRIT</a:t>
            </a:r>
            <a:endParaRPr lang="en-US" sz="2800" b="1" i="0" u="none">
              <a:solidFill>
                <a:srgbClr val="FFFFFF"/>
              </a:solidFill>
              <a:ea typeface="Microsoft YaHei"/>
            </a:endParaRPr>
          </a:p>
          <a:p>
            <a:pPr marL="342900" lvl="0" indent="-341630" algn="ctr">
              <a:spcBef>
                <a:spcPts val="600"/>
              </a:spcBef>
              <a:buNone/>
              <a:tabLst>
                <a:tab pos="912495" algn="l"/>
                <a:tab pos="1826895" algn="l"/>
                <a:tab pos="2741295" algn="l"/>
                <a:tab pos="3655695" algn="l"/>
                <a:tab pos="4570095" algn="l"/>
                <a:tab pos="5484495" algn="l"/>
                <a:tab pos="6398895" algn="l"/>
                <a:tab pos="7313295" algn="l"/>
                <a:tab pos="8227695" algn="l"/>
                <a:tab pos="9142095" algn="l"/>
                <a:tab pos="10056495" algn="l"/>
              </a:tabLst>
              <a:defRPr/>
            </a:pPr>
            <a:r>
              <a:rPr lang="en-US" sz="2800" b="1" i="0" u="none">
                <a:solidFill>
                  <a:srgbClr val="FFFFFF"/>
                </a:solidFill>
                <a:ea typeface="Microsoft YaHei"/>
              </a:rPr>
              <a:t>THE LORD, THE GIVER OF LIFE</a:t>
            </a:r>
            <a:endParaRPr lang="en-US" sz="2800" b="1" i="0" u="none">
              <a:solidFill>
                <a:srgbClr val="FFFFFF"/>
              </a:solidFill>
              <a:ea typeface="Microsoft YaHei"/>
            </a:endParaRPr>
          </a:p>
          <a:p>
            <a:pPr marL="342900" lvl="0" indent="-341630" algn="ctr">
              <a:spcBef>
                <a:spcPts val="600"/>
              </a:spcBef>
              <a:buNone/>
              <a:tabLst>
                <a:tab pos="912495" algn="l"/>
                <a:tab pos="1826895" algn="l"/>
                <a:tab pos="2741295" algn="l"/>
                <a:tab pos="3655695" algn="l"/>
                <a:tab pos="4570095" algn="l"/>
                <a:tab pos="5484495" algn="l"/>
                <a:tab pos="6398895" algn="l"/>
                <a:tab pos="7313295" algn="l"/>
                <a:tab pos="8227695" algn="l"/>
                <a:tab pos="9142095" algn="l"/>
                <a:tab pos="10056495" algn="l"/>
              </a:tabLst>
              <a:defRPr/>
            </a:pPr>
            <a:r>
              <a:rPr lang="en-US" sz="2800" b="1" i="0" u="none">
                <a:solidFill>
                  <a:srgbClr val="FFFFFF"/>
                </a:solidFill>
                <a:ea typeface="Microsoft YaHei"/>
              </a:rPr>
              <a:t>WHO PROCEEDS FROM </a:t>
            </a:r>
            <a:endParaRPr lang="en-US" sz="2800"/>
          </a:p>
          <a:p>
            <a:pPr marL="342900" lvl="0" indent="-341630" algn="ctr">
              <a:spcBef>
                <a:spcPts val="600"/>
              </a:spcBef>
              <a:buNone/>
              <a:tabLst>
                <a:tab pos="912495" algn="l"/>
                <a:tab pos="1826895" algn="l"/>
                <a:tab pos="2741295" algn="l"/>
                <a:tab pos="3655695" algn="l"/>
                <a:tab pos="4570095" algn="l"/>
                <a:tab pos="5484495" algn="l"/>
                <a:tab pos="6398895" algn="l"/>
                <a:tab pos="7313295" algn="l"/>
                <a:tab pos="8227695" algn="l"/>
                <a:tab pos="9142095" algn="l"/>
                <a:tab pos="10056495" algn="l"/>
              </a:tabLst>
              <a:defRPr/>
            </a:pPr>
            <a:r>
              <a:rPr lang="en-US" sz="2800" b="1" i="0" u="none">
                <a:solidFill>
                  <a:srgbClr val="FFFFFF"/>
                </a:solidFill>
                <a:ea typeface="Microsoft YaHei"/>
              </a:rPr>
              <a:t>THE </a:t>
            </a:r>
            <a:r>
              <a:rPr lang="en-US" sz="2800" b="1" i="0" u="none">
                <a:solidFill>
                  <a:srgbClr val="FFFFFF"/>
                </a:solidFill>
                <a:ea typeface="Microsoft YaHei"/>
              </a:rPr>
              <a:t>FATHER AND THE SON</a:t>
            </a:r>
            <a:endParaRPr lang="en-US" sz="2800" b="1" i="0" u="none">
              <a:solidFill>
                <a:srgbClr val="FFFFFF"/>
              </a:solidFill>
              <a:ea typeface="Microsoft YaHei"/>
            </a:endParaRPr>
          </a:p>
          <a:p>
            <a:pPr marL="342900" lvl="0" indent="-341630" algn="ctr">
              <a:spcBef>
                <a:spcPts val="600"/>
              </a:spcBef>
              <a:buNone/>
              <a:tabLst>
                <a:tab pos="912495" algn="l"/>
                <a:tab pos="1826895" algn="l"/>
                <a:tab pos="2741295" algn="l"/>
                <a:tab pos="3655695" algn="l"/>
                <a:tab pos="4570095" algn="l"/>
                <a:tab pos="5484495" algn="l"/>
                <a:tab pos="6398895" algn="l"/>
                <a:tab pos="7313295" algn="l"/>
                <a:tab pos="8227695" algn="l"/>
                <a:tab pos="9142095" algn="l"/>
                <a:tab pos="10056495" algn="l"/>
              </a:tabLst>
              <a:defRPr/>
            </a:pPr>
            <a:r>
              <a:rPr lang="en-US" sz="2800" b="1" i="0" u="none">
                <a:solidFill>
                  <a:srgbClr val="FFFFFF"/>
                </a:solidFill>
                <a:ea typeface="Microsoft YaHei"/>
              </a:rPr>
              <a:t>WHO WITH THE FATHER AND THE SON</a:t>
            </a:r>
            <a:endParaRPr lang="en-US" sz="2800" b="1" i="0" u="none">
              <a:solidFill>
                <a:srgbClr val="FFFFFF"/>
              </a:solidFill>
              <a:ea typeface="Microsoft YaHei"/>
            </a:endParaRPr>
          </a:p>
          <a:p>
            <a:pPr marL="342900" lvl="0" indent="-341630" algn="ctr">
              <a:spcBef>
                <a:spcPts val="600"/>
              </a:spcBef>
              <a:buNone/>
              <a:tabLst>
                <a:tab pos="912495" algn="l"/>
                <a:tab pos="1826895" algn="l"/>
                <a:tab pos="2741295" algn="l"/>
                <a:tab pos="3655695" algn="l"/>
                <a:tab pos="4570095" algn="l"/>
                <a:tab pos="5484495" algn="l"/>
                <a:tab pos="6398895" algn="l"/>
                <a:tab pos="7313295" algn="l"/>
                <a:tab pos="8227695" algn="l"/>
                <a:tab pos="9142095" algn="l"/>
                <a:tab pos="10056495" algn="l"/>
              </a:tabLst>
              <a:defRPr/>
            </a:pPr>
            <a:r>
              <a:rPr lang="en-US" sz="2800" b="1" i="0" u="none">
                <a:solidFill>
                  <a:srgbClr val="FFFFFF"/>
                </a:solidFill>
                <a:ea typeface="Microsoft YaHei"/>
              </a:rPr>
              <a:t>IS ADORED AND GLORIFIED</a:t>
            </a:r>
            <a:endParaRPr lang="en-US" sz="2800" b="1" i="0" u="none">
              <a:solidFill>
                <a:srgbClr val="FFFFFF"/>
              </a:solidFill>
              <a:ea typeface="Microsoft YaHei"/>
            </a:endParaRPr>
          </a:p>
          <a:p>
            <a:pPr marL="342900" lvl="0" indent="-341630" algn="ctr">
              <a:spcBef>
                <a:spcPts val="600"/>
              </a:spcBef>
              <a:buNone/>
              <a:tabLst>
                <a:tab pos="912495" algn="l"/>
                <a:tab pos="1826895" algn="l"/>
                <a:tab pos="2741295" algn="l"/>
                <a:tab pos="3655695" algn="l"/>
                <a:tab pos="4570095" algn="l"/>
                <a:tab pos="5484495" algn="l"/>
                <a:tab pos="6398895" algn="l"/>
                <a:tab pos="7313295" algn="l"/>
                <a:tab pos="8227695" algn="l"/>
                <a:tab pos="9142095" algn="l"/>
                <a:tab pos="10056495" algn="l"/>
              </a:tabLst>
              <a:defRPr/>
            </a:pPr>
            <a:r>
              <a:rPr lang="en-US" sz="2800" b="1" i="0" u="none">
                <a:solidFill>
                  <a:srgbClr val="FFFFFF"/>
                </a:solidFill>
                <a:ea typeface="Microsoft YaHei"/>
              </a:rPr>
              <a:t>WHO HAS SPOKEN THROUGH THE PROPHETS</a:t>
            </a:r>
            <a:endParaRPr lang="en-US" sz="2800" b="1" i="0" u="none">
              <a:solidFill>
                <a:srgbClr val="FFFFFF"/>
              </a:solidFill>
              <a:ea typeface="Microsoft YaHe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5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36611798" name="Text Box 1"/>
          <p:cNvSpPr txBox="1">
            <a:spLocks noGrp="1" noChangeShapeType="1"/>
          </p:cNvSpPr>
          <p:nvPr/>
        </p:nvSpPr>
        <p:spPr bwMode="auto">
          <a:xfrm>
            <a:off x="457200" y="52387"/>
            <a:ext cx="8229600" cy="703262"/>
          </a:xfrm>
          <a:prstGeom prst="rect">
            <a:avLst/>
          </a:prstGeom>
          <a:noFill/>
        </p:spPr>
        <p:txBody>
          <a:bodyPr wrap="none" anchor="ctr" anchorCtr="0"/>
          <a:lstStyle/>
          <a:p>
            <a:pPr>
              <a:defRPr/>
            </a:pPr>
            <a:endParaRPr sz="1400"/>
          </a:p>
        </p:txBody>
      </p:sp>
      <p:sp>
        <p:nvSpPr>
          <p:cNvPr id="1380349822" name="Text Box 2"/>
          <p:cNvSpPr txBox="1">
            <a:spLocks noGrp="1" noChangeShapeType="1"/>
          </p:cNvSpPr>
          <p:nvPr/>
        </p:nvSpPr>
        <p:spPr bwMode="auto">
          <a:xfrm>
            <a:off x="457200" y="685800"/>
            <a:ext cx="8229600" cy="5440361"/>
          </a:xfrm>
          <a:prstGeom prst="rect">
            <a:avLst/>
          </a:prstGeom>
          <a:noFill/>
        </p:spPr>
        <p:txBody>
          <a:bodyPr lIns="91423" tIns="45711" rIns="91423" bIns="45711"/>
          <a:lstStyle>
            <a:lvl1pPr mar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912495" algn="l"/>
                <a:tab pos="1826895" algn="l"/>
                <a:tab pos="2741295" algn="l"/>
                <a:tab pos="3655695" algn="l"/>
                <a:tab pos="4570095" algn="l"/>
                <a:tab pos="5484495" algn="l"/>
                <a:tab pos="6398895" algn="l"/>
                <a:tab pos="7313295" algn="l"/>
                <a:tab pos="8227695" algn="l"/>
                <a:tab pos="9142095" algn="l"/>
                <a:tab pos="10056495" algn="l"/>
              </a:tabLst>
              <a:defRPr lang="en-US" sz="1800" b="0" i="0">
                <a:solidFill>
                  <a:schemeClr val="dk1"/>
                </a:solidFill>
                <a:latin typeface="Arial"/>
                <a:ea typeface="Arial"/>
              </a:defRPr>
            </a:lvl1pPr>
            <a:lvl2pPr marL="455295" indent="4572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912495" algn="l"/>
                <a:tab pos="1826895" algn="l"/>
                <a:tab pos="2741295" algn="l"/>
                <a:tab pos="3655695" algn="l"/>
                <a:tab pos="4570095" algn="l"/>
                <a:tab pos="5484495" algn="l"/>
                <a:tab pos="6398895" algn="l"/>
                <a:tab pos="7313295" algn="l"/>
                <a:tab pos="8227695" algn="l"/>
                <a:tab pos="9142095" algn="l"/>
                <a:tab pos="10056495" algn="l"/>
              </a:tabLst>
              <a:defRPr lang="en-US" sz="1800" b="0" i="0">
                <a:solidFill>
                  <a:schemeClr val="dk1"/>
                </a:solidFill>
                <a:latin typeface="Arial"/>
                <a:ea typeface="Arial"/>
              </a:defRPr>
            </a:lvl2pPr>
            <a:lvl3pPr marL="912495" indent="9144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912495" algn="l"/>
                <a:tab pos="1826895" algn="l"/>
                <a:tab pos="2741295" algn="l"/>
                <a:tab pos="3655695" algn="l"/>
                <a:tab pos="4570095" algn="l"/>
                <a:tab pos="5484495" algn="l"/>
                <a:tab pos="6398895" algn="l"/>
                <a:tab pos="7313295" algn="l"/>
                <a:tab pos="8227695" algn="l"/>
                <a:tab pos="9142095" algn="l"/>
                <a:tab pos="10056495" algn="l"/>
              </a:tabLst>
              <a:defRPr lang="en-US" sz="1800" b="0" i="0">
                <a:solidFill>
                  <a:schemeClr val="dk1"/>
                </a:solidFill>
                <a:latin typeface="Arial"/>
                <a:ea typeface="Arial"/>
              </a:defRPr>
            </a:lvl3pPr>
            <a:lvl4pPr marL="1369695" indent="13716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912495" algn="l"/>
                <a:tab pos="1826895" algn="l"/>
                <a:tab pos="2741295" algn="l"/>
                <a:tab pos="3655695" algn="l"/>
                <a:tab pos="4570095" algn="l"/>
                <a:tab pos="5484495" algn="l"/>
                <a:tab pos="6398895" algn="l"/>
                <a:tab pos="7313295" algn="l"/>
                <a:tab pos="8227695" algn="l"/>
                <a:tab pos="9142095" algn="l"/>
                <a:tab pos="10056495" algn="l"/>
              </a:tabLst>
              <a:defRPr lang="en-US" sz="1800" b="0" i="0">
                <a:solidFill>
                  <a:schemeClr val="dk1"/>
                </a:solidFill>
                <a:latin typeface="Arial"/>
                <a:ea typeface="Arial"/>
              </a:defRPr>
            </a:lvl4pPr>
            <a:lvl5pPr marL="1826895" indent="18288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912495" algn="l"/>
                <a:tab pos="1826895" algn="l"/>
                <a:tab pos="2741295" algn="l"/>
                <a:tab pos="3655695" algn="l"/>
                <a:tab pos="4570095" algn="l"/>
                <a:tab pos="5484495" algn="l"/>
                <a:tab pos="6398895" algn="l"/>
                <a:tab pos="7313295" algn="l"/>
                <a:tab pos="8227695" algn="l"/>
                <a:tab pos="9142095" algn="l"/>
                <a:tab pos="10056495" algn="l"/>
              </a:tabLst>
              <a:defRPr lang="en-US" sz="1800" b="0" i="0">
                <a:solidFill>
                  <a:schemeClr val="dk1"/>
                </a:solidFill>
                <a:latin typeface="Arial"/>
                <a:ea typeface="Arial"/>
              </a:defRPr>
            </a:lvl5pPr>
            <a:lvl6pPr>
              <a:tabLst>
                <a:tab pos="912495" algn="l"/>
                <a:tab pos="1826895" algn="l"/>
                <a:tab pos="2741295" algn="l"/>
                <a:tab pos="3655695" algn="l"/>
                <a:tab pos="4570095" algn="l"/>
                <a:tab pos="5484495" algn="l"/>
                <a:tab pos="6398895" algn="l"/>
                <a:tab pos="7313295" algn="l"/>
                <a:tab pos="8227695" algn="l"/>
                <a:tab pos="9142095" algn="l"/>
                <a:tab pos="10056495" algn="l"/>
              </a:tabLst>
              <a:defRPr lang="en-US" sz="1800"/>
            </a:lvl6pPr>
            <a:lvl7pPr>
              <a:tabLst>
                <a:tab pos="912495" algn="l"/>
                <a:tab pos="1826895" algn="l"/>
                <a:tab pos="2741295" algn="l"/>
                <a:tab pos="3655695" algn="l"/>
                <a:tab pos="4570095" algn="l"/>
                <a:tab pos="5484495" algn="l"/>
                <a:tab pos="6398895" algn="l"/>
                <a:tab pos="7313295" algn="l"/>
                <a:tab pos="8227695" algn="l"/>
                <a:tab pos="9142095" algn="l"/>
                <a:tab pos="10056495" algn="l"/>
              </a:tabLst>
              <a:defRPr lang="en-US" sz="1800"/>
            </a:lvl7pPr>
            <a:lvl8pPr>
              <a:tabLst>
                <a:tab pos="912495" algn="l"/>
                <a:tab pos="1826895" algn="l"/>
                <a:tab pos="2741295" algn="l"/>
                <a:tab pos="3655695" algn="l"/>
                <a:tab pos="4570095" algn="l"/>
                <a:tab pos="5484495" algn="l"/>
                <a:tab pos="6398895" algn="l"/>
                <a:tab pos="7313295" algn="l"/>
                <a:tab pos="8227695" algn="l"/>
                <a:tab pos="9142095" algn="l"/>
                <a:tab pos="10056495" algn="l"/>
              </a:tabLst>
              <a:defRPr lang="en-US" sz="1800"/>
            </a:lvl8pPr>
            <a:lvl9pPr>
              <a:tabLst>
                <a:tab pos="912495" algn="l"/>
                <a:tab pos="1826895" algn="l"/>
                <a:tab pos="2741295" algn="l"/>
                <a:tab pos="3655695" algn="l"/>
                <a:tab pos="4570095" algn="l"/>
                <a:tab pos="5484495" algn="l"/>
                <a:tab pos="6398895" algn="l"/>
                <a:tab pos="7313295" algn="l"/>
                <a:tab pos="8227695" algn="l"/>
                <a:tab pos="9142095" algn="l"/>
                <a:tab pos="10056495" algn="l"/>
              </a:tabLst>
              <a:defRPr lang="en-US" sz="1800"/>
            </a:lvl9pPr>
          </a:lstStyle>
          <a:p>
            <a:pPr marL="342900" lvl="0" indent="-341630" algn="ctr">
              <a:spcBef>
                <a:spcPts val="600"/>
              </a:spcBef>
              <a:buNone/>
              <a:tabLst>
                <a:tab pos="912495" algn="l"/>
                <a:tab pos="1826895" algn="l"/>
                <a:tab pos="2741295" algn="l"/>
                <a:tab pos="3655695" algn="l"/>
                <a:tab pos="4570095" algn="l"/>
                <a:tab pos="5484495" algn="l"/>
                <a:tab pos="6398895" algn="l"/>
                <a:tab pos="7313295" algn="l"/>
                <a:tab pos="8227695" algn="l"/>
                <a:tab pos="9142095" algn="l"/>
                <a:tab pos="10056495" algn="l"/>
              </a:tabLst>
              <a:defRPr/>
            </a:pPr>
            <a:r>
              <a:rPr lang="en-US" sz="2800" b="1" i="0" u="none">
                <a:solidFill>
                  <a:srgbClr val="FFFFFF"/>
                </a:solidFill>
                <a:ea typeface="Microsoft YaHei"/>
              </a:rPr>
              <a:t>I BELIEVE IN ONE, HOLY, CATHOLIC </a:t>
            </a:r>
            <a:endParaRPr lang="en-US" sz="2800" b="1" i="0" u="none">
              <a:solidFill>
                <a:srgbClr val="FFFFFF"/>
              </a:solidFill>
              <a:ea typeface="Microsoft YaHei"/>
            </a:endParaRPr>
          </a:p>
          <a:p>
            <a:pPr marL="342900" lvl="0" indent="-341630" algn="ctr">
              <a:spcBef>
                <a:spcPts val="600"/>
              </a:spcBef>
              <a:buNone/>
              <a:tabLst>
                <a:tab pos="912495" algn="l"/>
                <a:tab pos="1826895" algn="l"/>
                <a:tab pos="2741295" algn="l"/>
                <a:tab pos="3655695" algn="l"/>
                <a:tab pos="4570095" algn="l"/>
                <a:tab pos="5484495" algn="l"/>
                <a:tab pos="6398895" algn="l"/>
                <a:tab pos="7313295" algn="l"/>
                <a:tab pos="8227695" algn="l"/>
                <a:tab pos="9142095" algn="l"/>
                <a:tab pos="10056495" algn="l"/>
              </a:tabLst>
              <a:defRPr/>
            </a:pPr>
            <a:r>
              <a:rPr lang="en-US" sz="2800" b="1" i="0" u="none">
                <a:solidFill>
                  <a:srgbClr val="FFFFFF"/>
                </a:solidFill>
                <a:ea typeface="Microsoft YaHei"/>
              </a:rPr>
              <a:t>AND APOSTOLIC CHURCH</a:t>
            </a:r>
            <a:endParaRPr lang="en-US" sz="2800" b="1" i="0" u="none">
              <a:solidFill>
                <a:srgbClr val="FFFFFF"/>
              </a:solidFill>
              <a:ea typeface="Microsoft YaHei"/>
            </a:endParaRPr>
          </a:p>
          <a:p>
            <a:pPr marL="342900" lvl="0" indent="-341630" algn="ctr">
              <a:spcBef>
                <a:spcPts val="600"/>
              </a:spcBef>
              <a:buNone/>
              <a:tabLst>
                <a:tab pos="912495" algn="l"/>
                <a:tab pos="1826895" algn="l"/>
                <a:tab pos="2741295" algn="l"/>
                <a:tab pos="3655695" algn="l"/>
                <a:tab pos="4570095" algn="l"/>
                <a:tab pos="5484495" algn="l"/>
                <a:tab pos="6398895" algn="l"/>
                <a:tab pos="7313295" algn="l"/>
                <a:tab pos="8227695" algn="l"/>
                <a:tab pos="9142095" algn="l"/>
                <a:tab pos="10056495" algn="l"/>
              </a:tabLst>
              <a:defRPr/>
            </a:pPr>
            <a:r>
              <a:rPr lang="en-US" sz="2800" b="1" i="0" u="none">
                <a:solidFill>
                  <a:srgbClr val="FFFFFF"/>
                </a:solidFill>
                <a:ea typeface="Microsoft YaHei"/>
              </a:rPr>
              <a:t>I CONFESS ONE BAPTISM </a:t>
            </a:r>
            <a:endParaRPr lang="en-US" sz="2800" b="1" i="0" u="none">
              <a:solidFill>
                <a:srgbClr val="FFFFFF"/>
              </a:solidFill>
              <a:ea typeface="Microsoft YaHei"/>
            </a:endParaRPr>
          </a:p>
          <a:p>
            <a:pPr marL="342900" lvl="0" indent="-341630" algn="ctr">
              <a:spcBef>
                <a:spcPts val="600"/>
              </a:spcBef>
              <a:buNone/>
              <a:tabLst>
                <a:tab pos="912495" algn="l"/>
                <a:tab pos="1826895" algn="l"/>
                <a:tab pos="2741295" algn="l"/>
                <a:tab pos="3655695" algn="l"/>
                <a:tab pos="4570095" algn="l"/>
                <a:tab pos="5484495" algn="l"/>
                <a:tab pos="6398895" algn="l"/>
                <a:tab pos="7313295" algn="l"/>
                <a:tab pos="8227695" algn="l"/>
                <a:tab pos="9142095" algn="l"/>
                <a:tab pos="10056495" algn="l"/>
              </a:tabLst>
              <a:defRPr/>
            </a:pPr>
            <a:r>
              <a:rPr lang="en-US" sz="2800" b="1" i="0" u="none">
                <a:solidFill>
                  <a:srgbClr val="FFFFFF"/>
                </a:solidFill>
                <a:ea typeface="Microsoft YaHei"/>
              </a:rPr>
              <a:t>FOR THE FORGIVENESS OF SINS</a:t>
            </a:r>
            <a:endParaRPr lang="en-US" sz="2800" b="1" i="0" u="none">
              <a:solidFill>
                <a:srgbClr val="FFFFFF"/>
              </a:solidFill>
              <a:ea typeface="Microsoft YaHei"/>
            </a:endParaRPr>
          </a:p>
          <a:p>
            <a:pPr marL="342900" lvl="0" indent="-341630" algn="ctr">
              <a:spcBef>
                <a:spcPts val="600"/>
              </a:spcBef>
              <a:buNone/>
              <a:tabLst>
                <a:tab pos="912495" algn="l"/>
                <a:tab pos="1826895" algn="l"/>
                <a:tab pos="2741295" algn="l"/>
                <a:tab pos="3655695" algn="l"/>
                <a:tab pos="4570095" algn="l"/>
                <a:tab pos="5484495" algn="l"/>
                <a:tab pos="6398895" algn="l"/>
                <a:tab pos="7313295" algn="l"/>
                <a:tab pos="8227695" algn="l"/>
                <a:tab pos="9142095" algn="l"/>
                <a:tab pos="10056495" algn="l"/>
              </a:tabLst>
              <a:defRPr/>
            </a:pPr>
            <a:r>
              <a:rPr lang="en-US" sz="2800" b="1" i="0" u="none">
                <a:solidFill>
                  <a:srgbClr val="FFFFFF"/>
                </a:solidFill>
                <a:ea typeface="Microsoft YaHei"/>
              </a:rPr>
              <a:t>AND I LOOK FORWARD </a:t>
            </a:r>
            <a:endParaRPr lang="en-US" sz="2800" b="1" i="0" u="none">
              <a:solidFill>
                <a:srgbClr val="FFFFFF"/>
              </a:solidFill>
              <a:ea typeface="Microsoft YaHei"/>
            </a:endParaRPr>
          </a:p>
          <a:p>
            <a:pPr marL="342900" lvl="0" indent="-341630" algn="ctr">
              <a:spcBef>
                <a:spcPts val="600"/>
              </a:spcBef>
              <a:buNone/>
              <a:tabLst>
                <a:tab pos="912495" algn="l"/>
                <a:tab pos="1826895" algn="l"/>
                <a:tab pos="2741295" algn="l"/>
                <a:tab pos="3655695" algn="l"/>
                <a:tab pos="4570095" algn="l"/>
                <a:tab pos="5484495" algn="l"/>
                <a:tab pos="6398895" algn="l"/>
                <a:tab pos="7313295" algn="l"/>
                <a:tab pos="8227695" algn="l"/>
                <a:tab pos="9142095" algn="l"/>
                <a:tab pos="10056495" algn="l"/>
              </a:tabLst>
              <a:defRPr/>
            </a:pPr>
            <a:r>
              <a:rPr lang="en-US" sz="2800" b="1" i="0" u="none">
                <a:solidFill>
                  <a:srgbClr val="FFFFFF"/>
                </a:solidFill>
                <a:ea typeface="Microsoft YaHei"/>
              </a:rPr>
              <a:t>TO THE RESURRECTION OF THE DEAD</a:t>
            </a:r>
            <a:endParaRPr lang="en-US" sz="2800" b="1" i="0" u="none">
              <a:solidFill>
                <a:srgbClr val="FFFFFF"/>
              </a:solidFill>
              <a:ea typeface="Microsoft YaHei"/>
            </a:endParaRPr>
          </a:p>
          <a:p>
            <a:pPr marL="342900" lvl="0" indent="-341630" algn="ctr">
              <a:spcBef>
                <a:spcPts val="600"/>
              </a:spcBef>
              <a:buNone/>
              <a:tabLst>
                <a:tab pos="912495" algn="l"/>
                <a:tab pos="1826895" algn="l"/>
                <a:tab pos="2741295" algn="l"/>
                <a:tab pos="3655695" algn="l"/>
                <a:tab pos="4570095" algn="l"/>
                <a:tab pos="5484495" algn="l"/>
                <a:tab pos="6398895" algn="l"/>
                <a:tab pos="7313295" algn="l"/>
                <a:tab pos="8227695" algn="l"/>
                <a:tab pos="9142095" algn="l"/>
                <a:tab pos="10056495" algn="l"/>
              </a:tabLst>
              <a:defRPr/>
            </a:pPr>
            <a:r>
              <a:rPr lang="en-US" sz="2800" b="1" i="0" u="none">
                <a:solidFill>
                  <a:srgbClr val="FFFFFF"/>
                </a:solidFill>
                <a:ea typeface="Microsoft YaHei"/>
              </a:rPr>
              <a:t>AND THE LIFE OF THE WORLD TO COME</a:t>
            </a:r>
            <a:endParaRPr lang="en-US" sz="2800" b="1" i="0" u="none">
              <a:solidFill>
                <a:srgbClr val="FFFFFF"/>
              </a:solidFill>
              <a:ea typeface="Microsoft YaHei"/>
            </a:endParaRPr>
          </a:p>
          <a:p>
            <a:pPr marL="342900" lvl="0" indent="-341630" algn="ctr">
              <a:spcBef>
                <a:spcPts val="600"/>
              </a:spcBef>
              <a:buNone/>
              <a:tabLst>
                <a:tab pos="912495" algn="l"/>
                <a:tab pos="1826895" algn="l"/>
                <a:tab pos="2741295" algn="l"/>
                <a:tab pos="3655695" algn="l"/>
                <a:tab pos="4570095" algn="l"/>
                <a:tab pos="5484495" algn="l"/>
                <a:tab pos="6398895" algn="l"/>
                <a:tab pos="7313295" algn="l"/>
                <a:tab pos="8227695" algn="l"/>
                <a:tab pos="9142095" algn="l"/>
                <a:tab pos="10056495" algn="l"/>
              </a:tabLst>
              <a:defRPr/>
            </a:pPr>
            <a:r>
              <a:rPr lang="en-US" sz="2800" b="1" i="0" u="none">
                <a:solidFill>
                  <a:srgbClr val="FFFFFF"/>
                </a:solidFill>
                <a:ea typeface="Microsoft YaHei"/>
              </a:rPr>
              <a:t>AMEN</a:t>
            </a:r>
            <a:endParaRPr lang="en-US" sz="2800" b="1" i="0" u="none">
              <a:solidFill>
                <a:srgbClr val="FFFFFF"/>
              </a:solidFill>
              <a:ea typeface="Microsoft YaHe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5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25002166" name="AutoShape 7" descr="What Are the Parables of the Hidden Treasure and Pearl About? - Jesus Film  Project"/>
          <p:cNvSpPr>
            <a:spLocks noGrp="1" noChangeShapeType="1"/>
          </p:cNvSpPr>
          <p:nvPr/>
        </p:nvSpPr>
        <p:spPr bwMode="auto">
          <a:xfrm>
            <a:off x="155574" y="-144461"/>
            <a:ext cx="304799" cy="304799"/>
          </a:xfrm>
          <a:prstGeom prst="rect">
            <a:avLst/>
          </a:prstGeom>
          <a:noFill/>
        </p:spPr>
        <p:txBody>
          <a:bodyPr lIns="91422" tIns="45711" rIns="91422" bIns="45711"/>
          <a:lstStyle/>
          <a:p>
            <a:pPr>
              <a:defRPr/>
            </a:pPr>
            <a:endParaRPr sz="1400"/>
          </a:p>
        </p:txBody>
      </p:sp>
      <p:sp>
        <p:nvSpPr>
          <p:cNvPr id="684740500" name="AutoShape 9" descr="What Are the Parables of the Hidden Treasure and Pearl About? - Jesus Film  Project"/>
          <p:cNvSpPr>
            <a:spLocks noGrp="1" noChangeShapeType="1"/>
          </p:cNvSpPr>
          <p:nvPr/>
        </p:nvSpPr>
        <p:spPr bwMode="auto">
          <a:xfrm>
            <a:off x="155574" y="-144461"/>
            <a:ext cx="304799" cy="304799"/>
          </a:xfrm>
          <a:prstGeom prst="rect">
            <a:avLst/>
          </a:prstGeom>
          <a:noFill/>
        </p:spPr>
        <p:txBody>
          <a:bodyPr lIns="91422" tIns="45711" rIns="91422" bIns="45711"/>
          <a:lstStyle/>
          <a:p>
            <a:pPr>
              <a:defRPr/>
            </a:pPr>
            <a:endParaRPr sz="1400"/>
          </a:p>
        </p:txBody>
      </p:sp>
      <p:sp>
        <p:nvSpPr>
          <p:cNvPr id="902584277" name="AutoShape 11" descr="What Are the Parables of the Hidden Treasure and Pearl About? - Jesus Film  Project"/>
          <p:cNvSpPr>
            <a:spLocks noGrp="1" noChangeShapeType="1"/>
          </p:cNvSpPr>
          <p:nvPr/>
        </p:nvSpPr>
        <p:spPr bwMode="auto">
          <a:xfrm>
            <a:off x="155574" y="-144461"/>
            <a:ext cx="304799" cy="304799"/>
          </a:xfrm>
          <a:prstGeom prst="rect">
            <a:avLst/>
          </a:prstGeom>
          <a:noFill/>
        </p:spPr>
        <p:txBody>
          <a:bodyPr lIns="91422" tIns="45711" rIns="91422" bIns="45711"/>
          <a:lstStyle/>
          <a:p>
            <a:pPr>
              <a:defRPr/>
            </a:pPr>
            <a:endParaRPr sz="1400"/>
          </a:p>
        </p:txBody>
      </p:sp>
      <p:sp>
        <p:nvSpPr>
          <p:cNvPr id="931113625" name="AutoShape 13" descr="What Are the Parables of the Hidden Treasure and Pearl About? - Jesus Film  Project"/>
          <p:cNvSpPr>
            <a:spLocks noGrp="1" noChangeShapeType="1"/>
          </p:cNvSpPr>
          <p:nvPr/>
        </p:nvSpPr>
        <p:spPr bwMode="auto">
          <a:xfrm>
            <a:off x="155574" y="-144461"/>
            <a:ext cx="304799" cy="304799"/>
          </a:xfrm>
          <a:prstGeom prst="rect">
            <a:avLst/>
          </a:prstGeom>
          <a:noFill/>
        </p:spPr>
        <p:txBody>
          <a:bodyPr lIns="91422" tIns="45711" rIns="91422" bIns="45711"/>
          <a:lstStyle/>
          <a:p>
            <a:pPr>
              <a:defRPr/>
            </a:pPr>
            <a:endParaRPr sz="1400"/>
          </a:p>
        </p:txBody>
      </p:sp>
      <p:sp>
        <p:nvSpPr>
          <p:cNvPr id="1791448326" name="AutoShape 15" descr="What Are the Parables of the Hidden Treasure and Pearl About? - Jesus Film  Project"/>
          <p:cNvSpPr>
            <a:spLocks noGrp="1" noChangeShapeType="1"/>
          </p:cNvSpPr>
          <p:nvPr/>
        </p:nvSpPr>
        <p:spPr bwMode="auto">
          <a:xfrm>
            <a:off x="155574" y="-144461"/>
            <a:ext cx="304799" cy="304799"/>
          </a:xfrm>
          <a:prstGeom prst="rect">
            <a:avLst/>
          </a:prstGeom>
          <a:noFill/>
        </p:spPr>
        <p:txBody>
          <a:bodyPr lIns="91422" tIns="45711" rIns="91422" bIns="45711"/>
          <a:lstStyle/>
          <a:p>
            <a:pPr>
              <a:defRPr/>
            </a:pPr>
            <a:endParaRPr sz="1400"/>
          </a:p>
        </p:txBody>
      </p:sp>
      <p:sp>
        <p:nvSpPr>
          <p:cNvPr id="1150978063" name="AutoShape 17" descr="https://www.jesusfilm.org/wp-content/uploads/2022/11/1541008305698.jpg?w=700"/>
          <p:cNvSpPr>
            <a:spLocks noGrp="1" noChangeShapeType="1"/>
          </p:cNvSpPr>
          <p:nvPr/>
        </p:nvSpPr>
        <p:spPr bwMode="auto">
          <a:xfrm>
            <a:off x="155574" y="-144461"/>
            <a:ext cx="304799" cy="304799"/>
          </a:xfrm>
          <a:prstGeom prst="rect">
            <a:avLst/>
          </a:prstGeom>
          <a:noFill/>
        </p:spPr>
        <p:txBody>
          <a:bodyPr lIns="91422" tIns="45711" rIns="91422" bIns="45711"/>
          <a:lstStyle/>
          <a:p>
            <a:pPr>
              <a:defRPr/>
            </a:pPr>
            <a:endParaRPr sz="1400"/>
          </a:p>
        </p:txBody>
      </p:sp>
      <p:sp>
        <p:nvSpPr>
          <p:cNvPr id="574849288" name="AutoShape 19" descr="https://www.jesusfilm.org/wp-content/uploads/2022/11/1541008305698.jpg?w=700"/>
          <p:cNvSpPr>
            <a:spLocks noGrp="1" noChangeShapeType="1"/>
          </p:cNvSpPr>
          <p:nvPr/>
        </p:nvSpPr>
        <p:spPr bwMode="auto">
          <a:xfrm>
            <a:off x="155574" y="-144461"/>
            <a:ext cx="304799" cy="304799"/>
          </a:xfrm>
          <a:prstGeom prst="rect">
            <a:avLst/>
          </a:prstGeom>
          <a:noFill/>
        </p:spPr>
        <p:txBody>
          <a:bodyPr lIns="91422" tIns="45711" rIns="91422" bIns="45711"/>
          <a:lstStyle/>
          <a:p>
            <a:pPr>
              <a:defRPr/>
            </a:pPr>
            <a:endParaRPr sz="1400"/>
          </a:p>
        </p:txBody>
      </p:sp>
      <p:sp>
        <p:nvSpPr>
          <p:cNvPr id="358940968" name="AutoShape 21" descr="https://www.jesusfilm.org/wp-content/uploads/2022/11/1541008305698.jpg?w=700"/>
          <p:cNvSpPr>
            <a:spLocks noGrp="1" noChangeShapeType="1"/>
          </p:cNvSpPr>
          <p:nvPr/>
        </p:nvSpPr>
        <p:spPr bwMode="auto">
          <a:xfrm>
            <a:off x="155574" y="-144461"/>
            <a:ext cx="304799" cy="304799"/>
          </a:xfrm>
          <a:prstGeom prst="rect">
            <a:avLst/>
          </a:prstGeom>
          <a:noFill/>
        </p:spPr>
        <p:txBody>
          <a:bodyPr lIns="91422" tIns="45711" rIns="91422" bIns="45711"/>
          <a:lstStyle/>
          <a:p>
            <a:pPr>
              <a:defRPr/>
            </a:pPr>
            <a:endParaRPr sz="14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5684030" name="Rectangle 3"/>
          <p:cNvSpPr>
            <a:spLocks noGrp="1" noChangeShapeType="1"/>
          </p:cNvSpPr>
          <p:nvPr>
            <p:ph/>
          </p:nvPr>
        </p:nvSpPr>
        <p:spPr bwMode="auto">
          <a:xfrm>
            <a:off x="457200" y="1066800"/>
            <a:ext cx="8229600" cy="5059362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547370" indent="136525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9F9F9"/>
              </a:buClr>
              <a:buSzPct val="65000"/>
              <a:buChar char=""/>
              <a:defRPr sz="2800" b="0" i="0">
                <a:solidFill>
                  <a:schemeClr val="dk1"/>
                </a:solidFill>
                <a:latin typeface="Book Antiqua"/>
              </a:defRPr>
            </a:lvl1pPr>
            <a:lvl2pPr marL="868045" indent="58547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80000"/>
              <a:buChar char=""/>
              <a:defRPr sz="2400" b="0" i="0">
                <a:solidFill>
                  <a:schemeClr val="dk1"/>
                </a:solidFill>
                <a:latin typeface="Book Antiqua"/>
              </a:defRPr>
            </a:lvl2pPr>
            <a:lvl3pPr marL="1133475" indent="904875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95000"/>
              <a:buChar char=""/>
              <a:defRPr sz="2200" b="0" i="0">
                <a:solidFill>
                  <a:schemeClr val="dk1"/>
                </a:solidFill>
                <a:latin typeface="Book Antiqua"/>
              </a:defRPr>
            </a:lvl3pPr>
            <a:lvl4pPr marL="1352550" indent="116967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00000"/>
              <a:buChar char=""/>
              <a:defRPr sz="2000" b="0" i="0">
                <a:solidFill>
                  <a:schemeClr val="dk1"/>
                </a:solidFill>
                <a:latin typeface="Book Antiqua"/>
              </a:defRPr>
            </a:lvl4pPr>
            <a:lvl5pPr marL="1544320" indent="1362075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00000"/>
              <a:buChar char=""/>
              <a:defRPr sz="2000" b="0" i="0">
                <a:solidFill>
                  <a:schemeClr val="dk1"/>
                </a:solidFill>
                <a:latin typeface="Book Antiqua"/>
              </a:defRPr>
            </a:lvl5pPr>
          </a:lstStyle>
          <a:p>
            <a:pPr marL="547370" lvl="0" indent="-410845" algn="ctr">
              <a:spcBef>
                <a:spcPts val="0"/>
              </a:spcBef>
              <a:buNone/>
              <a:defRPr/>
            </a:pPr>
            <a:r>
              <a:rPr b="1" i="0" u="none">
                <a:latin typeface="Arial"/>
                <a:ea typeface="Arial"/>
              </a:rPr>
              <a:t>TAKE OUR BREAD, WE ASK YOU</a:t>
            </a:r>
            <a:endParaRPr b="1" i="0" u="none">
              <a:latin typeface="Arial"/>
              <a:ea typeface="Arial"/>
            </a:endParaRPr>
          </a:p>
          <a:p>
            <a:pPr marL="547370" lvl="0" indent="-410845" algn="ctr">
              <a:spcBef>
                <a:spcPts val="0"/>
              </a:spcBef>
              <a:buNone/>
              <a:defRPr/>
            </a:pPr>
            <a:r>
              <a:rPr b="1" i="0" u="none">
                <a:latin typeface="Arial"/>
                <a:ea typeface="Arial"/>
              </a:rPr>
              <a:t>TAKE OUR HEARTS, WE LOVE YOU</a:t>
            </a:r>
            <a:endParaRPr b="1" i="0" u="none">
              <a:latin typeface="Arial"/>
              <a:ea typeface="Arial"/>
            </a:endParaRPr>
          </a:p>
          <a:p>
            <a:pPr marL="547370" lvl="0" indent="-410845" algn="ctr">
              <a:spcBef>
                <a:spcPts val="0"/>
              </a:spcBef>
              <a:buNone/>
              <a:defRPr/>
            </a:pPr>
            <a:r>
              <a:rPr b="1" i="0" u="none">
                <a:latin typeface="Arial"/>
                <a:ea typeface="Arial"/>
              </a:rPr>
              <a:t>TAKE OUR LIVES</a:t>
            </a:r>
            <a:endParaRPr b="1" i="0" u="none">
              <a:latin typeface="Arial"/>
              <a:ea typeface="Arial"/>
            </a:endParaRPr>
          </a:p>
          <a:p>
            <a:pPr marL="547370" lvl="0" indent="-410845" algn="ctr">
              <a:spcBef>
                <a:spcPts val="0"/>
              </a:spcBef>
              <a:buNone/>
              <a:defRPr/>
            </a:pPr>
            <a:r>
              <a:rPr b="1" i="0" u="none">
                <a:latin typeface="Arial"/>
                <a:ea typeface="Arial"/>
              </a:rPr>
              <a:t>OH FATHER WE ARE YOURS</a:t>
            </a:r>
            <a:endParaRPr b="1" i="0" u="none">
              <a:latin typeface="Arial"/>
              <a:ea typeface="Arial"/>
            </a:endParaRPr>
          </a:p>
          <a:p>
            <a:pPr marL="547370" lvl="0" indent="-410845" algn="ctr">
              <a:spcBef>
                <a:spcPts val="0"/>
              </a:spcBef>
              <a:buNone/>
              <a:defRPr/>
            </a:pPr>
            <a:r>
              <a:rPr b="1" i="0" u="none">
                <a:latin typeface="Arial"/>
                <a:ea typeface="Arial"/>
              </a:rPr>
              <a:t>WE ARE YOURS</a:t>
            </a:r>
            <a:endParaRPr b="1" i="0" u="none">
              <a:latin typeface="Arial"/>
              <a:ea typeface="Arial"/>
            </a:endParaRPr>
          </a:p>
        </p:txBody>
      </p:sp>
      <p:sp>
        <p:nvSpPr>
          <p:cNvPr id="3" name="Text Box 2"/>
          <p:cNvSpPr txBox="1">
            <a:spLocks noGrp="1" noChangeShapeType="1"/>
          </p:cNvSpPr>
          <p:nvPr/>
        </p:nvSpPr>
        <p:spPr bwMode="auto">
          <a:xfrm>
            <a:off x="457200" y="142875"/>
            <a:ext cx="8229600" cy="520700"/>
          </a:xfrm>
          <a:prstGeom prst="rect">
            <a:avLst/>
          </a:prstGeom>
          <a:noFill/>
        </p:spPr>
        <p:txBody>
          <a:bodyPr wrap="none" anchor="ctr" anchorCtr="0"/>
          <a:lstStyle>
            <a:lvl1pPr marL="0" indent="0" algn="l" defTabSz="44894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Arial"/>
                <a:ea typeface="Arial"/>
              </a:defRPr>
            </a:lvl1pPr>
            <a:lvl2pPr marL="455295" indent="457200" algn="l" defTabSz="44894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Arial"/>
                <a:ea typeface="Arial"/>
              </a:defRPr>
            </a:lvl2pPr>
            <a:lvl3pPr marL="912495" indent="914400" algn="l" defTabSz="44894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Arial"/>
                <a:ea typeface="Arial"/>
              </a:defRPr>
            </a:lvl3pPr>
            <a:lvl4pPr marL="1369695" indent="1371600" algn="l" defTabSz="44894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Arial"/>
                <a:ea typeface="Arial"/>
              </a:defRPr>
            </a:lvl4pPr>
            <a:lvl5pPr marL="1826895" indent="1828800" algn="l" defTabSz="44894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Arial"/>
                <a:ea typeface="Arial"/>
              </a:defRPr>
            </a:lvl5pPr>
            <a:lvl6pPr defTabSz="448945">
              <a:defRPr lang="en-US" sz="1800"/>
            </a:lvl6pPr>
            <a:lvl7pPr defTabSz="448945">
              <a:defRPr lang="en-US" sz="1800"/>
            </a:lvl7pPr>
            <a:lvl8pPr defTabSz="448945">
              <a:defRPr lang="en-US" sz="1800"/>
            </a:lvl8pPr>
            <a:lvl9pPr defTabSz="448945">
              <a:defRPr lang="en-US" sz="1800"/>
            </a:lvl9pPr>
          </a:lstStyle>
          <a:p>
            <a:pPr marL="0" lvl="0" indent="0" algn="ctr">
              <a:spcBef>
                <a:spcPts val="0"/>
              </a:spcBef>
              <a:buNone/>
              <a:defRPr/>
            </a:pPr>
            <a:r>
              <a:rPr lang="en-ZA" altLang="en-US" sz="4000" b="1" u="sng">
                <a:solidFill>
                  <a:srgbClr val="FFF2CC"/>
                </a:solidFill>
                <a:sym typeface="+mn-ea"/>
              </a:rPr>
              <a:t>Offertory</a:t>
            </a:r>
            <a:endParaRPr lang="en-ZA" altLang="en-US" sz="4000" b="1" i="0" u="sng">
              <a:solidFill>
                <a:srgbClr val="FFF2CC"/>
              </a:solidFill>
              <a:ea typeface="Microsoft YaHei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03004889" name="Rectangle 2"/>
          <p:cNvSpPr>
            <a:spLocks noGrp="1" noChangeShapeType="1"/>
          </p:cNvSpPr>
          <p:nvPr>
            <p:ph type="title"/>
          </p:nvPr>
        </p:nvSpPr>
        <p:spPr bwMode="auto">
          <a:xfrm>
            <a:off x="457200" y="274637"/>
            <a:ext cx="8229600" cy="258762"/>
          </a:xfrm>
          <a:prstGeom prst="rect">
            <a:avLst/>
          </a:prstGeom>
        </p:spPr>
        <p:txBody>
          <a:bodyPr lIns="91440" tIns="45720" rIns="91440" bIns="45720" anchor="ctr" anchorCtr="0"/>
          <a:lstStyle/>
          <a:p>
            <a:pPr>
              <a:defRPr/>
            </a:pPr>
            <a:endParaRPr sz="1400"/>
          </a:p>
        </p:txBody>
      </p:sp>
      <p:sp>
        <p:nvSpPr>
          <p:cNvPr id="1520352727" name="Rectangle 3"/>
          <p:cNvSpPr>
            <a:spLocks noGrp="1" noChangeShapeType="1"/>
          </p:cNvSpPr>
          <p:nvPr>
            <p:ph/>
          </p:nvPr>
        </p:nvSpPr>
        <p:spPr bwMode="auto">
          <a:xfrm>
            <a:off x="457200" y="685800"/>
            <a:ext cx="8229600" cy="5440361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547370" indent="136525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9F9F9"/>
              </a:buClr>
              <a:buSzPct val="65000"/>
              <a:buChar char=""/>
              <a:defRPr sz="2800" b="0" i="0">
                <a:solidFill>
                  <a:schemeClr val="dk1"/>
                </a:solidFill>
                <a:latin typeface="Book Antiqua"/>
              </a:defRPr>
            </a:lvl1pPr>
            <a:lvl2pPr marL="868045" indent="58547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80000"/>
              <a:buChar char=""/>
              <a:defRPr sz="2400" b="0" i="0">
                <a:solidFill>
                  <a:schemeClr val="dk1"/>
                </a:solidFill>
                <a:latin typeface="Book Antiqua"/>
              </a:defRPr>
            </a:lvl2pPr>
            <a:lvl3pPr marL="1133475" indent="904875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95000"/>
              <a:buChar char=""/>
              <a:defRPr sz="2200" b="0" i="0">
                <a:solidFill>
                  <a:schemeClr val="dk1"/>
                </a:solidFill>
                <a:latin typeface="Book Antiqua"/>
              </a:defRPr>
            </a:lvl3pPr>
            <a:lvl4pPr marL="1352550" indent="116967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00000"/>
              <a:buChar char=""/>
              <a:defRPr sz="2000" b="0" i="0">
                <a:solidFill>
                  <a:schemeClr val="dk1"/>
                </a:solidFill>
                <a:latin typeface="Book Antiqua"/>
              </a:defRPr>
            </a:lvl4pPr>
            <a:lvl5pPr marL="1544320" indent="1362075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00000"/>
              <a:buChar char=""/>
              <a:defRPr sz="2000" b="0" i="0">
                <a:solidFill>
                  <a:schemeClr val="dk1"/>
                </a:solidFill>
                <a:latin typeface="Book Antiqua"/>
              </a:defRPr>
            </a:lvl5pPr>
          </a:lstStyle>
          <a:p>
            <a:pPr marL="547370" lvl="0" indent="-410845" algn="ctr">
              <a:spcBef>
                <a:spcPts val="0"/>
              </a:spcBef>
              <a:buNone/>
              <a:defRPr/>
            </a:pPr>
            <a:r>
              <a:rPr b="1" i="0" u="none">
                <a:latin typeface="Arial"/>
                <a:ea typeface="Arial"/>
              </a:rPr>
              <a:t>YOURS AS WE STAND </a:t>
            </a:r>
            <a:endParaRPr b="1" i="0" u="none">
              <a:latin typeface="Arial"/>
              <a:ea typeface="Arial"/>
            </a:endParaRPr>
          </a:p>
          <a:p>
            <a:pPr marL="547370" lvl="0" indent="-410845" algn="ctr">
              <a:spcBef>
                <a:spcPts val="0"/>
              </a:spcBef>
              <a:buNone/>
              <a:defRPr/>
            </a:pPr>
            <a:r>
              <a:rPr b="1" i="0" u="none">
                <a:latin typeface="Arial"/>
                <a:ea typeface="Arial"/>
              </a:rPr>
              <a:t>AT THE TABLE YOU SET</a:t>
            </a:r>
            <a:endParaRPr b="1" i="0" u="none">
              <a:latin typeface="Arial"/>
              <a:ea typeface="Arial"/>
            </a:endParaRPr>
          </a:p>
          <a:p>
            <a:pPr marL="547370" lvl="0" indent="-410845" algn="ctr">
              <a:spcBef>
                <a:spcPts val="0"/>
              </a:spcBef>
              <a:buNone/>
              <a:defRPr/>
            </a:pPr>
            <a:r>
              <a:rPr b="1" i="0" u="none">
                <a:latin typeface="Arial"/>
                <a:ea typeface="Arial"/>
              </a:rPr>
              <a:t>YOURS AS WE EAT THE BREAD</a:t>
            </a:r>
            <a:endParaRPr b="1" i="0" u="none">
              <a:latin typeface="Arial"/>
              <a:ea typeface="Arial"/>
            </a:endParaRPr>
          </a:p>
          <a:p>
            <a:pPr marL="547370" lvl="0" indent="-410845" algn="ctr">
              <a:spcBef>
                <a:spcPts val="0"/>
              </a:spcBef>
              <a:buNone/>
              <a:defRPr/>
            </a:pPr>
            <a:r>
              <a:rPr b="1" i="0" u="none">
                <a:latin typeface="Arial"/>
                <a:ea typeface="Arial"/>
              </a:rPr>
              <a:t>OUR HEARTS CANT FORGET</a:t>
            </a:r>
            <a:endParaRPr b="1" i="0" u="none">
              <a:latin typeface="Arial"/>
              <a:ea typeface="Arial"/>
            </a:endParaRPr>
          </a:p>
          <a:p>
            <a:pPr marL="547370" lvl="0" indent="-410845" algn="ctr">
              <a:spcBef>
                <a:spcPts val="0"/>
              </a:spcBef>
              <a:buNone/>
              <a:defRPr/>
            </a:pPr>
            <a:r>
              <a:rPr b="1" i="0" u="none">
                <a:latin typeface="Arial"/>
                <a:ea typeface="Arial"/>
              </a:rPr>
              <a:t>WE ARE THE SIGNS OF YOUR LIFE</a:t>
            </a:r>
            <a:endParaRPr b="1" i="0" u="none">
              <a:latin typeface="Arial"/>
              <a:ea typeface="Arial"/>
            </a:endParaRPr>
          </a:p>
          <a:p>
            <a:pPr marL="547370" lvl="0" indent="-410845" algn="ctr">
              <a:spcBef>
                <a:spcPts val="0"/>
              </a:spcBef>
              <a:buNone/>
              <a:defRPr/>
            </a:pPr>
            <a:r>
              <a:rPr b="1" i="0" u="none">
                <a:latin typeface="Arial"/>
                <a:ea typeface="Arial"/>
              </a:rPr>
              <a:t>WITH US YET</a:t>
            </a:r>
            <a:endParaRPr b="1" i="0" u="none">
              <a:latin typeface="Arial"/>
              <a:ea typeface="Arial"/>
            </a:endParaRPr>
          </a:p>
          <a:p>
            <a:pPr marL="547370" lvl="0" indent="-410845" algn="ctr">
              <a:spcBef>
                <a:spcPts val="0"/>
              </a:spcBef>
              <a:buNone/>
              <a:defRPr/>
            </a:pPr>
            <a:r>
              <a:rPr b="1" i="0" u="none">
                <a:latin typeface="Arial"/>
                <a:ea typeface="Arial"/>
              </a:rPr>
              <a:t>WE ARE YOURS, WE ARE YOURS</a:t>
            </a:r>
            <a:endParaRPr b="1" i="0" u="none">
              <a:latin typeface="Arial"/>
              <a:ea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7332824" name="Rectangle 2"/>
          <p:cNvSpPr>
            <a:spLocks noGrp="1" noChangeShapeType="1"/>
          </p:cNvSpPr>
          <p:nvPr>
            <p:ph type="title"/>
          </p:nvPr>
        </p:nvSpPr>
        <p:spPr bwMode="auto">
          <a:xfrm>
            <a:off x="457200" y="274637"/>
            <a:ext cx="8229600" cy="258762"/>
          </a:xfrm>
          <a:prstGeom prst="rect">
            <a:avLst/>
          </a:prstGeom>
        </p:spPr>
        <p:txBody>
          <a:bodyPr lIns="91440" tIns="45720" rIns="91440" bIns="45720" anchor="ctr" anchorCtr="0"/>
          <a:lstStyle/>
          <a:p>
            <a:pPr>
              <a:defRPr/>
            </a:pPr>
            <a:endParaRPr sz="1400"/>
          </a:p>
        </p:txBody>
      </p:sp>
      <p:sp>
        <p:nvSpPr>
          <p:cNvPr id="1253979113" name="Rectangle 3"/>
          <p:cNvSpPr>
            <a:spLocks noGrp="1" noChangeShapeType="1"/>
          </p:cNvSpPr>
          <p:nvPr>
            <p:ph/>
          </p:nvPr>
        </p:nvSpPr>
        <p:spPr bwMode="auto">
          <a:xfrm>
            <a:off x="457200" y="685800"/>
            <a:ext cx="8229600" cy="5440361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547370" indent="136525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9F9F9"/>
              </a:buClr>
              <a:buSzPct val="65000"/>
              <a:buChar char=""/>
              <a:defRPr sz="2800" b="0" i="0">
                <a:solidFill>
                  <a:schemeClr val="dk1"/>
                </a:solidFill>
                <a:latin typeface="Book Antiqua"/>
              </a:defRPr>
            </a:lvl1pPr>
            <a:lvl2pPr marL="868045" indent="58547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80000"/>
              <a:buChar char=""/>
              <a:defRPr sz="2400" b="0" i="0">
                <a:solidFill>
                  <a:schemeClr val="dk1"/>
                </a:solidFill>
                <a:latin typeface="Book Antiqua"/>
              </a:defRPr>
            </a:lvl2pPr>
            <a:lvl3pPr marL="1133475" indent="904875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95000"/>
              <a:buChar char=""/>
              <a:defRPr sz="2200" b="0" i="0">
                <a:solidFill>
                  <a:schemeClr val="dk1"/>
                </a:solidFill>
                <a:latin typeface="Book Antiqua"/>
              </a:defRPr>
            </a:lvl3pPr>
            <a:lvl4pPr marL="1352550" indent="116967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00000"/>
              <a:buChar char=""/>
              <a:defRPr sz="2000" b="0" i="0">
                <a:solidFill>
                  <a:schemeClr val="dk1"/>
                </a:solidFill>
                <a:latin typeface="Book Antiqua"/>
              </a:defRPr>
            </a:lvl4pPr>
            <a:lvl5pPr marL="1544320" indent="1362075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00000"/>
              <a:buChar char=""/>
              <a:defRPr sz="2000" b="0" i="0">
                <a:solidFill>
                  <a:schemeClr val="dk1"/>
                </a:solidFill>
                <a:latin typeface="Book Antiqua"/>
              </a:defRPr>
            </a:lvl5pPr>
          </a:lstStyle>
          <a:p>
            <a:pPr marL="547370" lvl="0" indent="-410845" algn="ctr">
              <a:spcBef>
                <a:spcPts val="0"/>
              </a:spcBef>
              <a:buNone/>
              <a:defRPr/>
            </a:pPr>
            <a:r>
              <a:rPr lang="en-GB" b="1" i="0" u="none">
                <a:latin typeface="Arial"/>
                <a:ea typeface="Arial"/>
              </a:rPr>
              <a:t>TAKE OUR BREAD, WE ASK YOU</a:t>
            </a:r>
            <a:endParaRPr lang="en-GB" b="1" i="0" u="none">
              <a:latin typeface="Arial"/>
              <a:ea typeface="Arial"/>
            </a:endParaRPr>
          </a:p>
          <a:p>
            <a:pPr marL="547370" lvl="0" indent="-410845" algn="ctr">
              <a:spcBef>
                <a:spcPts val="0"/>
              </a:spcBef>
              <a:buNone/>
              <a:defRPr/>
            </a:pPr>
            <a:r>
              <a:rPr lang="en-GB" b="1" i="0" u="none">
                <a:latin typeface="Arial"/>
                <a:ea typeface="Arial"/>
              </a:rPr>
              <a:t>TAKE OUR HEARTS, WE LOVE YOU</a:t>
            </a:r>
            <a:endParaRPr lang="en-GB" b="1" i="0" u="none">
              <a:latin typeface="Arial"/>
              <a:ea typeface="Arial"/>
            </a:endParaRPr>
          </a:p>
          <a:p>
            <a:pPr marL="547370" lvl="0" indent="-410845" algn="ctr">
              <a:spcBef>
                <a:spcPts val="0"/>
              </a:spcBef>
              <a:buNone/>
              <a:defRPr/>
            </a:pPr>
            <a:r>
              <a:rPr lang="en-GB" b="1" i="0" u="none">
                <a:latin typeface="Arial"/>
                <a:ea typeface="Arial"/>
              </a:rPr>
              <a:t>TAKE OUR LIVES</a:t>
            </a:r>
            <a:endParaRPr lang="en-GB" b="1" i="0" u="none">
              <a:latin typeface="Arial"/>
              <a:ea typeface="Arial"/>
            </a:endParaRPr>
          </a:p>
          <a:p>
            <a:pPr marL="547370" lvl="0" indent="-410845" algn="ctr">
              <a:spcBef>
                <a:spcPts val="0"/>
              </a:spcBef>
              <a:buNone/>
              <a:defRPr/>
            </a:pPr>
            <a:r>
              <a:rPr lang="en-GB" b="1" i="0" u="none">
                <a:latin typeface="Arial"/>
                <a:ea typeface="Arial"/>
              </a:rPr>
              <a:t>OH FATHER WE ARE YOURS</a:t>
            </a:r>
            <a:endParaRPr lang="en-GB" b="1" i="0" u="none">
              <a:latin typeface="Arial"/>
              <a:ea typeface="Arial"/>
            </a:endParaRPr>
          </a:p>
          <a:p>
            <a:pPr marL="547370" lvl="0" indent="-410845" algn="ctr">
              <a:spcBef>
                <a:spcPts val="0"/>
              </a:spcBef>
              <a:buNone/>
              <a:defRPr/>
            </a:pPr>
            <a:r>
              <a:rPr lang="en-GB" b="1" i="0" u="none">
                <a:latin typeface="Arial"/>
                <a:ea typeface="Arial"/>
              </a:rPr>
              <a:t>WE ARE YOURS</a:t>
            </a:r>
            <a:endParaRPr lang="en-GB" b="1" i="0" u="none">
              <a:latin typeface="Arial"/>
              <a:ea typeface="Arial"/>
            </a:endParaRPr>
          </a:p>
          <a:p>
            <a:pPr marL="547370" lvl="0" indent="-410845" algn="ctr">
              <a:spcBef>
                <a:spcPts val="0"/>
              </a:spcBef>
              <a:buNone/>
              <a:defRPr/>
            </a:pPr>
            <a:endParaRPr lang="en-US"/>
          </a:p>
          <a:p>
            <a:pPr marL="547370" lvl="0" indent="-410845" algn="ctr">
              <a:spcBef>
                <a:spcPts val="0"/>
              </a:spcBef>
              <a:buNone/>
              <a:defRPr/>
            </a:pPr>
            <a:endParaRPr lang="en-US"/>
          </a:p>
          <a:p>
            <a:pPr marL="547370" lvl="0" indent="-410845" algn="ctr">
              <a:spcBef>
                <a:spcPts val="0"/>
              </a:spcBef>
              <a:buNone/>
              <a:defRPr/>
            </a:pPr>
            <a:endParaRPr lang="en-US"/>
          </a:p>
          <a:p>
            <a:pPr marL="547370" lvl="0" indent="-410845" algn="ctr">
              <a:spcBef>
                <a:spcPts val="0"/>
              </a:spcBef>
              <a:buNone/>
              <a:defRPr/>
            </a:pPr>
            <a:endParaRPr lang="en-US"/>
          </a:p>
        </p:txBody>
      </p:sp>
      <p:pic>
        <p:nvPicPr>
          <p:cNvPr id="1663559026" name="Picture 3" descr="C:\Users\Guini\Desktop\New folder\Cross.jpg"/>
          <p:cNvPicPr>
            <a:picLocks noGrp="1" noChangeAspect="1"/>
          </p:cNvPicPr>
          <p:nvPr/>
        </p:nvPicPr>
        <p:blipFill rotWithShape="1">
          <a:blip r:embed="rId1"/>
          <a:stretch>
            <a:fillRect/>
          </a:stretch>
        </p:blipFill>
        <p:spPr bwMode="auto">
          <a:xfrm>
            <a:off x="4071937" y="5000625"/>
            <a:ext cx="1219200" cy="1544637"/>
          </a:xfrm>
          <a:prstGeom prst="rect">
            <a:avLst/>
          </a:prstGeom>
          <a:noFill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61979922" name="AutoShape 7" descr="What Are the Parables of the Hidden Treasure and Pearl About? - Jesus Film  Project"/>
          <p:cNvSpPr>
            <a:spLocks noGrp="1" noChangeShapeType="1"/>
          </p:cNvSpPr>
          <p:nvPr/>
        </p:nvSpPr>
        <p:spPr bwMode="auto">
          <a:xfrm>
            <a:off x="155574" y="-144461"/>
            <a:ext cx="304799" cy="304799"/>
          </a:xfrm>
          <a:prstGeom prst="rect">
            <a:avLst/>
          </a:prstGeom>
          <a:noFill/>
        </p:spPr>
        <p:txBody>
          <a:bodyPr lIns="91422" tIns="45711" rIns="91422" bIns="45711"/>
          <a:lstStyle/>
          <a:p>
            <a:pPr>
              <a:defRPr/>
            </a:pPr>
            <a:endParaRPr sz="1400"/>
          </a:p>
        </p:txBody>
      </p:sp>
      <p:sp>
        <p:nvSpPr>
          <p:cNvPr id="1121224482" name="AutoShape 9" descr="What Are the Parables of the Hidden Treasure and Pearl About? - Jesus Film  Project"/>
          <p:cNvSpPr>
            <a:spLocks noGrp="1" noChangeShapeType="1"/>
          </p:cNvSpPr>
          <p:nvPr/>
        </p:nvSpPr>
        <p:spPr bwMode="auto">
          <a:xfrm>
            <a:off x="155574" y="-144461"/>
            <a:ext cx="304799" cy="304799"/>
          </a:xfrm>
          <a:prstGeom prst="rect">
            <a:avLst/>
          </a:prstGeom>
          <a:noFill/>
        </p:spPr>
        <p:txBody>
          <a:bodyPr lIns="91422" tIns="45711" rIns="91422" bIns="45711"/>
          <a:lstStyle/>
          <a:p>
            <a:pPr>
              <a:defRPr/>
            </a:pPr>
            <a:endParaRPr sz="1400"/>
          </a:p>
        </p:txBody>
      </p:sp>
      <p:sp>
        <p:nvSpPr>
          <p:cNvPr id="698993773" name="AutoShape 11" descr="What Are the Parables of the Hidden Treasure and Pearl About? - Jesus Film  Project"/>
          <p:cNvSpPr>
            <a:spLocks noGrp="1" noChangeShapeType="1"/>
          </p:cNvSpPr>
          <p:nvPr/>
        </p:nvSpPr>
        <p:spPr bwMode="auto">
          <a:xfrm>
            <a:off x="155574" y="-144461"/>
            <a:ext cx="304799" cy="304799"/>
          </a:xfrm>
          <a:prstGeom prst="rect">
            <a:avLst/>
          </a:prstGeom>
          <a:noFill/>
        </p:spPr>
        <p:txBody>
          <a:bodyPr lIns="91422" tIns="45711" rIns="91422" bIns="45711"/>
          <a:lstStyle/>
          <a:p>
            <a:pPr>
              <a:defRPr/>
            </a:pPr>
            <a:endParaRPr sz="1400"/>
          </a:p>
        </p:txBody>
      </p:sp>
      <p:sp>
        <p:nvSpPr>
          <p:cNvPr id="1470050806" name="AutoShape 13" descr="What Are the Parables of the Hidden Treasure and Pearl About? - Jesus Film  Project"/>
          <p:cNvSpPr>
            <a:spLocks noGrp="1" noChangeShapeType="1"/>
          </p:cNvSpPr>
          <p:nvPr/>
        </p:nvSpPr>
        <p:spPr bwMode="auto">
          <a:xfrm>
            <a:off x="155574" y="-144461"/>
            <a:ext cx="304799" cy="304799"/>
          </a:xfrm>
          <a:prstGeom prst="rect">
            <a:avLst/>
          </a:prstGeom>
          <a:noFill/>
        </p:spPr>
        <p:txBody>
          <a:bodyPr lIns="91422" tIns="45711" rIns="91422" bIns="45711"/>
          <a:lstStyle/>
          <a:p>
            <a:pPr>
              <a:defRPr/>
            </a:pPr>
            <a:endParaRPr sz="1400"/>
          </a:p>
        </p:txBody>
      </p:sp>
      <p:sp>
        <p:nvSpPr>
          <p:cNvPr id="2033087452" name="AutoShape 15" descr="What Are the Parables of the Hidden Treasure and Pearl About? - Jesus Film  Project"/>
          <p:cNvSpPr>
            <a:spLocks noGrp="1" noChangeShapeType="1"/>
          </p:cNvSpPr>
          <p:nvPr/>
        </p:nvSpPr>
        <p:spPr bwMode="auto">
          <a:xfrm>
            <a:off x="155574" y="-144461"/>
            <a:ext cx="304799" cy="304799"/>
          </a:xfrm>
          <a:prstGeom prst="rect">
            <a:avLst/>
          </a:prstGeom>
          <a:noFill/>
        </p:spPr>
        <p:txBody>
          <a:bodyPr lIns="91422" tIns="45711" rIns="91422" bIns="45711"/>
          <a:lstStyle/>
          <a:p>
            <a:pPr>
              <a:defRPr/>
            </a:pPr>
            <a:endParaRPr sz="1400"/>
          </a:p>
        </p:txBody>
      </p:sp>
      <p:sp>
        <p:nvSpPr>
          <p:cNvPr id="1827261690" name="AutoShape 17" descr="https://www.jesusfilm.org/wp-content/uploads/2022/11/1541008305698.jpg?w=700"/>
          <p:cNvSpPr>
            <a:spLocks noGrp="1" noChangeShapeType="1"/>
          </p:cNvSpPr>
          <p:nvPr/>
        </p:nvSpPr>
        <p:spPr bwMode="auto">
          <a:xfrm>
            <a:off x="155574" y="-144461"/>
            <a:ext cx="304799" cy="304799"/>
          </a:xfrm>
          <a:prstGeom prst="rect">
            <a:avLst/>
          </a:prstGeom>
          <a:noFill/>
        </p:spPr>
        <p:txBody>
          <a:bodyPr lIns="91422" tIns="45711" rIns="91422" bIns="45711"/>
          <a:lstStyle/>
          <a:p>
            <a:pPr>
              <a:defRPr/>
            </a:pPr>
            <a:endParaRPr sz="1400"/>
          </a:p>
        </p:txBody>
      </p:sp>
      <p:sp>
        <p:nvSpPr>
          <p:cNvPr id="711493361" name="AutoShape 19" descr="https://www.jesusfilm.org/wp-content/uploads/2022/11/1541008305698.jpg?w=700"/>
          <p:cNvSpPr>
            <a:spLocks noGrp="1" noChangeShapeType="1"/>
          </p:cNvSpPr>
          <p:nvPr/>
        </p:nvSpPr>
        <p:spPr bwMode="auto">
          <a:xfrm>
            <a:off x="155574" y="-144461"/>
            <a:ext cx="304799" cy="304799"/>
          </a:xfrm>
          <a:prstGeom prst="rect">
            <a:avLst/>
          </a:prstGeom>
          <a:noFill/>
        </p:spPr>
        <p:txBody>
          <a:bodyPr lIns="91422" tIns="45711" rIns="91422" bIns="45711"/>
          <a:lstStyle/>
          <a:p>
            <a:pPr>
              <a:defRPr/>
            </a:pPr>
            <a:endParaRPr sz="1400"/>
          </a:p>
        </p:txBody>
      </p:sp>
      <p:sp>
        <p:nvSpPr>
          <p:cNvPr id="365102405" name="AutoShape 21" descr="https://www.jesusfilm.org/wp-content/uploads/2022/11/1541008305698.jpg?w=700"/>
          <p:cNvSpPr>
            <a:spLocks noGrp="1" noChangeShapeType="1"/>
          </p:cNvSpPr>
          <p:nvPr/>
        </p:nvSpPr>
        <p:spPr bwMode="auto">
          <a:xfrm>
            <a:off x="155574" y="-144461"/>
            <a:ext cx="304799" cy="304799"/>
          </a:xfrm>
          <a:prstGeom prst="rect">
            <a:avLst/>
          </a:prstGeom>
          <a:noFill/>
        </p:spPr>
        <p:txBody>
          <a:bodyPr lIns="91422" tIns="45711" rIns="91422" bIns="45711"/>
          <a:lstStyle/>
          <a:p>
            <a:pPr>
              <a:defRPr/>
            </a:pPr>
            <a:endParaRPr sz="14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85131784" name="Rectangle 3"/>
          <p:cNvSpPr>
            <a:spLocks noGrp="1" noChangeShapeType="1"/>
          </p:cNvSpPr>
          <p:nvPr>
            <p:ph/>
          </p:nvPr>
        </p:nvSpPr>
        <p:spPr bwMode="auto">
          <a:xfrm>
            <a:off x="457200" y="982662"/>
            <a:ext cx="8229600" cy="5143500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547370" indent="136525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9F9F9"/>
              </a:buClr>
              <a:buSzPct val="65000"/>
              <a:buChar char=""/>
              <a:defRPr sz="2800" b="0" i="0">
                <a:solidFill>
                  <a:schemeClr val="dk1"/>
                </a:solidFill>
                <a:latin typeface="Book Antiqua"/>
              </a:defRPr>
            </a:lvl1pPr>
            <a:lvl2pPr marL="868045" indent="58547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80000"/>
              <a:buChar char=""/>
              <a:defRPr sz="2400" b="0" i="0">
                <a:solidFill>
                  <a:schemeClr val="dk1"/>
                </a:solidFill>
                <a:latin typeface="Book Antiqua"/>
              </a:defRPr>
            </a:lvl2pPr>
            <a:lvl3pPr marL="1133475" indent="904875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95000"/>
              <a:buChar char=""/>
              <a:defRPr sz="2200" b="0" i="0">
                <a:solidFill>
                  <a:schemeClr val="dk1"/>
                </a:solidFill>
                <a:latin typeface="Book Antiqua"/>
              </a:defRPr>
            </a:lvl3pPr>
            <a:lvl4pPr marL="1352550" indent="116967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00000"/>
              <a:buChar char=""/>
              <a:defRPr sz="2000" b="0" i="0">
                <a:solidFill>
                  <a:schemeClr val="dk1"/>
                </a:solidFill>
                <a:latin typeface="Book Antiqua"/>
              </a:defRPr>
            </a:lvl4pPr>
            <a:lvl5pPr marL="1544320" indent="1362075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00000"/>
              <a:buChar char=""/>
              <a:defRPr sz="2000" b="0" i="0">
                <a:solidFill>
                  <a:schemeClr val="dk1"/>
                </a:solidFill>
                <a:latin typeface="Book Antiqua"/>
              </a:defRPr>
            </a:lvl5pPr>
          </a:lstStyle>
          <a:p>
            <a:pPr marL="547370" lvl="0" indent="-410845" algn="ctr">
              <a:spcBef>
                <a:spcPts val="0"/>
              </a:spcBef>
              <a:buNone/>
              <a:defRPr/>
            </a:pPr>
            <a:r>
              <a:rPr b="1" i="0" u="none">
                <a:latin typeface="Arial"/>
                <a:ea typeface="Arial"/>
              </a:rPr>
              <a:t>TO BE THE BODY OF THE LORD </a:t>
            </a:r>
            <a:endParaRPr b="1" i="0" u="none">
              <a:latin typeface="Arial"/>
              <a:ea typeface="Arial"/>
            </a:endParaRPr>
          </a:p>
          <a:p>
            <a:pPr marL="547370" lvl="0" indent="-410845" algn="ctr">
              <a:spcBef>
                <a:spcPts val="0"/>
              </a:spcBef>
              <a:buNone/>
              <a:defRPr/>
            </a:pPr>
            <a:r>
              <a:rPr b="1" i="0" u="none">
                <a:latin typeface="Arial"/>
                <a:ea typeface="Arial"/>
              </a:rPr>
              <a:t>IN THIS WORLD</a:t>
            </a:r>
            <a:endParaRPr b="1" i="0" u="none">
              <a:latin typeface="Arial"/>
              <a:ea typeface="Arial"/>
            </a:endParaRPr>
          </a:p>
          <a:p>
            <a:pPr marL="547370" lvl="0" indent="-410845" algn="ctr">
              <a:spcBef>
                <a:spcPts val="0"/>
              </a:spcBef>
              <a:buNone/>
              <a:defRPr/>
            </a:pPr>
            <a:r>
              <a:rPr b="1" i="0" u="none">
                <a:latin typeface="Arial"/>
                <a:ea typeface="Arial"/>
              </a:rPr>
              <a:t>TO HAVE HIS SPIRIT COURSING </a:t>
            </a:r>
            <a:endParaRPr b="1" i="0" u="none">
              <a:latin typeface="Arial"/>
              <a:ea typeface="Arial"/>
            </a:endParaRPr>
          </a:p>
          <a:p>
            <a:pPr marL="547370" lvl="0" indent="-410845" algn="ctr">
              <a:spcBef>
                <a:spcPts val="0"/>
              </a:spcBef>
              <a:buNone/>
              <a:defRPr/>
            </a:pPr>
            <a:r>
              <a:rPr b="1" i="0" u="none">
                <a:latin typeface="Arial"/>
                <a:ea typeface="Arial"/>
              </a:rPr>
              <a:t>THROUGH MY SOUL</a:t>
            </a:r>
            <a:endParaRPr b="1" i="0" u="none">
              <a:latin typeface="Arial"/>
              <a:ea typeface="Arial"/>
            </a:endParaRPr>
          </a:p>
          <a:p>
            <a:pPr marL="547370" lvl="0" indent="-410845" algn="ctr">
              <a:spcBef>
                <a:spcPts val="0"/>
              </a:spcBef>
              <a:buNone/>
              <a:defRPr/>
            </a:pPr>
            <a:r>
              <a:rPr b="1" i="0" u="none">
                <a:latin typeface="Arial"/>
                <a:ea typeface="Arial"/>
              </a:rPr>
              <a:t>TO KNOW THE PASSION OF MY JESUS</a:t>
            </a:r>
            <a:endParaRPr b="1" i="0" u="none">
              <a:latin typeface="Arial"/>
              <a:ea typeface="Arial"/>
            </a:endParaRPr>
          </a:p>
          <a:p>
            <a:pPr marL="547370" lvl="0" indent="-410845" algn="ctr">
              <a:spcBef>
                <a:spcPts val="0"/>
              </a:spcBef>
              <a:buNone/>
              <a:defRPr/>
            </a:pPr>
            <a:r>
              <a:rPr b="1" i="0" u="none">
                <a:latin typeface="Arial"/>
                <a:ea typeface="Arial"/>
              </a:rPr>
              <a:t>IN HIS LOVE FOR EVERY MAN</a:t>
            </a:r>
            <a:endParaRPr b="1" i="0" u="none">
              <a:latin typeface="Arial"/>
              <a:ea typeface="Arial"/>
            </a:endParaRPr>
          </a:p>
          <a:p>
            <a:pPr marL="547370" lvl="0" indent="-410845" algn="ctr">
              <a:spcBef>
                <a:spcPts val="0"/>
              </a:spcBef>
              <a:buNone/>
              <a:defRPr/>
            </a:pPr>
            <a:r>
              <a:rPr b="1" i="0" u="none">
                <a:latin typeface="Arial"/>
                <a:ea typeface="Arial"/>
              </a:rPr>
              <a:t>TO SHOW HIS MERCY</a:t>
            </a:r>
            <a:endParaRPr b="1" i="0" u="none">
              <a:latin typeface="Arial"/>
              <a:ea typeface="Arial"/>
            </a:endParaRPr>
          </a:p>
          <a:p>
            <a:pPr marL="547370" lvl="0" indent="-410845" algn="ctr">
              <a:spcBef>
                <a:spcPts val="0"/>
              </a:spcBef>
              <a:buNone/>
              <a:defRPr/>
            </a:pPr>
            <a:r>
              <a:rPr b="1" i="0" u="none">
                <a:latin typeface="Arial"/>
                <a:ea typeface="Arial"/>
              </a:rPr>
              <a:t>IN THE SHADOWS OF THIS LAND</a:t>
            </a:r>
            <a:endParaRPr b="1" i="0" u="none">
              <a:latin typeface="Arial"/>
              <a:ea typeface="Arial"/>
            </a:endParaRPr>
          </a:p>
        </p:txBody>
      </p:sp>
      <p:sp>
        <p:nvSpPr>
          <p:cNvPr id="3" name="Text Box 2"/>
          <p:cNvSpPr txBox="1">
            <a:spLocks noGrp="1" noChangeShapeType="1"/>
          </p:cNvSpPr>
          <p:nvPr/>
        </p:nvSpPr>
        <p:spPr bwMode="auto">
          <a:xfrm>
            <a:off x="457200" y="142875"/>
            <a:ext cx="8229600" cy="520700"/>
          </a:xfrm>
          <a:prstGeom prst="rect">
            <a:avLst/>
          </a:prstGeom>
          <a:noFill/>
        </p:spPr>
        <p:txBody>
          <a:bodyPr wrap="none" anchor="ctr" anchorCtr="0"/>
          <a:lstStyle>
            <a:lvl1pPr marL="0" indent="0" algn="l" defTabSz="44894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Arial"/>
                <a:ea typeface="Arial"/>
              </a:defRPr>
            </a:lvl1pPr>
            <a:lvl2pPr marL="455295" indent="457200" algn="l" defTabSz="44894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Arial"/>
                <a:ea typeface="Arial"/>
              </a:defRPr>
            </a:lvl2pPr>
            <a:lvl3pPr marL="912495" indent="914400" algn="l" defTabSz="44894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Arial"/>
                <a:ea typeface="Arial"/>
              </a:defRPr>
            </a:lvl3pPr>
            <a:lvl4pPr marL="1369695" indent="1371600" algn="l" defTabSz="44894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Arial"/>
                <a:ea typeface="Arial"/>
              </a:defRPr>
            </a:lvl4pPr>
            <a:lvl5pPr marL="1826895" indent="1828800" algn="l" defTabSz="44894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Arial"/>
                <a:ea typeface="Arial"/>
              </a:defRPr>
            </a:lvl5pPr>
            <a:lvl6pPr defTabSz="448945">
              <a:defRPr lang="en-US" sz="1800"/>
            </a:lvl6pPr>
            <a:lvl7pPr defTabSz="448945">
              <a:defRPr lang="en-US" sz="1800"/>
            </a:lvl7pPr>
            <a:lvl8pPr defTabSz="448945">
              <a:defRPr lang="en-US" sz="1800"/>
            </a:lvl8pPr>
            <a:lvl9pPr defTabSz="448945">
              <a:defRPr lang="en-US" sz="1800"/>
            </a:lvl9pPr>
          </a:lstStyle>
          <a:p>
            <a:pPr marL="0" lvl="0" indent="0" algn="ctr">
              <a:spcBef>
                <a:spcPts val="0"/>
              </a:spcBef>
              <a:buNone/>
              <a:defRPr/>
            </a:pPr>
            <a:r>
              <a:rPr lang="en-ZA" altLang="en-US" sz="4000" b="1" u="sng">
                <a:solidFill>
                  <a:srgbClr val="FFF2CC"/>
                </a:solidFill>
                <a:sym typeface="+mn-ea"/>
              </a:rPr>
              <a:t>Offertory</a:t>
            </a:r>
            <a:endParaRPr lang="en-ZA" altLang="en-US" sz="4000" b="1" i="0" u="sng">
              <a:solidFill>
                <a:srgbClr val="FFF2CC"/>
              </a:solidFill>
              <a:ea typeface="Microsoft YaHei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10641909" name="Rectangle 2"/>
          <p:cNvSpPr>
            <a:spLocks noGrp="1" noChangeShapeType="1"/>
          </p:cNvSpPr>
          <p:nvPr>
            <p:ph type="title"/>
          </p:nvPr>
        </p:nvSpPr>
        <p:spPr bwMode="auto">
          <a:xfrm>
            <a:off x="457200" y="274637"/>
            <a:ext cx="8229600" cy="258762"/>
          </a:xfrm>
          <a:prstGeom prst="rect">
            <a:avLst/>
          </a:prstGeom>
        </p:spPr>
        <p:txBody>
          <a:bodyPr lIns="91440" tIns="45720" rIns="91440" bIns="45720" anchor="ctr" anchorCtr="0"/>
          <a:lstStyle/>
          <a:p>
            <a:pPr>
              <a:defRPr/>
            </a:pPr>
            <a:endParaRPr sz="1400"/>
          </a:p>
        </p:txBody>
      </p:sp>
      <p:sp>
        <p:nvSpPr>
          <p:cNvPr id="667248256" name="Rectangle 3"/>
          <p:cNvSpPr>
            <a:spLocks noGrp="1" noChangeShapeType="1"/>
          </p:cNvSpPr>
          <p:nvPr>
            <p:ph/>
          </p:nvPr>
        </p:nvSpPr>
        <p:spPr bwMode="auto">
          <a:xfrm>
            <a:off x="457200" y="685800"/>
            <a:ext cx="8229600" cy="5440361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547370" indent="136525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9F9F9"/>
              </a:buClr>
              <a:buSzPct val="65000"/>
              <a:buChar char=""/>
              <a:defRPr sz="2800" b="0" i="0">
                <a:solidFill>
                  <a:schemeClr val="dk1"/>
                </a:solidFill>
                <a:latin typeface="Book Antiqua"/>
              </a:defRPr>
            </a:lvl1pPr>
            <a:lvl2pPr marL="868045" indent="58547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80000"/>
              <a:buChar char=""/>
              <a:defRPr sz="2400" b="0" i="0">
                <a:solidFill>
                  <a:schemeClr val="dk1"/>
                </a:solidFill>
                <a:latin typeface="Book Antiqua"/>
              </a:defRPr>
            </a:lvl2pPr>
            <a:lvl3pPr marL="1133475" indent="904875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95000"/>
              <a:buChar char=""/>
              <a:defRPr sz="2200" b="0" i="0">
                <a:solidFill>
                  <a:schemeClr val="dk1"/>
                </a:solidFill>
                <a:latin typeface="Book Antiqua"/>
              </a:defRPr>
            </a:lvl3pPr>
            <a:lvl4pPr marL="1352550" indent="116967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00000"/>
              <a:buChar char=""/>
              <a:defRPr sz="2000" b="0" i="0">
                <a:solidFill>
                  <a:schemeClr val="dk1"/>
                </a:solidFill>
                <a:latin typeface="Book Antiqua"/>
              </a:defRPr>
            </a:lvl4pPr>
            <a:lvl5pPr marL="1544320" indent="1362075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00000"/>
              <a:buChar char=""/>
              <a:defRPr sz="2000" b="0" i="0">
                <a:solidFill>
                  <a:schemeClr val="dk1"/>
                </a:solidFill>
                <a:latin typeface="Book Antiqua"/>
              </a:defRPr>
            </a:lvl5pPr>
          </a:lstStyle>
          <a:p>
            <a:pPr marL="547370" lvl="0" indent="-410845" algn="ctr">
              <a:spcBef>
                <a:spcPts val="0"/>
              </a:spcBef>
              <a:buNone/>
              <a:defRPr/>
            </a:pPr>
            <a:r>
              <a:rPr b="1" i="0" u="none">
                <a:latin typeface="Arial"/>
                <a:ea typeface="Arial"/>
              </a:rPr>
              <a:t>COME WALK WITH ME</a:t>
            </a:r>
            <a:endParaRPr b="1" i="0" u="none">
              <a:latin typeface="Arial"/>
              <a:ea typeface="Arial"/>
            </a:endParaRPr>
          </a:p>
          <a:p>
            <a:pPr marL="547370" lvl="0" indent="-410845" algn="ctr">
              <a:spcBef>
                <a:spcPts val="0"/>
              </a:spcBef>
              <a:buNone/>
              <a:defRPr/>
            </a:pPr>
            <a:r>
              <a:rPr b="1" i="0" u="none">
                <a:latin typeface="Arial"/>
                <a:ea typeface="Arial"/>
              </a:rPr>
              <a:t>COME SHARE MY LIFE</a:t>
            </a:r>
            <a:endParaRPr b="1" i="0" u="none">
              <a:latin typeface="Arial"/>
              <a:ea typeface="Arial"/>
            </a:endParaRPr>
          </a:p>
          <a:p>
            <a:pPr marL="547370" lvl="0" indent="-410845" algn="ctr">
              <a:spcBef>
                <a:spcPts val="0"/>
              </a:spcBef>
              <a:buNone/>
              <a:defRPr/>
            </a:pPr>
            <a:r>
              <a:rPr b="1" i="0" u="none">
                <a:latin typeface="Arial"/>
                <a:ea typeface="Arial"/>
              </a:rPr>
              <a:t>YOU MUST KNOW THE SHADOWS </a:t>
            </a:r>
            <a:endParaRPr b="1" i="0" u="none">
              <a:latin typeface="Arial"/>
              <a:ea typeface="Arial"/>
            </a:endParaRPr>
          </a:p>
          <a:p>
            <a:pPr marL="547370" lvl="0" indent="-410845" algn="ctr">
              <a:spcBef>
                <a:spcPts val="0"/>
              </a:spcBef>
              <a:buNone/>
              <a:defRPr/>
            </a:pPr>
            <a:r>
              <a:rPr b="1" i="0" u="none">
                <a:latin typeface="Arial"/>
                <a:ea typeface="Arial"/>
              </a:rPr>
              <a:t>IF YOU WOULD KNOW THE LIGHT</a:t>
            </a:r>
            <a:endParaRPr b="1" i="0" u="none">
              <a:latin typeface="Arial"/>
              <a:ea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82973351" name="Rectangle 2"/>
          <p:cNvSpPr>
            <a:spLocks noGrp="1" noChangeShapeType="1"/>
          </p:cNvSpPr>
          <p:nvPr>
            <p:ph type="title"/>
          </p:nvPr>
        </p:nvSpPr>
        <p:spPr bwMode="auto">
          <a:xfrm>
            <a:off x="457200" y="274637"/>
            <a:ext cx="8229600" cy="258762"/>
          </a:xfrm>
          <a:prstGeom prst="rect">
            <a:avLst/>
          </a:prstGeom>
        </p:spPr>
        <p:txBody>
          <a:bodyPr lIns="91440" tIns="45720" rIns="91440" bIns="45720" anchor="ctr" anchorCtr="0"/>
          <a:lstStyle/>
          <a:p>
            <a:pPr>
              <a:defRPr/>
            </a:pPr>
            <a:endParaRPr sz="1400"/>
          </a:p>
        </p:txBody>
      </p:sp>
      <p:sp>
        <p:nvSpPr>
          <p:cNvPr id="418596362" name="Rectangle 3"/>
          <p:cNvSpPr>
            <a:spLocks noGrp="1" noChangeShapeType="1"/>
          </p:cNvSpPr>
          <p:nvPr>
            <p:ph/>
          </p:nvPr>
        </p:nvSpPr>
        <p:spPr bwMode="auto">
          <a:xfrm>
            <a:off x="457200" y="685800"/>
            <a:ext cx="8229600" cy="5440361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547370" indent="136525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9F9F9"/>
              </a:buClr>
              <a:buSzPct val="65000"/>
              <a:buChar char=""/>
              <a:defRPr sz="2800" b="0" i="0">
                <a:solidFill>
                  <a:schemeClr val="dk1"/>
                </a:solidFill>
                <a:latin typeface="Book Antiqua"/>
              </a:defRPr>
            </a:lvl1pPr>
            <a:lvl2pPr marL="868045" indent="58547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80000"/>
              <a:buChar char=""/>
              <a:defRPr sz="2400" b="0" i="0">
                <a:solidFill>
                  <a:schemeClr val="dk1"/>
                </a:solidFill>
                <a:latin typeface="Book Antiqua"/>
              </a:defRPr>
            </a:lvl2pPr>
            <a:lvl3pPr marL="1133475" indent="904875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95000"/>
              <a:buChar char=""/>
              <a:defRPr sz="2200" b="0" i="0">
                <a:solidFill>
                  <a:schemeClr val="dk1"/>
                </a:solidFill>
                <a:latin typeface="Book Antiqua"/>
              </a:defRPr>
            </a:lvl3pPr>
            <a:lvl4pPr marL="1352550" indent="116967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00000"/>
              <a:buChar char=""/>
              <a:defRPr sz="2000" b="0" i="0">
                <a:solidFill>
                  <a:schemeClr val="dk1"/>
                </a:solidFill>
                <a:latin typeface="Book Antiqua"/>
              </a:defRPr>
            </a:lvl4pPr>
            <a:lvl5pPr marL="1544320" indent="1362075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00000"/>
              <a:buChar char=""/>
              <a:defRPr sz="2000" b="0" i="0">
                <a:solidFill>
                  <a:schemeClr val="dk1"/>
                </a:solidFill>
                <a:latin typeface="Book Antiqua"/>
              </a:defRPr>
            </a:lvl5pPr>
          </a:lstStyle>
          <a:p>
            <a:pPr marL="547370" lvl="0" indent="-410845" algn="ctr">
              <a:spcBef>
                <a:spcPts val="0"/>
              </a:spcBef>
              <a:buNone/>
              <a:defRPr/>
            </a:pPr>
            <a:r>
              <a:rPr lang="en-GB" b="1" i="0" u="none">
                <a:latin typeface="Arial"/>
                <a:ea typeface="Arial"/>
              </a:rPr>
              <a:t>TO BE THE BODY OF THE LORD </a:t>
            </a:r>
            <a:endParaRPr lang="en-GB" b="1" i="0" u="none">
              <a:latin typeface="Arial"/>
              <a:ea typeface="Arial"/>
            </a:endParaRPr>
          </a:p>
          <a:p>
            <a:pPr marL="547370" lvl="0" indent="-410845" algn="ctr">
              <a:spcBef>
                <a:spcPts val="0"/>
              </a:spcBef>
              <a:buNone/>
              <a:defRPr/>
            </a:pPr>
            <a:r>
              <a:rPr lang="en-GB" b="1" i="0" u="none">
                <a:latin typeface="Arial"/>
                <a:ea typeface="Arial"/>
              </a:rPr>
              <a:t>IN THIS WORLD</a:t>
            </a:r>
            <a:endParaRPr lang="en-GB" b="1" i="0" u="none">
              <a:latin typeface="Arial"/>
              <a:ea typeface="Arial"/>
            </a:endParaRPr>
          </a:p>
          <a:p>
            <a:pPr marL="547370" lvl="0" indent="-410845" algn="ctr">
              <a:spcBef>
                <a:spcPts val="0"/>
              </a:spcBef>
              <a:buNone/>
              <a:defRPr/>
            </a:pPr>
            <a:r>
              <a:rPr lang="en-GB" b="1" i="0" u="none">
                <a:latin typeface="Arial"/>
                <a:ea typeface="Arial"/>
              </a:rPr>
              <a:t>TO HAVE HIS SPIRIT COURSING </a:t>
            </a:r>
            <a:endParaRPr lang="en-GB" b="1" i="0" u="none">
              <a:latin typeface="Arial"/>
              <a:ea typeface="Arial"/>
            </a:endParaRPr>
          </a:p>
          <a:p>
            <a:pPr marL="547370" lvl="0" indent="-410845" algn="ctr">
              <a:spcBef>
                <a:spcPts val="0"/>
              </a:spcBef>
              <a:buNone/>
              <a:defRPr/>
            </a:pPr>
            <a:r>
              <a:rPr lang="en-GB" b="1" i="0" u="none">
                <a:latin typeface="Arial"/>
                <a:ea typeface="Arial"/>
              </a:rPr>
              <a:t>THROUGH MY SOUL</a:t>
            </a:r>
            <a:endParaRPr lang="en-GB" b="1" i="0" u="none">
              <a:latin typeface="Arial"/>
              <a:ea typeface="Arial"/>
            </a:endParaRPr>
          </a:p>
          <a:p>
            <a:pPr marL="547370" lvl="0" indent="-410845" algn="ctr">
              <a:spcBef>
                <a:spcPts val="0"/>
              </a:spcBef>
              <a:buNone/>
              <a:defRPr/>
            </a:pPr>
            <a:r>
              <a:rPr lang="en-GB" b="1" i="0" u="none">
                <a:latin typeface="Arial"/>
                <a:ea typeface="Arial"/>
              </a:rPr>
              <a:t>TO KNOW THE PASSION OF MY JESUS</a:t>
            </a:r>
            <a:endParaRPr lang="en-GB" b="1" i="0" u="none">
              <a:latin typeface="Arial"/>
              <a:ea typeface="Arial"/>
            </a:endParaRPr>
          </a:p>
          <a:p>
            <a:pPr marL="547370" lvl="0" indent="-410845" algn="ctr">
              <a:spcBef>
                <a:spcPts val="0"/>
              </a:spcBef>
              <a:buNone/>
              <a:defRPr/>
            </a:pPr>
            <a:r>
              <a:rPr lang="en-GB" b="1" i="0" u="none">
                <a:latin typeface="Arial"/>
                <a:ea typeface="Arial"/>
              </a:rPr>
              <a:t>IN HIS LOVE FOR EVERY MAN</a:t>
            </a:r>
            <a:endParaRPr lang="en-GB" b="1" i="0" u="none">
              <a:latin typeface="Arial"/>
              <a:ea typeface="Arial"/>
            </a:endParaRPr>
          </a:p>
          <a:p>
            <a:pPr marL="547370" lvl="0" indent="-410845" algn="ctr">
              <a:spcBef>
                <a:spcPts val="0"/>
              </a:spcBef>
              <a:buNone/>
              <a:defRPr/>
            </a:pPr>
            <a:r>
              <a:rPr lang="en-GB" b="1" i="0" u="none">
                <a:latin typeface="Arial"/>
                <a:ea typeface="Arial"/>
              </a:rPr>
              <a:t>TO SHOW HIS MERCY</a:t>
            </a:r>
            <a:endParaRPr lang="en-GB" b="1" i="0" u="none">
              <a:latin typeface="Arial"/>
              <a:ea typeface="Arial"/>
            </a:endParaRPr>
          </a:p>
          <a:p>
            <a:pPr marL="547370" lvl="0" indent="-410845" algn="ctr">
              <a:spcBef>
                <a:spcPts val="0"/>
              </a:spcBef>
              <a:buNone/>
              <a:defRPr/>
            </a:pPr>
            <a:r>
              <a:rPr lang="en-GB" b="1" i="0" u="none">
                <a:latin typeface="Arial"/>
                <a:ea typeface="Arial"/>
              </a:rPr>
              <a:t>IN THE SHADOWS OF THIS LAND</a:t>
            </a:r>
            <a:endParaRPr lang="en-GB" b="1" i="0" u="none">
              <a:latin typeface="Arial"/>
              <a:ea typeface="Arial"/>
            </a:endParaRPr>
          </a:p>
          <a:p>
            <a:pPr marL="547370" lvl="0" indent="-410845" algn="ctr">
              <a:spcBef>
                <a:spcPts val="0"/>
              </a:spcBef>
              <a:buNone/>
              <a:defRPr/>
            </a:pPr>
            <a:endParaRPr lang="en-US"/>
          </a:p>
          <a:p>
            <a:pPr marL="547370" lvl="0" indent="-410845" algn="ctr">
              <a:spcBef>
                <a:spcPts val="0"/>
              </a:spcBef>
              <a:buNone/>
              <a:defRPr/>
            </a:pPr>
            <a:endParaRPr lang="en-US"/>
          </a:p>
        </p:txBody>
      </p:sp>
      <p:pic>
        <p:nvPicPr>
          <p:cNvPr id="190003472" name="Picture 3" descr="C:\Users\Guini\Desktop\New folder\Cross.jpg"/>
          <p:cNvPicPr>
            <a:picLocks noGrp="1" noChangeAspect="1"/>
          </p:cNvPicPr>
          <p:nvPr/>
        </p:nvPicPr>
        <p:blipFill rotWithShape="1">
          <a:blip r:embed="rId1"/>
          <a:stretch>
            <a:fillRect/>
          </a:stretch>
        </p:blipFill>
        <p:spPr bwMode="auto">
          <a:xfrm>
            <a:off x="4071937" y="5000625"/>
            <a:ext cx="1219200" cy="1544637"/>
          </a:xfrm>
          <a:prstGeom prst="rect">
            <a:avLst/>
          </a:prstGeom>
          <a:noFill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61979922" name="AutoShape 7" descr="What Are the Parables of the Hidden Treasure and Pearl About? - Jesus Film  Project"/>
          <p:cNvSpPr>
            <a:spLocks noGrp="1" noChangeShapeType="1"/>
          </p:cNvSpPr>
          <p:nvPr/>
        </p:nvSpPr>
        <p:spPr bwMode="auto">
          <a:xfrm>
            <a:off x="155574" y="-144461"/>
            <a:ext cx="304799" cy="304799"/>
          </a:xfrm>
          <a:prstGeom prst="rect">
            <a:avLst/>
          </a:prstGeom>
          <a:noFill/>
        </p:spPr>
        <p:txBody>
          <a:bodyPr lIns="91422" tIns="45711" rIns="91422" bIns="45711"/>
          <a:lstStyle/>
          <a:p>
            <a:pPr>
              <a:defRPr/>
            </a:pPr>
            <a:endParaRPr sz="1400"/>
          </a:p>
        </p:txBody>
      </p:sp>
      <p:sp>
        <p:nvSpPr>
          <p:cNvPr id="1121224482" name="AutoShape 9" descr="What Are the Parables of the Hidden Treasure and Pearl About? - Jesus Film  Project"/>
          <p:cNvSpPr>
            <a:spLocks noGrp="1" noChangeShapeType="1"/>
          </p:cNvSpPr>
          <p:nvPr/>
        </p:nvSpPr>
        <p:spPr bwMode="auto">
          <a:xfrm>
            <a:off x="155574" y="-144461"/>
            <a:ext cx="304799" cy="304799"/>
          </a:xfrm>
          <a:prstGeom prst="rect">
            <a:avLst/>
          </a:prstGeom>
          <a:noFill/>
        </p:spPr>
        <p:txBody>
          <a:bodyPr lIns="91422" tIns="45711" rIns="91422" bIns="45711"/>
          <a:lstStyle/>
          <a:p>
            <a:pPr>
              <a:defRPr/>
            </a:pPr>
            <a:endParaRPr sz="1400"/>
          </a:p>
        </p:txBody>
      </p:sp>
      <p:sp>
        <p:nvSpPr>
          <p:cNvPr id="698993773" name="AutoShape 11" descr="What Are the Parables of the Hidden Treasure and Pearl About? - Jesus Film  Project"/>
          <p:cNvSpPr>
            <a:spLocks noGrp="1" noChangeShapeType="1"/>
          </p:cNvSpPr>
          <p:nvPr/>
        </p:nvSpPr>
        <p:spPr bwMode="auto">
          <a:xfrm>
            <a:off x="155574" y="-144461"/>
            <a:ext cx="304799" cy="304799"/>
          </a:xfrm>
          <a:prstGeom prst="rect">
            <a:avLst/>
          </a:prstGeom>
          <a:noFill/>
        </p:spPr>
        <p:txBody>
          <a:bodyPr lIns="91422" tIns="45711" rIns="91422" bIns="45711"/>
          <a:lstStyle/>
          <a:p>
            <a:pPr>
              <a:defRPr/>
            </a:pPr>
            <a:endParaRPr sz="1400"/>
          </a:p>
        </p:txBody>
      </p:sp>
      <p:sp>
        <p:nvSpPr>
          <p:cNvPr id="1470050806" name="AutoShape 13" descr="What Are the Parables of the Hidden Treasure and Pearl About? - Jesus Film  Project"/>
          <p:cNvSpPr>
            <a:spLocks noGrp="1" noChangeShapeType="1"/>
          </p:cNvSpPr>
          <p:nvPr/>
        </p:nvSpPr>
        <p:spPr bwMode="auto">
          <a:xfrm>
            <a:off x="155574" y="-144461"/>
            <a:ext cx="304799" cy="304799"/>
          </a:xfrm>
          <a:prstGeom prst="rect">
            <a:avLst/>
          </a:prstGeom>
          <a:noFill/>
        </p:spPr>
        <p:txBody>
          <a:bodyPr lIns="91422" tIns="45711" rIns="91422" bIns="45711"/>
          <a:lstStyle/>
          <a:p>
            <a:pPr>
              <a:defRPr/>
            </a:pPr>
            <a:endParaRPr sz="1400"/>
          </a:p>
        </p:txBody>
      </p:sp>
      <p:sp>
        <p:nvSpPr>
          <p:cNvPr id="2033087452" name="AutoShape 15" descr="What Are the Parables of the Hidden Treasure and Pearl About? - Jesus Film  Project"/>
          <p:cNvSpPr>
            <a:spLocks noGrp="1" noChangeShapeType="1"/>
          </p:cNvSpPr>
          <p:nvPr/>
        </p:nvSpPr>
        <p:spPr bwMode="auto">
          <a:xfrm>
            <a:off x="155574" y="-144461"/>
            <a:ext cx="304799" cy="304799"/>
          </a:xfrm>
          <a:prstGeom prst="rect">
            <a:avLst/>
          </a:prstGeom>
          <a:noFill/>
        </p:spPr>
        <p:txBody>
          <a:bodyPr lIns="91422" tIns="45711" rIns="91422" bIns="45711"/>
          <a:lstStyle/>
          <a:p>
            <a:pPr>
              <a:defRPr/>
            </a:pPr>
            <a:endParaRPr sz="1400"/>
          </a:p>
        </p:txBody>
      </p:sp>
      <p:sp>
        <p:nvSpPr>
          <p:cNvPr id="1827261690" name="AutoShape 17" descr="https://www.jesusfilm.org/wp-content/uploads/2022/11/1541008305698.jpg?w=700"/>
          <p:cNvSpPr>
            <a:spLocks noGrp="1" noChangeShapeType="1"/>
          </p:cNvSpPr>
          <p:nvPr/>
        </p:nvSpPr>
        <p:spPr bwMode="auto">
          <a:xfrm>
            <a:off x="155574" y="-144461"/>
            <a:ext cx="304799" cy="304799"/>
          </a:xfrm>
          <a:prstGeom prst="rect">
            <a:avLst/>
          </a:prstGeom>
          <a:noFill/>
        </p:spPr>
        <p:txBody>
          <a:bodyPr lIns="91422" tIns="45711" rIns="91422" bIns="45711"/>
          <a:lstStyle/>
          <a:p>
            <a:pPr>
              <a:defRPr/>
            </a:pPr>
            <a:endParaRPr sz="1400"/>
          </a:p>
        </p:txBody>
      </p:sp>
      <p:sp>
        <p:nvSpPr>
          <p:cNvPr id="711493361" name="AutoShape 19" descr="https://www.jesusfilm.org/wp-content/uploads/2022/11/1541008305698.jpg?w=700"/>
          <p:cNvSpPr>
            <a:spLocks noGrp="1" noChangeShapeType="1"/>
          </p:cNvSpPr>
          <p:nvPr/>
        </p:nvSpPr>
        <p:spPr bwMode="auto">
          <a:xfrm>
            <a:off x="155574" y="-144461"/>
            <a:ext cx="304799" cy="304799"/>
          </a:xfrm>
          <a:prstGeom prst="rect">
            <a:avLst/>
          </a:prstGeom>
          <a:noFill/>
        </p:spPr>
        <p:txBody>
          <a:bodyPr lIns="91422" tIns="45711" rIns="91422" bIns="45711"/>
          <a:lstStyle/>
          <a:p>
            <a:pPr>
              <a:defRPr/>
            </a:pPr>
            <a:endParaRPr sz="1400"/>
          </a:p>
        </p:txBody>
      </p:sp>
      <p:sp>
        <p:nvSpPr>
          <p:cNvPr id="365102405" name="AutoShape 21" descr="https://www.jesusfilm.org/wp-content/uploads/2022/11/1541008305698.jpg?w=700"/>
          <p:cNvSpPr>
            <a:spLocks noGrp="1" noChangeShapeType="1"/>
          </p:cNvSpPr>
          <p:nvPr/>
        </p:nvSpPr>
        <p:spPr bwMode="auto">
          <a:xfrm>
            <a:off x="155574" y="-144461"/>
            <a:ext cx="304799" cy="304799"/>
          </a:xfrm>
          <a:prstGeom prst="rect">
            <a:avLst/>
          </a:prstGeom>
          <a:noFill/>
        </p:spPr>
        <p:txBody>
          <a:bodyPr lIns="91422" tIns="45711" rIns="91422" bIns="45711"/>
          <a:lstStyle/>
          <a:p>
            <a:pPr>
              <a:defRPr/>
            </a:pPr>
            <a:endParaRPr sz="14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85131784" name="Rectangle 3"/>
          <p:cNvSpPr>
            <a:spLocks noGrp="1" noChangeShapeType="1"/>
          </p:cNvSpPr>
          <p:nvPr>
            <p:ph/>
          </p:nvPr>
        </p:nvSpPr>
        <p:spPr bwMode="auto">
          <a:xfrm>
            <a:off x="457200" y="982662"/>
            <a:ext cx="8229600" cy="5143500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547370" indent="136525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9F9F9"/>
              </a:buClr>
              <a:buSzPct val="65000"/>
              <a:buChar char=""/>
              <a:defRPr sz="2800" b="0" i="0">
                <a:solidFill>
                  <a:schemeClr val="dk1"/>
                </a:solidFill>
                <a:latin typeface="Book Antiqua"/>
              </a:defRPr>
            </a:lvl1pPr>
            <a:lvl2pPr marL="868045" indent="58547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80000"/>
              <a:buChar char=""/>
              <a:defRPr sz="2400" b="0" i="0">
                <a:solidFill>
                  <a:schemeClr val="dk1"/>
                </a:solidFill>
                <a:latin typeface="Book Antiqua"/>
              </a:defRPr>
            </a:lvl2pPr>
            <a:lvl3pPr marL="1133475" indent="904875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95000"/>
              <a:buChar char=""/>
              <a:defRPr sz="2200" b="0" i="0">
                <a:solidFill>
                  <a:schemeClr val="dk1"/>
                </a:solidFill>
                <a:latin typeface="Book Antiqua"/>
              </a:defRPr>
            </a:lvl3pPr>
            <a:lvl4pPr marL="1352550" indent="116967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00000"/>
              <a:buChar char=""/>
              <a:defRPr sz="2000" b="0" i="0">
                <a:solidFill>
                  <a:schemeClr val="dk1"/>
                </a:solidFill>
                <a:latin typeface="Book Antiqua"/>
              </a:defRPr>
            </a:lvl4pPr>
            <a:lvl5pPr marL="1544320" indent="1362075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00000"/>
              <a:buChar char=""/>
              <a:defRPr sz="2000" b="0" i="0">
                <a:solidFill>
                  <a:schemeClr val="dk1"/>
                </a:solidFill>
                <a:latin typeface="Book Antiqua"/>
              </a:defRPr>
            </a:lvl5pPr>
          </a:lstStyle>
          <a:p>
            <a:pPr marL="547370" lvl="0" indent="-410845" algn="ctr">
              <a:spcBef>
                <a:spcPts val="0"/>
              </a:spcBef>
              <a:buNone/>
              <a:defRPr/>
            </a:pPr>
            <a:r>
              <a:rPr b="1" i="0" u="none">
                <a:latin typeface="Arial"/>
                <a:ea typeface="Arial"/>
              </a:rPr>
              <a:t>TO BE THE BODY OF THE LORD </a:t>
            </a:r>
            <a:endParaRPr b="1" i="0" u="none">
              <a:latin typeface="Arial"/>
              <a:ea typeface="Arial"/>
            </a:endParaRPr>
          </a:p>
          <a:p>
            <a:pPr marL="547370" lvl="0" indent="-410845" algn="ctr">
              <a:spcBef>
                <a:spcPts val="0"/>
              </a:spcBef>
              <a:buNone/>
              <a:defRPr/>
            </a:pPr>
            <a:r>
              <a:rPr b="1" i="0" u="none">
                <a:latin typeface="Arial"/>
                <a:ea typeface="Arial"/>
              </a:rPr>
              <a:t>IN THIS WORLD</a:t>
            </a:r>
            <a:endParaRPr b="1" i="0" u="none">
              <a:latin typeface="Arial"/>
              <a:ea typeface="Arial"/>
            </a:endParaRPr>
          </a:p>
          <a:p>
            <a:pPr marL="547370" lvl="0" indent="-410845" algn="ctr">
              <a:spcBef>
                <a:spcPts val="0"/>
              </a:spcBef>
              <a:buNone/>
              <a:defRPr/>
            </a:pPr>
            <a:r>
              <a:rPr b="1" i="0" u="none">
                <a:latin typeface="Arial"/>
                <a:ea typeface="Arial"/>
              </a:rPr>
              <a:t>TO HAVE HIS SPIRIT COURSING </a:t>
            </a:r>
            <a:endParaRPr b="1" i="0" u="none">
              <a:latin typeface="Arial"/>
              <a:ea typeface="Arial"/>
            </a:endParaRPr>
          </a:p>
          <a:p>
            <a:pPr marL="547370" lvl="0" indent="-410845" algn="ctr">
              <a:spcBef>
                <a:spcPts val="0"/>
              </a:spcBef>
              <a:buNone/>
              <a:defRPr/>
            </a:pPr>
            <a:r>
              <a:rPr b="1" i="0" u="none">
                <a:latin typeface="Arial"/>
                <a:ea typeface="Arial"/>
              </a:rPr>
              <a:t>THROUGH MY SOUL</a:t>
            </a:r>
            <a:endParaRPr b="1" i="0" u="none">
              <a:latin typeface="Arial"/>
              <a:ea typeface="Arial"/>
            </a:endParaRPr>
          </a:p>
          <a:p>
            <a:pPr marL="547370" lvl="0" indent="-410845" algn="ctr">
              <a:spcBef>
                <a:spcPts val="0"/>
              </a:spcBef>
              <a:buNone/>
              <a:defRPr/>
            </a:pPr>
            <a:r>
              <a:rPr b="1" i="0" u="none">
                <a:latin typeface="Arial"/>
                <a:ea typeface="Arial"/>
              </a:rPr>
              <a:t>TO KNOW THE PASSION OF MY JESUS</a:t>
            </a:r>
            <a:endParaRPr b="1" i="0" u="none">
              <a:latin typeface="Arial"/>
              <a:ea typeface="Arial"/>
            </a:endParaRPr>
          </a:p>
          <a:p>
            <a:pPr marL="547370" lvl="0" indent="-410845" algn="ctr">
              <a:spcBef>
                <a:spcPts val="0"/>
              </a:spcBef>
              <a:buNone/>
              <a:defRPr/>
            </a:pPr>
            <a:r>
              <a:rPr b="1" i="0" u="none">
                <a:latin typeface="Arial"/>
                <a:ea typeface="Arial"/>
              </a:rPr>
              <a:t>IN HIS LOVE FOR EVERY MAN</a:t>
            </a:r>
            <a:endParaRPr b="1" i="0" u="none">
              <a:latin typeface="Arial"/>
              <a:ea typeface="Arial"/>
            </a:endParaRPr>
          </a:p>
          <a:p>
            <a:pPr marL="547370" lvl="0" indent="-410845" algn="ctr">
              <a:spcBef>
                <a:spcPts val="0"/>
              </a:spcBef>
              <a:buNone/>
              <a:defRPr/>
            </a:pPr>
            <a:r>
              <a:rPr b="1" i="0" u="none">
                <a:latin typeface="Arial"/>
                <a:ea typeface="Arial"/>
              </a:rPr>
              <a:t>TO SHOW HIS MERCY</a:t>
            </a:r>
            <a:endParaRPr b="1" i="0" u="none">
              <a:latin typeface="Arial"/>
              <a:ea typeface="Arial"/>
            </a:endParaRPr>
          </a:p>
          <a:p>
            <a:pPr marL="547370" lvl="0" indent="-410845" algn="ctr">
              <a:spcBef>
                <a:spcPts val="0"/>
              </a:spcBef>
              <a:buNone/>
              <a:defRPr/>
            </a:pPr>
            <a:r>
              <a:rPr b="1" i="0" u="none">
                <a:latin typeface="Arial"/>
                <a:ea typeface="Arial"/>
              </a:rPr>
              <a:t>IN THE SHADOWS OF THIS LAND</a:t>
            </a:r>
            <a:endParaRPr b="1" i="0" u="none">
              <a:latin typeface="Arial"/>
              <a:ea typeface="Arial"/>
            </a:endParaRPr>
          </a:p>
        </p:txBody>
      </p:sp>
      <p:sp>
        <p:nvSpPr>
          <p:cNvPr id="3" name="Text Box 2"/>
          <p:cNvSpPr txBox="1">
            <a:spLocks noGrp="1" noChangeShapeType="1"/>
          </p:cNvSpPr>
          <p:nvPr/>
        </p:nvSpPr>
        <p:spPr bwMode="auto">
          <a:xfrm>
            <a:off x="457200" y="142875"/>
            <a:ext cx="8229600" cy="520700"/>
          </a:xfrm>
          <a:prstGeom prst="rect">
            <a:avLst/>
          </a:prstGeom>
          <a:noFill/>
        </p:spPr>
        <p:txBody>
          <a:bodyPr wrap="none" anchor="ctr" anchorCtr="0"/>
          <a:lstStyle>
            <a:lvl1pPr marL="0" indent="0" algn="l" defTabSz="44894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Arial"/>
                <a:ea typeface="Arial"/>
              </a:defRPr>
            </a:lvl1pPr>
            <a:lvl2pPr marL="455295" indent="457200" algn="l" defTabSz="44894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Arial"/>
                <a:ea typeface="Arial"/>
              </a:defRPr>
            </a:lvl2pPr>
            <a:lvl3pPr marL="912495" indent="914400" algn="l" defTabSz="44894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Arial"/>
                <a:ea typeface="Arial"/>
              </a:defRPr>
            </a:lvl3pPr>
            <a:lvl4pPr marL="1369695" indent="1371600" algn="l" defTabSz="44894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Arial"/>
                <a:ea typeface="Arial"/>
              </a:defRPr>
            </a:lvl4pPr>
            <a:lvl5pPr marL="1826895" indent="1828800" algn="l" defTabSz="44894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Arial"/>
                <a:ea typeface="Arial"/>
              </a:defRPr>
            </a:lvl5pPr>
            <a:lvl6pPr defTabSz="448945">
              <a:defRPr lang="en-US" sz="1800"/>
            </a:lvl6pPr>
            <a:lvl7pPr defTabSz="448945">
              <a:defRPr lang="en-US" sz="1800"/>
            </a:lvl7pPr>
            <a:lvl8pPr defTabSz="448945">
              <a:defRPr lang="en-US" sz="1800"/>
            </a:lvl8pPr>
            <a:lvl9pPr defTabSz="448945">
              <a:defRPr lang="en-US" sz="1800"/>
            </a:lvl9pPr>
          </a:lstStyle>
          <a:p>
            <a:pPr marL="0" lvl="0" indent="0" algn="ctr">
              <a:spcBef>
                <a:spcPts val="0"/>
              </a:spcBef>
              <a:buNone/>
              <a:defRPr/>
            </a:pPr>
            <a:r>
              <a:rPr lang="en-ZA" altLang="en-US" sz="4000" b="1" u="sng">
                <a:solidFill>
                  <a:srgbClr val="FFF2CC"/>
                </a:solidFill>
                <a:sym typeface="+mn-ea"/>
              </a:rPr>
              <a:t>Offertory</a:t>
            </a:r>
            <a:endParaRPr lang="en-ZA" altLang="en-US" sz="4000" b="1" i="0" u="sng">
              <a:solidFill>
                <a:srgbClr val="FFF2CC"/>
              </a:solidFill>
              <a:ea typeface="Microsoft YaHei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10641909" name="Rectangle 2"/>
          <p:cNvSpPr>
            <a:spLocks noGrp="1" noChangeShapeType="1"/>
          </p:cNvSpPr>
          <p:nvPr>
            <p:ph type="title"/>
          </p:nvPr>
        </p:nvSpPr>
        <p:spPr bwMode="auto">
          <a:xfrm>
            <a:off x="457200" y="274637"/>
            <a:ext cx="8229600" cy="258762"/>
          </a:xfrm>
          <a:prstGeom prst="rect">
            <a:avLst/>
          </a:prstGeom>
        </p:spPr>
        <p:txBody>
          <a:bodyPr lIns="91440" tIns="45720" rIns="91440" bIns="45720" anchor="ctr" anchorCtr="0"/>
          <a:lstStyle/>
          <a:p>
            <a:pPr>
              <a:defRPr/>
            </a:pPr>
            <a:endParaRPr sz="1400"/>
          </a:p>
        </p:txBody>
      </p:sp>
      <p:sp>
        <p:nvSpPr>
          <p:cNvPr id="667248256" name="Rectangle 3"/>
          <p:cNvSpPr>
            <a:spLocks noGrp="1" noChangeShapeType="1"/>
          </p:cNvSpPr>
          <p:nvPr>
            <p:ph/>
          </p:nvPr>
        </p:nvSpPr>
        <p:spPr bwMode="auto">
          <a:xfrm>
            <a:off x="457200" y="685800"/>
            <a:ext cx="8229600" cy="5440361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547370" indent="136525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9F9F9"/>
              </a:buClr>
              <a:buSzPct val="65000"/>
              <a:buChar char=""/>
              <a:defRPr sz="2800" b="0" i="0">
                <a:solidFill>
                  <a:schemeClr val="dk1"/>
                </a:solidFill>
                <a:latin typeface="Book Antiqua"/>
              </a:defRPr>
            </a:lvl1pPr>
            <a:lvl2pPr marL="868045" indent="58547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80000"/>
              <a:buChar char=""/>
              <a:defRPr sz="2400" b="0" i="0">
                <a:solidFill>
                  <a:schemeClr val="dk1"/>
                </a:solidFill>
                <a:latin typeface="Book Antiqua"/>
              </a:defRPr>
            </a:lvl2pPr>
            <a:lvl3pPr marL="1133475" indent="904875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95000"/>
              <a:buChar char=""/>
              <a:defRPr sz="2200" b="0" i="0">
                <a:solidFill>
                  <a:schemeClr val="dk1"/>
                </a:solidFill>
                <a:latin typeface="Book Antiqua"/>
              </a:defRPr>
            </a:lvl3pPr>
            <a:lvl4pPr marL="1352550" indent="116967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00000"/>
              <a:buChar char=""/>
              <a:defRPr sz="2000" b="0" i="0">
                <a:solidFill>
                  <a:schemeClr val="dk1"/>
                </a:solidFill>
                <a:latin typeface="Book Antiqua"/>
              </a:defRPr>
            </a:lvl4pPr>
            <a:lvl5pPr marL="1544320" indent="1362075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00000"/>
              <a:buChar char=""/>
              <a:defRPr sz="2000" b="0" i="0">
                <a:solidFill>
                  <a:schemeClr val="dk1"/>
                </a:solidFill>
                <a:latin typeface="Book Antiqua"/>
              </a:defRPr>
            </a:lvl5pPr>
          </a:lstStyle>
          <a:p>
            <a:pPr marL="547370" lvl="0" indent="-410845" algn="ctr">
              <a:spcBef>
                <a:spcPts val="0"/>
              </a:spcBef>
              <a:buNone/>
              <a:defRPr/>
            </a:pPr>
            <a:r>
              <a:rPr b="1" i="0" u="none">
                <a:latin typeface="Arial"/>
                <a:ea typeface="Arial"/>
              </a:rPr>
              <a:t>COME WALK WITH ME</a:t>
            </a:r>
            <a:endParaRPr b="1" i="0" u="none">
              <a:latin typeface="Arial"/>
              <a:ea typeface="Arial"/>
            </a:endParaRPr>
          </a:p>
          <a:p>
            <a:pPr marL="547370" lvl="0" indent="-410845" algn="ctr">
              <a:spcBef>
                <a:spcPts val="0"/>
              </a:spcBef>
              <a:buNone/>
              <a:defRPr/>
            </a:pPr>
            <a:r>
              <a:rPr b="1" i="0" u="none">
                <a:latin typeface="Arial"/>
                <a:ea typeface="Arial"/>
              </a:rPr>
              <a:t>COME SHARE MY LIFE</a:t>
            </a:r>
            <a:endParaRPr b="1" i="0" u="none">
              <a:latin typeface="Arial"/>
              <a:ea typeface="Arial"/>
            </a:endParaRPr>
          </a:p>
          <a:p>
            <a:pPr marL="547370" lvl="0" indent="-410845" algn="ctr">
              <a:spcBef>
                <a:spcPts val="0"/>
              </a:spcBef>
              <a:buNone/>
              <a:defRPr/>
            </a:pPr>
            <a:r>
              <a:rPr b="1" i="0" u="none">
                <a:latin typeface="Arial"/>
                <a:ea typeface="Arial"/>
              </a:rPr>
              <a:t>YOU MUST KNOW THE SHADOWS </a:t>
            </a:r>
            <a:endParaRPr b="1" i="0" u="none">
              <a:latin typeface="Arial"/>
              <a:ea typeface="Arial"/>
            </a:endParaRPr>
          </a:p>
          <a:p>
            <a:pPr marL="547370" lvl="0" indent="-410845" algn="ctr">
              <a:spcBef>
                <a:spcPts val="0"/>
              </a:spcBef>
              <a:buNone/>
              <a:defRPr/>
            </a:pPr>
            <a:r>
              <a:rPr b="1" i="0" u="none">
                <a:latin typeface="Arial"/>
                <a:ea typeface="Arial"/>
              </a:rPr>
              <a:t>IF YOU WOULD KNOW THE LIGHT</a:t>
            </a:r>
            <a:endParaRPr b="1" i="0" u="none">
              <a:latin typeface="Arial"/>
              <a:ea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82973351" name="Rectangle 2"/>
          <p:cNvSpPr>
            <a:spLocks noGrp="1" noChangeShapeType="1"/>
          </p:cNvSpPr>
          <p:nvPr>
            <p:ph type="title"/>
          </p:nvPr>
        </p:nvSpPr>
        <p:spPr bwMode="auto">
          <a:xfrm>
            <a:off x="457200" y="274637"/>
            <a:ext cx="8229600" cy="258762"/>
          </a:xfrm>
          <a:prstGeom prst="rect">
            <a:avLst/>
          </a:prstGeom>
        </p:spPr>
        <p:txBody>
          <a:bodyPr lIns="91440" tIns="45720" rIns="91440" bIns="45720" anchor="ctr" anchorCtr="0"/>
          <a:lstStyle/>
          <a:p>
            <a:pPr>
              <a:defRPr/>
            </a:pPr>
            <a:endParaRPr sz="1400"/>
          </a:p>
        </p:txBody>
      </p:sp>
      <p:sp>
        <p:nvSpPr>
          <p:cNvPr id="418596362" name="Rectangle 3"/>
          <p:cNvSpPr>
            <a:spLocks noGrp="1" noChangeShapeType="1"/>
          </p:cNvSpPr>
          <p:nvPr>
            <p:ph/>
          </p:nvPr>
        </p:nvSpPr>
        <p:spPr bwMode="auto">
          <a:xfrm>
            <a:off x="457200" y="685800"/>
            <a:ext cx="8229600" cy="5440361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547370" indent="136525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9F9F9"/>
              </a:buClr>
              <a:buSzPct val="65000"/>
              <a:buChar char=""/>
              <a:defRPr sz="2800" b="0" i="0">
                <a:solidFill>
                  <a:schemeClr val="dk1"/>
                </a:solidFill>
                <a:latin typeface="Book Antiqua"/>
              </a:defRPr>
            </a:lvl1pPr>
            <a:lvl2pPr marL="868045" indent="58547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80000"/>
              <a:buChar char=""/>
              <a:defRPr sz="2400" b="0" i="0">
                <a:solidFill>
                  <a:schemeClr val="dk1"/>
                </a:solidFill>
                <a:latin typeface="Book Antiqua"/>
              </a:defRPr>
            </a:lvl2pPr>
            <a:lvl3pPr marL="1133475" indent="904875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95000"/>
              <a:buChar char=""/>
              <a:defRPr sz="2200" b="0" i="0">
                <a:solidFill>
                  <a:schemeClr val="dk1"/>
                </a:solidFill>
                <a:latin typeface="Book Antiqua"/>
              </a:defRPr>
            </a:lvl3pPr>
            <a:lvl4pPr marL="1352550" indent="116967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00000"/>
              <a:buChar char=""/>
              <a:defRPr sz="2000" b="0" i="0">
                <a:solidFill>
                  <a:schemeClr val="dk1"/>
                </a:solidFill>
                <a:latin typeface="Book Antiqua"/>
              </a:defRPr>
            </a:lvl4pPr>
            <a:lvl5pPr marL="1544320" indent="1362075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00000"/>
              <a:buChar char=""/>
              <a:defRPr sz="2000" b="0" i="0">
                <a:solidFill>
                  <a:schemeClr val="dk1"/>
                </a:solidFill>
                <a:latin typeface="Book Antiqua"/>
              </a:defRPr>
            </a:lvl5pPr>
          </a:lstStyle>
          <a:p>
            <a:pPr marL="547370" lvl="0" indent="-410845" algn="ctr">
              <a:spcBef>
                <a:spcPts val="0"/>
              </a:spcBef>
              <a:buNone/>
              <a:defRPr/>
            </a:pPr>
            <a:r>
              <a:rPr lang="en-GB" b="1" i="0" u="none">
                <a:latin typeface="Arial"/>
                <a:ea typeface="Arial"/>
              </a:rPr>
              <a:t>TO BE THE BODY OF THE LORD </a:t>
            </a:r>
            <a:endParaRPr lang="en-GB" b="1" i="0" u="none">
              <a:latin typeface="Arial"/>
              <a:ea typeface="Arial"/>
            </a:endParaRPr>
          </a:p>
          <a:p>
            <a:pPr marL="547370" lvl="0" indent="-410845" algn="ctr">
              <a:spcBef>
                <a:spcPts val="0"/>
              </a:spcBef>
              <a:buNone/>
              <a:defRPr/>
            </a:pPr>
            <a:r>
              <a:rPr lang="en-GB" b="1" i="0" u="none">
                <a:latin typeface="Arial"/>
                <a:ea typeface="Arial"/>
              </a:rPr>
              <a:t>IN THIS WORLD</a:t>
            </a:r>
            <a:endParaRPr lang="en-GB" b="1" i="0" u="none">
              <a:latin typeface="Arial"/>
              <a:ea typeface="Arial"/>
            </a:endParaRPr>
          </a:p>
          <a:p>
            <a:pPr marL="547370" lvl="0" indent="-410845" algn="ctr">
              <a:spcBef>
                <a:spcPts val="0"/>
              </a:spcBef>
              <a:buNone/>
              <a:defRPr/>
            </a:pPr>
            <a:r>
              <a:rPr lang="en-GB" b="1" i="0" u="none">
                <a:latin typeface="Arial"/>
                <a:ea typeface="Arial"/>
              </a:rPr>
              <a:t>TO HAVE HIS SPIRIT COURSING </a:t>
            </a:r>
            <a:endParaRPr lang="en-GB" b="1" i="0" u="none">
              <a:latin typeface="Arial"/>
              <a:ea typeface="Arial"/>
            </a:endParaRPr>
          </a:p>
          <a:p>
            <a:pPr marL="547370" lvl="0" indent="-410845" algn="ctr">
              <a:spcBef>
                <a:spcPts val="0"/>
              </a:spcBef>
              <a:buNone/>
              <a:defRPr/>
            </a:pPr>
            <a:r>
              <a:rPr lang="en-GB" b="1" i="0" u="none">
                <a:latin typeface="Arial"/>
                <a:ea typeface="Arial"/>
              </a:rPr>
              <a:t>THROUGH MY SOUL</a:t>
            </a:r>
            <a:endParaRPr lang="en-GB" b="1" i="0" u="none">
              <a:latin typeface="Arial"/>
              <a:ea typeface="Arial"/>
            </a:endParaRPr>
          </a:p>
          <a:p>
            <a:pPr marL="547370" lvl="0" indent="-410845" algn="ctr">
              <a:spcBef>
                <a:spcPts val="0"/>
              </a:spcBef>
              <a:buNone/>
              <a:defRPr/>
            </a:pPr>
            <a:r>
              <a:rPr lang="en-GB" b="1" i="0" u="none">
                <a:latin typeface="Arial"/>
                <a:ea typeface="Arial"/>
              </a:rPr>
              <a:t>TO KNOW THE PASSION OF MY JESUS</a:t>
            </a:r>
            <a:endParaRPr lang="en-GB" b="1" i="0" u="none">
              <a:latin typeface="Arial"/>
              <a:ea typeface="Arial"/>
            </a:endParaRPr>
          </a:p>
          <a:p>
            <a:pPr marL="547370" lvl="0" indent="-410845" algn="ctr">
              <a:spcBef>
                <a:spcPts val="0"/>
              </a:spcBef>
              <a:buNone/>
              <a:defRPr/>
            </a:pPr>
            <a:r>
              <a:rPr lang="en-GB" b="1" i="0" u="none">
                <a:latin typeface="Arial"/>
                <a:ea typeface="Arial"/>
              </a:rPr>
              <a:t>IN HIS LOVE FOR EVERY MAN</a:t>
            </a:r>
            <a:endParaRPr lang="en-GB" b="1" i="0" u="none">
              <a:latin typeface="Arial"/>
              <a:ea typeface="Arial"/>
            </a:endParaRPr>
          </a:p>
          <a:p>
            <a:pPr marL="547370" lvl="0" indent="-410845" algn="ctr">
              <a:spcBef>
                <a:spcPts val="0"/>
              </a:spcBef>
              <a:buNone/>
              <a:defRPr/>
            </a:pPr>
            <a:r>
              <a:rPr lang="en-GB" b="1" i="0" u="none">
                <a:latin typeface="Arial"/>
                <a:ea typeface="Arial"/>
              </a:rPr>
              <a:t>TO SHOW HIS MERCY</a:t>
            </a:r>
            <a:endParaRPr lang="en-GB" b="1" i="0" u="none">
              <a:latin typeface="Arial"/>
              <a:ea typeface="Arial"/>
            </a:endParaRPr>
          </a:p>
          <a:p>
            <a:pPr marL="547370" lvl="0" indent="-410845" algn="ctr">
              <a:spcBef>
                <a:spcPts val="0"/>
              </a:spcBef>
              <a:buNone/>
              <a:defRPr/>
            </a:pPr>
            <a:r>
              <a:rPr lang="en-GB" b="1" i="0" u="none">
                <a:latin typeface="Arial"/>
                <a:ea typeface="Arial"/>
              </a:rPr>
              <a:t>IN THE SHADOWS OF THIS LAND</a:t>
            </a:r>
            <a:endParaRPr lang="en-GB" b="1" i="0" u="none">
              <a:latin typeface="Arial"/>
              <a:ea typeface="Arial"/>
            </a:endParaRPr>
          </a:p>
          <a:p>
            <a:pPr marL="547370" lvl="0" indent="-410845" algn="ctr">
              <a:spcBef>
                <a:spcPts val="0"/>
              </a:spcBef>
              <a:buNone/>
              <a:defRPr/>
            </a:pPr>
            <a:endParaRPr lang="en-US"/>
          </a:p>
          <a:p>
            <a:pPr marL="547370" lvl="0" indent="-410845" algn="ctr">
              <a:spcBef>
                <a:spcPts val="0"/>
              </a:spcBef>
              <a:buNone/>
              <a:defRPr/>
            </a:pPr>
            <a:endParaRPr lang="en-US"/>
          </a:p>
        </p:txBody>
      </p:sp>
      <p:pic>
        <p:nvPicPr>
          <p:cNvPr id="190003472" name="Picture 3" descr="C:\Users\Guini\Desktop\New folder\Cross.jpg"/>
          <p:cNvPicPr>
            <a:picLocks noGrp="1" noChangeAspect="1"/>
          </p:cNvPicPr>
          <p:nvPr/>
        </p:nvPicPr>
        <p:blipFill rotWithShape="1">
          <a:blip r:embed="rId1"/>
          <a:stretch>
            <a:fillRect/>
          </a:stretch>
        </p:blipFill>
        <p:spPr bwMode="auto">
          <a:xfrm>
            <a:off x="4071937" y="5000625"/>
            <a:ext cx="1219200" cy="1544637"/>
          </a:xfrm>
          <a:prstGeom prst="rect">
            <a:avLst/>
          </a:prstGeom>
          <a:noFill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9421294" name="AutoShape 7" descr="What Are the Parables of the Hidden Treasure and Pearl About? - Jesus Film  Project"/>
          <p:cNvSpPr>
            <a:spLocks noGrp="1" noChangeShapeType="1"/>
          </p:cNvSpPr>
          <p:nvPr/>
        </p:nvSpPr>
        <p:spPr bwMode="auto">
          <a:xfrm>
            <a:off x="155574" y="-144461"/>
            <a:ext cx="304799" cy="304799"/>
          </a:xfrm>
          <a:prstGeom prst="rect">
            <a:avLst/>
          </a:prstGeom>
          <a:noFill/>
        </p:spPr>
        <p:txBody>
          <a:bodyPr lIns="91422" tIns="45711" rIns="91422" bIns="45711"/>
          <a:lstStyle/>
          <a:p>
            <a:pPr>
              <a:defRPr/>
            </a:pPr>
            <a:endParaRPr sz="1400"/>
          </a:p>
        </p:txBody>
      </p:sp>
      <p:sp>
        <p:nvSpPr>
          <p:cNvPr id="925995279" name="AutoShape 9" descr="What Are the Parables of the Hidden Treasure and Pearl About? - Jesus Film  Project"/>
          <p:cNvSpPr>
            <a:spLocks noGrp="1" noChangeShapeType="1"/>
          </p:cNvSpPr>
          <p:nvPr/>
        </p:nvSpPr>
        <p:spPr bwMode="auto">
          <a:xfrm>
            <a:off x="155574" y="-144461"/>
            <a:ext cx="304799" cy="304799"/>
          </a:xfrm>
          <a:prstGeom prst="rect">
            <a:avLst/>
          </a:prstGeom>
          <a:noFill/>
        </p:spPr>
        <p:txBody>
          <a:bodyPr lIns="91422" tIns="45711" rIns="91422" bIns="45711"/>
          <a:lstStyle/>
          <a:p>
            <a:pPr>
              <a:defRPr/>
            </a:pPr>
            <a:endParaRPr sz="1400"/>
          </a:p>
        </p:txBody>
      </p:sp>
      <p:sp>
        <p:nvSpPr>
          <p:cNvPr id="1595699614" name="AutoShape 11" descr="What Are the Parables of the Hidden Treasure and Pearl About? - Jesus Film  Project"/>
          <p:cNvSpPr>
            <a:spLocks noGrp="1" noChangeShapeType="1"/>
          </p:cNvSpPr>
          <p:nvPr/>
        </p:nvSpPr>
        <p:spPr bwMode="auto">
          <a:xfrm>
            <a:off x="155574" y="-144461"/>
            <a:ext cx="304799" cy="304799"/>
          </a:xfrm>
          <a:prstGeom prst="rect">
            <a:avLst/>
          </a:prstGeom>
          <a:noFill/>
        </p:spPr>
        <p:txBody>
          <a:bodyPr lIns="91422" tIns="45711" rIns="91422" bIns="45711"/>
          <a:lstStyle/>
          <a:p>
            <a:pPr>
              <a:defRPr/>
            </a:pPr>
            <a:endParaRPr sz="1400"/>
          </a:p>
        </p:txBody>
      </p:sp>
      <p:sp>
        <p:nvSpPr>
          <p:cNvPr id="66577554" name="AutoShape 13" descr="What Are the Parables of the Hidden Treasure and Pearl About? - Jesus Film  Project"/>
          <p:cNvSpPr>
            <a:spLocks noGrp="1" noChangeShapeType="1"/>
          </p:cNvSpPr>
          <p:nvPr/>
        </p:nvSpPr>
        <p:spPr bwMode="auto">
          <a:xfrm>
            <a:off x="155574" y="-144461"/>
            <a:ext cx="304799" cy="304799"/>
          </a:xfrm>
          <a:prstGeom prst="rect">
            <a:avLst/>
          </a:prstGeom>
          <a:noFill/>
        </p:spPr>
        <p:txBody>
          <a:bodyPr lIns="91422" tIns="45711" rIns="91422" bIns="45711"/>
          <a:lstStyle/>
          <a:p>
            <a:pPr>
              <a:defRPr/>
            </a:pPr>
            <a:endParaRPr sz="1400"/>
          </a:p>
        </p:txBody>
      </p:sp>
      <p:sp>
        <p:nvSpPr>
          <p:cNvPr id="704632637" name="AutoShape 15" descr="What Are the Parables of the Hidden Treasure and Pearl About? - Jesus Film  Project"/>
          <p:cNvSpPr>
            <a:spLocks noGrp="1" noChangeShapeType="1"/>
          </p:cNvSpPr>
          <p:nvPr/>
        </p:nvSpPr>
        <p:spPr bwMode="auto">
          <a:xfrm>
            <a:off x="155574" y="-144461"/>
            <a:ext cx="304799" cy="304799"/>
          </a:xfrm>
          <a:prstGeom prst="rect">
            <a:avLst/>
          </a:prstGeom>
          <a:noFill/>
        </p:spPr>
        <p:txBody>
          <a:bodyPr lIns="91422" tIns="45711" rIns="91422" bIns="45711"/>
          <a:lstStyle/>
          <a:p>
            <a:pPr>
              <a:defRPr/>
            </a:pPr>
            <a:endParaRPr sz="1400"/>
          </a:p>
        </p:txBody>
      </p:sp>
      <p:sp>
        <p:nvSpPr>
          <p:cNvPr id="710314843" name="AutoShape 17" descr="https://www.jesusfilm.org/wp-content/uploads/2022/11/1541008305698.jpg?w=700"/>
          <p:cNvSpPr>
            <a:spLocks noGrp="1" noChangeShapeType="1"/>
          </p:cNvSpPr>
          <p:nvPr/>
        </p:nvSpPr>
        <p:spPr bwMode="auto">
          <a:xfrm>
            <a:off x="155574" y="-144461"/>
            <a:ext cx="304799" cy="304799"/>
          </a:xfrm>
          <a:prstGeom prst="rect">
            <a:avLst/>
          </a:prstGeom>
          <a:noFill/>
        </p:spPr>
        <p:txBody>
          <a:bodyPr lIns="91422" tIns="45711" rIns="91422" bIns="45711"/>
          <a:lstStyle/>
          <a:p>
            <a:pPr>
              <a:defRPr/>
            </a:pPr>
            <a:endParaRPr sz="1400"/>
          </a:p>
        </p:txBody>
      </p:sp>
      <p:sp>
        <p:nvSpPr>
          <p:cNvPr id="135289847" name="AutoShape 19" descr="https://www.jesusfilm.org/wp-content/uploads/2022/11/1541008305698.jpg?w=700"/>
          <p:cNvSpPr>
            <a:spLocks noGrp="1" noChangeShapeType="1"/>
          </p:cNvSpPr>
          <p:nvPr/>
        </p:nvSpPr>
        <p:spPr bwMode="auto">
          <a:xfrm>
            <a:off x="155574" y="-144461"/>
            <a:ext cx="304799" cy="304799"/>
          </a:xfrm>
          <a:prstGeom prst="rect">
            <a:avLst/>
          </a:prstGeom>
          <a:noFill/>
        </p:spPr>
        <p:txBody>
          <a:bodyPr lIns="91422" tIns="45711" rIns="91422" bIns="45711"/>
          <a:lstStyle/>
          <a:p>
            <a:pPr>
              <a:defRPr/>
            </a:pPr>
            <a:endParaRPr sz="1400"/>
          </a:p>
        </p:txBody>
      </p:sp>
      <p:sp>
        <p:nvSpPr>
          <p:cNvPr id="2137759219" name="AutoShape 21" descr="https://www.jesusfilm.org/wp-content/uploads/2022/11/1541008305698.jpg?w=700"/>
          <p:cNvSpPr>
            <a:spLocks noGrp="1" noChangeShapeType="1"/>
          </p:cNvSpPr>
          <p:nvPr/>
        </p:nvSpPr>
        <p:spPr bwMode="auto">
          <a:xfrm>
            <a:off x="155574" y="-144461"/>
            <a:ext cx="304799" cy="304799"/>
          </a:xfrm>
          <a:prstGeom prst="rect">
            <a:avLst/>
          </a:prstGeom>
          <a:noFill/>
        </p:spPr>
        <p:txBody>
          <a:bodyPr lIns="91422" tIns="45711" rIns="91422" bIns="45711"/>
          <a:lstStyle/>
          <a:p>
            <a:pPr>
              <a:defRPr/>
            </a:pPr>
            <a:endParaRPr sz="14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10625542" name="Rectangle 3"/>
          <p:cNvSpPr>
            <a:spLocks noGrp="1" noChangeShapeType="1"/>
          </p:cNvSpPr>
          <p:nvPr>
            <p:ph/>
          </p:nvPr>
        </p:nvSpPr>
        <p:spPr bwMode="auto">
          <a:xfrm>
            <a:off x="457200" y="762000"/>
            <a:ext cx="8229600" cy="5364162"/>
          </a:xfrm>
          <a:prstGeom prst="rect">
            <a:avLst/>
          </a:prstGeom>
        </p:spPr>
        <p:txBody>
          <a:bodyPr lIns="91423" tIns="45711" rIns="91423" bIns="45711" anchor="t"/>
          <a:lstStyle>
            <a:lvl1pPr marL="546100" indent="136525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9F9F9"/>
              </a:buClr>
              <a:buSzPct val="65000"/>
              <a:buChar char=""/>
              <a:defRPr sz="2800" b="0" i="0">
                <a:solidFill>
                  <a:schemeClr val="dk1"/>
                </a:solidFill>
                <a:latin typeface="Book Antiqua"/>
              </a:defRPr>
            </a:lvl1pPr>
            <a:lvl2pPr marL="866775" indent="58547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80000"/>
              <a:buChar char=""/>
              <a:defRPr sz="2400" b="0" i="0">
                <a:solidFill>
                  <a:schemeClr val="dk1"/>
                </a:solidFill>
                <a:latin typeface="Book Antiqua"/>
              </a:defRPr>
            </a:lvl2pPr>
            <a:lvl3pPr marL="1131570" indent="904875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95000"/>
              <a:buChar char=""/>
              <a:defRPr sz="2200" b="0" i="0">
                <a:solidFill>
                  <a:schemeClr val="dk1"/>
                </a:solidFill>
                <a:latin typeface="Book Antiqua"/>
              </a:defRPr>
            </a:lvl3pPr>
            <a:lvl4pPr marL="1350645" indent="116967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00000"/>
              <a:buChar char=""/>
              <a:defRPr sz="2000" b="0" i="0">
                <a:solidFill>
                  <a:schemeClr val="dk1"/>
                </a:solidFill>
                <a:latin typeface="Book Antiqua"/>
              </a:defRPr>
            </a:lvl4pPr>
            <a:lvl5pPr marL="1543050" indent="1362075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00000"/>
              <a:buChar char=""/>
              <a:defRPr sz="2000" b="0" i="0">
                <a:solidFill>
                  <a:schemeClr val="dk1"/>
                </a:solidFill>
                <a:latin typeface="Book Antiqua"/>
              </a:defRPr>
            </a:lvl5pPr>
          </a:lstStyle>
          <a:p>
            <a:pPr marL="546100" lvl="0" indent="-409575" algn="ctr">
              <a:spcBef>
                <a:spcPts val="0"/>
              </a:spcBef>
              <a:buNone/>
              <a:defRPr/>
            </a:pPr>
            <a:endParaRPr lang="en-US"/>
          </a:p>
          <a:p>
            <a:pPr marL="546100" lvl="0" indent="-409575" algn="ctr">
              <a:spcBef>
                <a:spcPts val="0"/>
              </a:spcBef>
              <a:buNone/>
              <a:defRPr/>
            </a:pPr>
            <a:r>
              <a:rPr lang="en-ZA" b="1" i="0" u="none">
                <a:latin typeface="Arial"/>
                <a:ea typeface="Arial"/>
              </a:rPr>
              <a:t>HOLY, HOLY, HOLY</a:t>
            </a:r>
            <a:endParaRPr lang="en-ZA" b="1" i="0" u="none">
              <a:latin typeface="Arial"/>
              <a:ea typeface="Arial"/>
            </a:endParaRPr>
          </a:p>
          <a:p>
            <a:pPr marL="546100" lvl="0" indent="-409575" algn="ctr">
              <a:spcBef>
                <a:spcPts val="0"/>
              </a:spcBef>
              <a:buNone/>
              <a:defRPr/>
            </a:pPr>
            <a:r>
              <a:rPr lang="en-ZA" b="1" i="0" u="none">
                <a:latin typeface="Arial"/>
                <a:ea typeface="Arial"/>
              </a:rPr>
              <a:t>LORD GOD OF HOSTS</a:t>
            </a:r>
            <a:endParaRPr lang="en-ZA" b="1" i="0" u="none">
              <a:latin typeface="Arial"/>
              <a:ea typeface="Arial"/>
            </a:endParaRPr>
          </a:p>
          <a:p>
            <a:pPr marL="546100" lvl="0" indent="-409575" algn="ctr">
              <a:spcBef>
                <a:spcPts val="0"/>
              </a:spcBef>
              <a:buNone/>
              <a:defRPr/>
            </a:pPr>
            <a:r>
              <a:rPr lang="en-ZA" b="1" i="0" u="none">
                <a:latin typeface="Arial"/>
                <a:ea typeface="Arial"/>
              </a:rPr>
              <a:t>HEAVEN AND EARTH </a:t>
            </a:r>
            <a:endParaRPr lang="en-ZA" b="1" i="0" u="none">
              <a:latin typeface="Arial"/>
              <a:ea typeface="Arial"/>
            </a:endParaRPr>
          </a:p>
          <a:p>
            <a:pPr marL="546100" lvl="0" indent="-409575" algn="ctr">
              <a:spcBef>
                <a:spcPts val="0"/>
              </a:spcBef>
              <a:buNone/>
              <a:defRPr/>
            </a:pPr>
            <a:r>
              <a:rPr lang="en-ZA" b="1" i="0" u="none">
                <a:latin typeface="Arial"/>
                <a:ea typeface="Arial"/>
              </a:rPr>
              <a:t>ARE FULL OF YOUR GLORY</a:t>
            </a:r>
            <a:endParaRPr lang="en-ZA" b="1" i="0" u="none">
              <a:latin typeface="Arial"/>
              <a:ea typeface="Arial"/>
            </a:endParaRPr>
          </a:p>
          <a:p>
            <a:pPr marL="546100" lvl="0" indent="-409575" algn="ctr">
              <a:spcBef>
                <a:spcPts val="0"/>
              </a:spcBef>
              <a:buNone/>
              <a:defRPr/>
            </a:pPr>
            <a:r>
              <a:rPr lang="en-ZA" b="1" i="0" u="none">
                <a:latin typeface="Arial"/>
                <a:ea typeface="Arial"/>
              </a:rPr>
              <a:t>HOSANNA IN THE HIGHEST</a:t>
            </a:r>
            <a:endParaRPr lang="en-ZA" b="1" i="0" u="none">
              <a:latin typeface="Arial"/>
              <a:ea typeface="Arial"/>
            </a:endParaRPr>
          </a:p>
        </p:txBody>
      </p:sp>
      <p:sp>
        <p:nvSpPr>
          <p:cNvPr id="3" name="Text Box 2"/>
          <p:cNvSpPr txBox="1">
            <a:spLocks noGrp="1" noChangeShapeType="1"/>
          </p:cNvSpPr>
          <p:nvPr/>
        </p:nvSpPr>
        <p:spPr bwMode="auto">
          <a:xfrm>
            <a:off x="457200" y="142875"/>
            <a:ext cx="8229600" cy="520700"/>
          </a:xfrm>
          <a:prstGeom prst="rect">
            <a:avLst/>
          </a:prstGeom>
          <a:noFill/>
        </p:spPr>
        <p:txBody>
          <a:bodyPr wrap="none" anchor="ctr" anchorCtr="0"/>
          <a:lstStyle>
            <a:lvl1pPr marL="0" indent="0" algn="l" defTabSz="44894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Arial"/>
                <a:ea typeface="Arial"/>
              </a:defRPr>
            </a:lvl1pPr>
            <a:lvl2pPr marL="455295" indent="457200" algn="l" defTabSz="44894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Arial"/>
                <a:ea typeface="Arial"/>
              </a:defRPr>
            </a:lvl2pPr>
            <a:lvl3pPr marL="912495" indent="914400" algn="l" defTabSz="44894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Arial"/>
                <a:ea typeface="Arial"/>
              </a:defRPr>
            </a:lvl3pPr>
            <a:lvl4pPr marL="1369695" indent="1371600" algn="l" defTabSz="44894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Arial"/>
                <a:ea typeface="Arial"/>
              </a:defRPr>
            </a:lvl4pPr>
            <a:lvl5pPr marL="1826895" indent="1828800" algn="l" defTabSz="44894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Arial"/>
                <a:ea typeface="Arial"/>
              </a:defRPr>
            </a:lvl5pPr>
            <a:lvl6pPr defTabSz="448945">
              <a:defRPr lang="en-US" sz="1800"/>
            </a:lvl6pPr>
            <a:lvl7pPr defTabSz="448945">
              <a:defRPr lang="en-US" sz="1800"/>
            </a:lvl7pPr>
            <a:lvl8pPr defTabSz="448945">
              <a:defRPr lang="en-US" sz="1800"/>
            </a:lvl8pPr>
            <a:lvl9pPr defTabSz="448945">
              <a:defRPr lang="en-US" sz="1800"/>
            </a:lvl9pPr>
          </a:lstStyle>
          <a:p>
            <a:pPr marL="0" lvl="0" indent="0" algn="ctr">
              <a:spcBef>
                <a:spcPts val="0"/>
              </a:spcBef>
              <a:buNone/>
              <a:defRPr/>
            </a:pPr>
            <a:r>
              <a:rPr lang="en-ZA" altLang="en-US" sz="4000" b="1" u="sng">
                <a:solidFill>
                  <a:srgbClr val="FFF2CC"/>
                </a:solidFill>
                <a:sym typeface="+mn-ea"/>
              </a:rPr>
              <a:t>Sanctus</a:t>
            </a:r>
            <a:endParaRPr lang="en-ZA" altLang="en-US" sz="4000" b="1" i="0" u="sng">
              <a:solidFill>
                <a:srgbClr val="FFF2CC"/>
              </a:solidFill>
              <a:ea typeface="Microsoft YaHei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78983171" name="Rectangle 2"/>
          <p:cNvSpPr>
            <a:spLocks noGrp="1" noChangeShapeType="1"/>
          </p:cNvSpPr>
          <p:nvPr>
            <p:ph type="title"/>
          </p:nvPr>
        </p:nvSpPr>
        <p:spPr bwMode="auto">
          <a:xfrm>
            <a:off x="457200" y="274637"/>
            <a:ext cx="8229600" cy="258762"/>
          </a:xfrm>
          <a:prstGeom prst="rect">
            <a:avLst/>
          </a:prstGeom>
        </p:spPr>
        <p:txBody>
          <a:bodyPr lIns="91423" tIns="45711" rIns="91423" bIns="45711" anchor="ctr" anchorCtr="0"/>
          <a:lstStyle/>
          <a:p>
            <a:pPr>
              <a:defRPr/>
            </a:pPr>
            <a:endParaRPr sz="1400"/>
          </a:p>
        </p:txBody>
      </p:sp>
      <p:sp>
        <p:nvSpPr>
          <p:cNvPr id="1603978065" name="Rectangle 3"/>
          <p:cNvSpPr>
            <a:spLocks noGrp="1" noChangeShapeType="1"/>
          </p:cNvSpPr>
          <p:nvPr>
            <p:ph/>
          </p:nvPr>
        </p:nvSpPr>
        <p:spPr bwMode="auto">
          <a:xfrm>
            <a:off x="457200" y="685800"/>
            <a:ext cx="8229600" cy="5440361"/>
          </a:xfrm>
          <a:prstGeom prst="rect">
            <a:avLst/>
          </a:prstGeom>
        </p:spPr>
        <p:txBody>
          <a:bodyPr lIns="91423" tIns="45711" rIns="91423" bIns="45711" anchor="t"/>
          <a:lstStyle>
            <a:lvl1pPr marL="546100" indent="136525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9F9F9"/>
              </a:buClr>
              <a:buSzPct val="65000"/>
              <a:buChar char=""/>
              <a:defRPr sz="2800" b="0" i="0">
                <a:solidFill>
                  <a:schemeClr val="dk1"/>
                </a:solidFill>
                <a:latin typeface="Book Antiqua"/>
              </a:defRPr>
            </a:lvl1pPr>
            <a:lvl2pPr marL="866775" indent="58547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80000"/>
              <a:buChar char=""/>
              <a:defRPr sz="2400" b="0" i="0">
                <a:solidFill>
                  <a:schemeClr val="dk1"/>
                </a:solidFill>
                <a:latin typeface="Book Antiqua"/>
              </a:defRPr>
            </a:lvl2pPr>
            <a:lvl3pPr marL="1131570" indent="904875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95000"/>
              <a:buChar char=""/>
              <a:defRPr sz="2200" b="0" i="0">
                <a:solidFill>
                  <a:schemeClr val="dk1"/>
                </a:solidFill>
                <a:latin typeface="Book Antiqua"/>
              </a:defRPr>
            </a:lvl3pPr>
            <a:lvl4pPr marL="1350645" indent="116967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00000"/>
              <a:buChar char=""/>
              <a:defRPr sz="2000" b="0" i="0">
                <a:solidFill>
                  <a:schemeClr val="dk1"/>
                </a:solidFill>
                <a:latin typeface="Book Antiqua"/>
              </a:defRPr>
            </a:lvl4pPr>
            <a:lvl5pPr marL="1543050" indent="1362075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00000"/>
              <a:buChar char=""/>
              <a:defRPr sz="2000" b="0" i="0">
                <a:solidFill>
                  <a:schemeClr val="dk1"/>
                </a:solidFill>
                <a:latin typeface="Book Antiqua"/>
              </a:defRPr>
            </a:lvl5pPr>
          </a:lstStyle>
          <a:p>
            <a:pPr marL="547370" lvl="0" indent="-410845" algn="ctr">
              <a:spcBef>
                <a:spcPts val="0"/>
              </a:spcBef>
              <a:buNone/>
              <a:defRPr/>
            </a:pPr>
            <a:r>
              <a:rPr lang="en-ZA" b="1" i="0" u="none">
                <a:latin typeface="Arial"/>
                <a:ea typeface="Arial"/>
              </a:rPr>
              <a:t>BLESSED IS HE WHO COMES</a:t>
            </a:r>
            <a:endParaRPr lang="en-ZA" b="1" i="0" u="none">
              <a:latin typeface="Arial"/>
              <a:ea typeface="Arial"/>
            </a:endParaRPr>
          </a:p>
          <a:p>
            <a:pPr marL="547370" lvl="0" indent="-410845" algn="ctr">
              <a:spcBef>
                <a:spcPts val="0"/>
              </a:spcBef>
              <a:buNone/>
              <a:defRPr/>
            </a:pPr>
            <a:r>
              <a:rPr lang="en-ZA" b="1" i="0" u="none">
                <a:latin typeface="Arial"/>
                <a:ea typeface="Arial"/>
              </a:rPr>
              <a:t>IN THE NAME OF THE LORD</a:t>
            </a:r>
            <a:endParaRPr lang="en-ZA" b="1" i="0" u="none">
              <a:latin typeface="Arial"/>
              <a:ea typeface="Arial"/>
            </a:endParaRPr>
          </a:p>
          <a:p>
            <a:pPr marL="547370" lvl="0" indent="-410845" algn="ctr">
              <a:spcBef>
                <a:spcPts val="0"/>
              </a:spcBef>
              <a:buNone/>
              <a:defRPr/>
            </a:pPr>
            <a:r>
              <a:rPr lang="en-ZA" b="1" i="0" u="none">
                <a:latin typeface="Arial"/>
                <a:ea typeface="Arial"/>
              </a:rPr>
              <a:t>HOSANNA IN THE HIGHEST</a:t>
            </a:r>
            <a:endParaRPr lang="en-ZA" b="1" i="0" u="none">
              <a:latin typeface="Arial"/>
              <a:ea typeface="Arial"/>
            </a:endParaRPr>
          </a:p>
          <a:p>
            <a:pPr marL="547370" lvl="0" indent="-410845" algn="ctr">
              <a:spcBef>
                <a:spcPts val="0"/>
              </a:spcBef>
              <a:buNone/>
              <a:defRPr/>
            </a:pPr>
            <a:r>
              <a:rPr lang="en-ZA" b="1" i="0" u="none">
                <a:latin typeface="Arial"/>
                <a:ea typeface="Arial"/>
              </a:rPr>
              <a:t>HOSANNA IN THE HIGHEST</a:t>
            </a:r>
            <a:endParaRPr lang="en-ZA" b="1" i="0" u="none">
              <a:latin typeface="Arial"/>
              <a:ea typeface="Arial"/>
            </a:endParaRPr>
          </a:p>
          <a:p>
            <a:pPr marL="547370" lvl="0" indent="-410845" algn="ctr">
              <a:spcBef>
                <a:spcPts val="0"/>
              </a:spcBef>
              <a:buNone/>
              <a:defRPr/>
            </a:pPr>
            <a:endParaRPr lang="en-US"/>
          </a:p>
          <a:p>
            <a:pPr marL="547370" lvl="0" indent="-410845" algn="ctr">
              <a:spcBef>
                <a:spcPts val="0"/>
              </a:spcBef>
              <a:buNone/>
              <a:defRPr/>
            </a:pPr>
            <a:r>
              <a:rPr sz="1800" b="1" i="1" u="none">
                <a:latin typeface="Arial"/>
                <a:ea typeface="Arial"/>
              </a:rPr>
              <a:t>Mass of Renew</a:t>
            </a:r>
            <a:endParaRPr sz="1800" b="1" i="1" u="none">
              <a:latin typeface="Arial"/>
              <a:ea typeface="Arial"/>
            </a:endParaRPr>
          </a:p>
          <a:p>
            <a:pPr marL="547370" lvl="0" indent="-410845" algn="ctr">
              <a:spcBef>
                <a:spcPts val="0"/>
              </a:spcBef>
              <a:buNone/>
              <a:defRPr/>
            </a:pPr>
            <a:r>
              <a:rPr sz="1800" b="1" i="1" u="none">
                <a:latin typeface="Arial"/>
                <a:ea typeface="Arial"/>
              </a:rPr>
              <a:t>Curtis Stephan</a:t>
            </a:r>
            <a:endParaRPr sz="1800" b="1" i="1" u="none">
              <a:latin typeface="Arial"/>
              <a:ea typeface="Arial"/>
            </a:endParaRPr>
          </a:p>
          <a:p>
            <a:pPr marL="547370" lvl="0" indent="-410845" algn="ctr">
              <a:spcBef>
                <a:spcPts val="0"/>
              </a:spcBef>
              <a:buNone/>
              <a:defRPr/>
            </a:pPr>
            <a:endParaRPr sz="1800" b="1" i="1" u="none">
              <a:latin typeface="Arial"/>
              <a:ea typeface="Arial"/>
            </a:endParaRPr>
          </a:p>
          <a:p>
            <a:pPr marL="547370" lvl="0" indent="-410845">
              <a:spcBef>
                <a:spcPts val="0"/>
              </a:spcBef>
              <a:buClr>
                <a:srgbClr val="F9F9F9"/>
              </a:buClr>
              <a:buSzPct val="65000"/>
              <a:buFont typeface="Wingdings 2"/>
              <a:buChar char=""/>
              <a:defRPr/>
            </a:pPr>
            <a:endParaRPr sz="1800" b="1" i="1" u="none">
              <a:latin typeface="Arial"/>
              <a:ea typeface="Arial"/>
            </a:endParaRPr>
          </a:p>
          <a:p>
            <a:pPr marL="547370" lvl="0" indent="-410845">
              <a:spcBef>
                <a:spcPts val="0"/>
              </a:spcBef>
              <a:buNone/>
              <a:defRPr/>
            </a:pPr>
            <a:endParaRPr lang="en-US"/>
          </a:p>
          <a:p>
            <a:pPr marL="547370" lvl="0" indent="-410845">
              <a:spcBef>
                <a:spcPts val="0"/>
              </a:spcBef>
              <a:buNone/>
              <a:defRPr/>
            </a:pPr>
            <a:r>
              <a:rPr lang="en-ZA" b="0" i="0" u="none">
                <a:latin typeface="Arial"/>
                <a:ea typeface="Arial"/>
              </a:rPr>
              <a:t> </a:t>
            </a:r>
            <a:endParaRPr lang="en-ZA" b="0" i="0" u="none">
              <a:latin typeface="Arial"/>
              <a:ea typeface="Arial"/>
            </a:endParaRPr>
          </a:p>
          <a:p>
            <a:pPr marL="547370" lvl="0" indent="-410845" algn="ctr">
              <a:spcBef>
                <a:spcPts val="0"/>
              </a:spcBef>
              <a:buNone/>
              <a:defRPr/>
            </a:pPr>
            <a:endParaRPr lang="en-ZA" b="0" i="0" u="none">
              <a:latin typeface="Arial"/>
              <a:ea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29011779" name="AutoShape 7" descr="What Are the Parables of the Hidden Treasure and Pearl About? - Jesus Film  Project"/>
          <p:cNvSpPr>
            <a:spLocks noGrp="1" noChangeShapeType="1"/>
          </p:cNvSpPr>
          <p:nvPr/>
        </p:nvSpPr>
        <p:spPr bwMode="auto">
          <a:xfrm>
            <a:off x="155574" y="-144461"/>
            <a:ext cx="304799" cy="304799"/>
          </a:xfrm>
          <a:prstGeom prst="rect">
            <a:avLst/>
          </a:prstGeom>
          <a:noFill/>
        </p:spPr>
        <p:txBody>
          <a:bodyPr lIns="91422" tIns="45711" rIns="91422" bIns="45711"/>
          <a:lstStyle/>
          <a:p>
            <a:pPr>
              <a:defRPr/>
            </a:pPr>
            <a:endParaRPr sz="1400"/>
          </a:p>
        </p:txBody>
      </p:sp>
      <p:sp>
        <p:nvSpPr>
          <p:cNvPr id="471583430" name="AutoShape 9" descr="What Are the Parables of the Hidden Treasure and Pearl About? - Jesus Film  Project"/>
          <p:cNvSpPr>
            <a:spLocks noGrp="1" noChangeShapeType="1"/>
          </p:cNvSpPr>
          <p:nvPr/>
        </p:nvSpPr>
        <p:spPr bwMode="auto">
          <a:xfrm>
            <a:off x="155574" y="-144461"/>
            <a:ext cx="304799" cy="304799"/>
          </a:xfrm>
          <a:prstGeom prst="rect">
            <a:avLst/>
          </a:prstGeom>
          <a:noFill/>
        </p:spPr>
        <p:txBody>
          <a:bodyPr lIns="91422" tIns="45711" rIns="91422" bIns="45711"/>
          <a:lstStyle/>
          <a:p>
            <a:pPr>
              <a:defRPr/>
            </a:pPr>
            <a:endParaRPr sz="1400"/>
          </a:p>
        </p:txBody>
      </p:sp>
      <p:sp>
        <p:nvSpPr>
          <p:cNvPr id="1337467417" name="AutoShape 11" descr="What Are the Parables of the Hidden Treasure and Pearl About? - Jesus Film  Project"/>
          <p:cNvSpPr>
            <a:spLocks noGrp="1" noChangeShapeType="1"/>
          </p:cNvSpPr>
          <p:nvPr/>
        </p:nvSpPr>
        <p:spPr bwMode="auto">
          <a:xfrm>
            <a:off x="155574" y="-144461"/>
            <a:ext cx="304799" cy="304799"/>
          </a:xfrm>
          <a:prstGeom prst="rect">
            <a:avLst/>
          </a:prstGeom>
          <a:noFill/>
        </p:spPr>
        <p:txBody>
          <a:bodyPr lIns="91422" tIns="45711" rIns="91422" bIns="45711"/>
          <a:lstStyle/>
          <a:p>
            <a:pPr>
              <a:defRPr/>
            </a:pPr>
            <a:endParaRPr sz="1400"/>
          </a:p>
        </p:txBody>
      </p:sp>
      <p:sp>
        <p:nvSpPr>
          <p:cNvPr id="294628922" name="AutoShape 13" descr="What Are the Parables of the Hidden Treasure and Pearl About? - Jesus Film  Project"/>
          <p:cNvSpPr>
            <a:spLocks noGrp="1" noChangeShapeType="1"/>
          </p:cNvSpPr>
          <p:nvPr/>
        </p:nvSpPr>
        <p:spPr bwMode="auto">
          <a:xfrm>
            <a:off x="155574" y="-144461"/>
            <a:ext cx="304799" cy="304799"/>
          </a:xfrm>
          <a:prstGeom prst="rect">
            <a:avLst/>
          </a:prstGeom>
          <a:noFill/>
        </p:spPr>
        <p:txBody>
          <a:bodyPr lIns="91422" tIns="45711" rIns="91422" bIns="45711"/>
          <a:lstStyle/>
          <a:p>
            <a:pPr>
              <a:defRPr/>
            </a:pPr>
            <a:endParaRPr sz="1400"/>
          </a:p>
        </p:txBody>
      </p:sp>
      <p:sp>
        <p:nvSpPr>
          <p:cNvPr id="1363883184" name="AutoShape 15" descr="What Are the Parables of the Hidden Treasure and Pearl About? - Jesus Film  Project"/>
          <p:cNvSpPr>
            <a:spLocks noGrp="1" noChangeShapeType="1"/>
          </p:cNvSpPr>
          <p:nvPr/>
        </p:nvSpPr>
        <p:spPr bwMode="auto">
          <a:xfrm>
            <a:off x="155574" y="-144461"/>
            <a:ext cx="304799" cy="304799"/>
          </a:xfrm>
          <a:prstGeom prst="rect">
            <a:avLst/>
          </a:prstGeom>
          <a:noFill/>
        </p:spPr>
        <p:txBody>
          <a:bodyPr lIns="91422" tIns="45711" rIns="91422" bIns="45711"/>
          <a:lstStyle/>
          <a:p>
            <a:pPr>
              <a:defRPr/>
            </a:pPr>
            <a:endParaRPr sz="1400"/>
          </a:p>
        </p:txBody>
      </p:sp>
      <p:sp>
        <p:nvSpPr>
          <p:cNvPr id="345359927" name="AutoShape 17" descr="https://www.jesusfilm.org/wp-content/uploads/2022/11/1541008305698.jpg?w=700"/>
          <p:cNvSpPr>
            <a:spLocks noGrp="1" noChangeShapeType="1"/>
          </p:cNvSpPr>
          <p:nvPr/>
        </p:nvSpPr>
        <p:spPr bwMode="auto">
          <a:xfrm>
            <a:off x="155574" y="-144461"/>
            <a:ext cx="304799" cy="304799"/>
          </a:xfrm>
          <a:prstGeom prst="rect">
            <a:avLst/>
          </a:prstGeom>
          <a:noFill/>
        </p:spPr>
        <p:txBody>
          <a:bodyPr lIns="91422" tIns="45711" rIns="91422" bIns="45711"/>
          <a:lstStyle/>
          <a:p>
            <a:pPr>
              <a:defRPr/>
            </a:pPr>
            <a:endParaRPr sz="1400"/>
          </a:p>
        </p:txBody>
      </p:sp>
      <p:sp>
        <p:nvSpPr>
          <p:cNvPr id="1914457003" name="AutoShape 19" descr="https://www.jesusfilm.org/wp-content/uploads/2022/11/1541008305698.jpg?w=700"/>
          <p:cNvSpPr>
            <a:spLocks noGrp="1" noChangeShapeType="1"/>
          </p:cNvSpPr>
          <p:nvPr/>
        </p:nvSpPr>
        <p:spPr bwMode="auto">
          <a:xfrm>
            <a:off x="155574" y="-144461"/>
            <a:ext cx="304799" cy="304799"/>
          </a:xfrm>
          <a:prstGeom prst="rect">
            <a:avLst/>
          </a:prstGeom>
          <a:noFill/>
        </p:spPr>
        <p:txBody>
          <a:bodyPr lIns="91422" tIns="45711" rIns="91422" bIns="45711"/>
          <a:lstStyle/>
          <a:p>
            <a:pPr>
              <a:defRPr/>
            </a:pPr>
            <a:endParaRPr sz="1400"/>
          </a:p>
        </p:txBody>
      </p:sp>
      <p:sp>
        <p:nvSpPr>
          <p:cNvPr id="463358273" name="AutoShape 21" descr="https://www.jesusfilm.org/wp-content/uploads/2022/11/1541008305698.jpg?w=700"/>
          <p:cNvSpPr>
            <a:spLocks noGrp="1" noChangeShapeType="1"/>
          </p:cNvSpPr>
          <p:nvPr/>
        </p:nvSpPr>
        <p:spPr bwMode="auto">
          <a:xfrm>
            <a:off x="155574" y="-144461"/>
            <a:ext cx="304799" cy="304799"/>
          </a:xfrm>
          <a:prstGeom prst="rect">
            <a:avLst/>
          </a:prstGeom>
          <a:noFill/>
        </p:spPr>
        <p:txBody>
          <a:bodyPr lIns="91422" tIns="45711" rIns="91422" bIns="45711"/>
          <a:lstStyle/>
          <a:p>
            <a:pPr>
              <a:defRPr/>
            </a:pPr>
            <a:endParaRPr sz="14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63331125" name="Rectangle 3"/>
          <p:cNvSpPr>
            <a:spLocks noGrp="1" noChangeShapeType="1"/>
          </p:cNvSpPr>
          <p:nvPr>
            <p:ph/>
          </p:nvPr>
        </p:nvSpPr>
        <p:spPr bwMode="auto">
          <a:xfrm>
            <a:off x="457200" y="838200"/>
            <a:ext cx="8229600" cy="5638800"/>
          </a:xfrm>
          <a:prstGeom prst="rect">
            <a:avLst/>
          </a:prstGeom>
        </p:spPr>
        <p:txBody>
          <a:bodyPr lIns="91423" tIns="45711" rIns="91423" bIns="45711" anchor="t"/>
          <a:lstStyle>
            <a:lvl1pPr marL="546100" indent="136525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9F9F9"/>
              </a:buClr>
              <a:buSzPct val="65000"/>
              <a:buChar char=""/>
              <a:defRPr sz="2800" b="0" i="0">
                <a:solidFill>
                  <a:schemeClr val="dk1"/>
                </a:solidFill>
                <a:latin typeface="Book Antiqua"/>
              </a:defRPr>
            </a:lvl1pPr>
            <a:lvl2pPr marL="866775" indent="58547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80000"/>
              <a:buChar char=""/>
              <a:defRPr sz="2400" b="0" i="0">
                <a:solidFill>
                  <a:schemeClr val="dk1"/>
                </a:solidFill>
                <a:latin typeface="Book Antiqua"/>
              </a:defRPr>
            </a:lvl2pPr>
            <a:lvl3pPr marL="1131570" indent="904875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95000"/>
              <a:buChar char=""/>
              <a:defRPr sz="2200" b="0" i="0">
                <a:solidFill>
                  <a:schemeClr val="dk1"/>
                </a:solidFill>
                <a:latin typeface="Book Antiqua"/>
              </a:defRPr>
            </a:lvl3pPr>
            <a:lvl4pPr marL="1350645" indent="116967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00000"/>
              <a:buChar char=""/>
              <a:defRPr sz="2000" b="0" i="0">
                <a:solidFill>
                  <a:schemeClr val="dk1"/>
                </a:solidFill>
                <a:latin typeface="Book Antiqua"/>
              </a:defRPr>
            </a:lvl4pPr>
            <a:lvl5pPr marL="1543050" indent="1362075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00000"/>
              <a:buChar char=""/>
              <a:defRPr sz="2000" b="0" i="0">
                <a:solidFill>
                  <a:schemeClr val="dk1"/>
                </a:solidFill>
                <a:latin typeface="Book Antiqua"/>
              </a:defRPr>
            </a:lvl5pPr>
          </a:lstStyle>
          <a:p>
            <a:pPr marL="546100" lvl="0" indent="-409575" algn="ctr">
              <a:spcBef>
                <a:spcPts val="0"/>
              </a:spcBef>
              <a:buNone/>
              <a:defRPr/>
            </a:pPr>
            <a:endParaRPr lang="en-US"/>
          </a:p>
          <a:p>
            <a:pPr marL="546100" lvl="0" indent="-409575" algn="ctr">
              <a:spcBef>
                <a:spcPts val="0"/>
              </a:spcBef>
              <a:buNone/>
              <a:defRPr/>
            </a:pPr>
            <a:r>
              <a:rPr b="1" i="0" u="none">
                <a:latin typeface="Arial"/>
                <a:ea typeface="Arial"/>
              </a:rPr>
              <a:t>SAVE US SAVIOUR OF THE WORLD</a:t>
            </a:r>
            <a:endParaRPr b="1" i="0" u="none">
              <a:latin typeface="Arial"/>
              <a:ea typeface="Arial"/>
            </a:endParaRPr>
          </a:p>
          <a:p>
            <a:pPr marL="546100" lvl="0" indent="-409575" algn="ctr">
              <a:spcBef>
                <a:spcPts val="0"/>
              </a:spcBef>
              <a:buNone/>
              <a:defRPr/>
            </a:pPr>
            <a:r>
              <a:rPr b="1" i="0" u="none">
                <a:latin typeface="Arial"/>
                <a:ea typeface="Arial"/>
              </a:rPr>
              <a:t>FOR BY YOUR CROSS </a:t>
            </a:r>
            <a:endParaRPr b="1" i="0" u="none">
              <a:latin typeface="Arial"/>
              <a:ea typeface="Arial"/>
            </a:endParaRPr>
          </a:p>
          <a:p>
            <a:pPr marL="546100" lvl="0" indent="-409575" algn="ctr">
              <a:spcBef>
                <a:spcPts val="0"/>
              </a:spcBef>
              <a:buNone/>
              <a:defRPr/>
            </a:pPr>
            <a:r>
              <a:rPr b="1" i="0" u="none">
                <a:latin typeface="Arial"/>
                <a:ea typeface="Arial"/>
              </a:rPr>
              <a:t>AND RESURRECTION</a:t>
            </a:r>
            <a:endParaRPr b="1" i="0" u="none">
              <a:latin typeface="Arial"/>
              <a:ea typeface="Arial"/>
            </a:endParaRPr>
          </a:p>
          <a:p>
            <a:pPr marL="546100" lvl="0" indent="-409575" algn="ctr">
              <a:spcBef>
                <a:spcPts val="0"/>
              </a:spcBef>
              <a:buNone/>
              <a:defRPr/>
            </a:pPr>
            <a:r>
              <a:rPr b="1" i="0" u="none">
                <a:latin typeface="Arial"/>
                <a:ea typeface="Arial"/>
              </a:rPr>
              <a:t>YOU HAVE SET US FREE</a:t>
            </a:r>
            <a:endParaRPr b="1" i="0" u="none">
              <a:latin typeface="Arial"/>
              <a:ea typeface="Arial"/>
            </a:endParaRPr>
          </a:p>
          <a:p>
            <a:pPr marL="546100" lvl="0" indent="-409575" algn="ctr">
              <a:spcBef>
                <a:spcPts val="0"/>
              </a:spcBef>
              <a:buNone/>
              <a:defRPr/>
            </a:pPr>
            <a:r>
              <a:rPr b="1" i="0" u="none">
                <a:latin typeface="Arial"/>
                <a:ea typeface="Arial"/>
              </a:rPr>
              <a:t>YOU HAVE SET US FREE</a:t>
            </a:r>
            <a:endParaRPr b="1" i="0" u="none">
              <a:latin typeface="Arial"/>
              <a:ea typeface="Arial"/>
            </a:endParaRPr>
          </a:p>
          <a:p>
            <a:pPr marL="546100" lvl="0" indent="-409575" algn="ctr">
              <a:spcBef>
                <a:spcPts val="0"/>
              </a:spcBef>
              <a:buNone/>
              <a:defRPr/>
            </a:pPr>
            <a:endParaRPr lang="en-US"/>
          </a:p>
          <a:p>
            <a:pPr marL="546100" lvl="0" indent="-409575" algn="ctr">
              <a:spcBef>
                <a:spcPts val="0"/>
              </a:spcBef>
              <a:buNone/>
              <a:defRPr/>
            </a:pPr>
            <a:r>
              <a:rPr sz="1800" b="1" i="1" u="none">
                <a:latin typeface="Arial"/>
                <a:ea typeface="Arial"/>
              </a:rPr>
              <a:t>Mass of Renew</a:t>
            </a:r>
            <a:endParaRPr sz="1800" b="1" i="1" u="none">
              <a:latin typeface="Arial"/>
              <a:ea typeface="Arial"/>
            </a:endParaRPr>
          </a:p>
          <a:p>
            <a:pPr marL="546100" lvl="0" indent="-409575" algn="ctr">
              <a:spcBef>
                <a:spcPts val="0"/>
              </a:spcBef>
              <a:buNone/>
              <a:defRPr/>
            </a:pPr>
            <a:r>
              <a:rPr sz="1800" b="1" i="1" u="none">
                <a:latin typeface="Arial"/>
                <a:ea typeface="Arial"/>
              </a:rPr>
              <a:t>Curtis Stephan</a:t>
            </a:r>
            <a:endParaRPr sz="1800" b="1" i="1" u="none">
              <a:latin typeface="Arial"/>
              <a:ea typeface="Arial"/>
            </a:endParaRPr>
          </a:p>
        </p:txBody>
      </p:sp>
      <p:sp>
        <p:nvSpPr>
          <p:cNvPr id="4" name="Text Box 3"/>
          <p:cNvSpPr txBox="1">
            <a:spLocks noGrp="1" noChangeShapeType="1"/>
          </p:cNvSpPr>
          <p:nvPr/>
        </p:nvSpPr>
        <p:spPr bwMode="auto">
          <a:xfrm>
            <a:off x="457200" y="142875"/>
            <a:ext cx="8229600" cy="520700"/>
          </a:xfrm>
          <a:prstGeom prst="rect">
            <a:avLst/>
          </a:prstGeom>
          <a:noFill/>
        </p:spPr>
        <p:txBody>
          <a:bodyPr wrap="none" anchor="ctr" anchorCtr="0"/>
          <a:lstStyle>
            <a:lvl1pPr marL="0" indent="0" algn="l" defTabSz="44894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Arial"/>
                <a:ea typeface="Arial"/>
              </a:defRPr>
            </a:lvl1pPr>
            <a:lvl2pPr marL="455295" indent="457200" algn="l" defTabSz="44894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Arial"/>
                <a:ea typeface="Arial"/>
              </a:defRPr>
            </a:lvl2pPr>
            <a:lvl3pPr marL="912495" indent="914400" algn="l" defTabSz="44894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Arial"/>
                <a:ea typeface="Arial"/>
              </a:defRPr>
            </a:lvl3pPr>
            <a:lvl4pPr marL="1369695" indent="1371600" algn="l" defTabSz="44894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Arial"/>
                <a:ea typeface="Arial"/>
              </a:defRPr>
            </a:lvl4pPr>
            <a:lvl5pPr marL="1826895" indent="1828800" algn="l" defTabSz="44894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Arial"/>
                <a:ea typeface="Arial"/>
              </a:defRPr>
            </a:lvl5pPr>
            <a:lvl6pPr defTabSz="448945">
              <a:defRPr lang="en-US" sz="1800"/>
            </a:lvl6pPr>
            <a:lvl7pPr defTabSz="448945">
              <a:defRPr lang="en-US" sz="1800"/>
            </a:lvl7pPr>
            <a:lvl8pPr defTabSz="448945">
              <a:defRPr lang="en-US" sz="1800"/>
            </a:lvl8pPr>
            <a:lvl9pPr defTabSz="448945">
              <a:defRPr lang="en-US" sz="1800"/>
            </a:lvl9pPr>
          </a:lstStyle>
          <a:p>
            <a:pPr marL="0" lvl="0" indent="0" algn="ctr">
              <a:spcBef>
                <a:spcPts val="0"/>
              </a:spcBef>
              <a:buNone/>
              <a:defRPr/>
            </a:pPr>
            <a:r>
              <a:rPr lang="en-ZA" altLang="en-US" sz="4000" b="1" u="sng">
                <a:solidFill>
                  <a:srgbClr val="FFF2CC"/>
                </a:solidFill>
                <a:sym typeface="+mn-ea"/>
              </a:rPr>
              <a:t>Mysterium Fideii</a:t>
            </a:r>
            <a:endParaRPr lang="en-ZA" altLang="en-US" sz="4000" b="1" i="0" u="sng">
              <a:solidFill>
                <a:srgbClr val="FFF2CC"/>
              </a:solidFill>
              <a:ea typeface="Microsoft YaHei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5786968" name="AutoShape 7" descr="What Are the Parables of the Hidden Treasure and Pearl About? - Jesus Film  Project"/>
          <p:cNvSpPr>
            <a:spLocks noGrp="1" noChangeShapeType="1"/>
          </p:cNvSpPr>
          <p:nvPr/>
        </p:nvSpPr>
        <p:spPr bwMode="auto">
          <a:xfrm>
            <a:off x="155574" y="-144461"/>
            <a:ext cx="304799" cy="304799"/>
          </a:xfrm>
          <a:prstGeom prst="rect">
            <a:avLst/>
          </a:prstGeom>
          <a:noFill/>
        </p:spPr>
        <p:txBody>
          <a:bodyPr lIns="91422" tIns="45711" rIns="91422" bIns="45711"/>
          <a:lstStyle/>
          <a:p>
            <a:pPr>
              <a:defRPr/>
            </a:pPr>
            <a:endParaRPr sz="1400"/>
          </a:p>
        </p:txBody>
      </p:sp>
      <p:sp>
        <p:nvSpPr>
          <p:cNvPr id="1900812678" name="AutoShape 9" descr="What Are the Parables of the Hidden Treasure and Pearl About? - Jesus Film  Project"/>
          <p:cNvSpPr>
            <a:spLocks noGrp="1" noChangeShapeType="1"/>
          </p:cNvSpPr>
          <p:nvPr/>
        </p:nvSpPr>
        <p:spPr bwMode="auto">
          <a:xfrm>
            <a:off x="155574" y="-144461"/>
            <a:ext cx="304799" cy="304799"/>
          </a:xfrm>
          <a:prstGeom prst="rect">
            <a:avLst/>
          </a:prstGeom>
          <a:noFill/>
        </p:spPr>
        <p:txBody>
          <a:bodyPr lIns="91422" tIns="45711" rIns="91422" bIns="45711"/>
          <a:lstStyle/>
          <a:p>
            <a:pPr>
              <a:defRPr/>
            </a:pPr>
            <a:endParaRPr sz="1400"/>
          </a:p>
        </p:txBody>
      </p:sp>
      <p:sp>
        <p:nvSpPr>
          <p:cNvPr id="1249686632" name="AutoShape 11" descr="What Are the Parables of the Hidden Treasure and Pearl About? - Jesus Film  Project"/>
          <p:cNvSpPr>
            <a:spLocks noGrp="1" noChangeShapeType="1"/>
          </p:cNvSpPr>
          <p:nvPr/>
        </p:nvSpPr>
        <p:spPr bwMode="auto">
          <a:xfrm>
            <a:off x="155574" y="-144461"/>
            <a:ext cx="304799" cy="304799"/>
          </a:xfrm>
          <a:prstGeom prst="rect">
            <a:avLst/>
          </a:prstGeom>
          <a:noFill/>
        </p:spPr>
        <p:txBody>
          <a:bodyPr lIns="91422" tIns="45711" rIns="91422" bIns="45711"/>
          <a:lstStyle/>
          <a:p>
            <a:pPr>
              <a:defRPr/>
            </a:pPr>
            <a:endParaRPr sz="1400"/>
          </a:p>
        </p:txBody>
      </p:sp>
      <p:sp>
        <p:nvSpPr>
          <p:cNvPr id="1178318137" name="AutoShape 13" descr="What Are the Parables of the Hidden Treasure and Pearl About? - Jesus Film  Project"/>
          <p:cNvSpPr>
            <a:spLocks noGrp="1" noChangeShapeType="1"/>
          </p:cNvSpPr>
          <p:nvPr/>
        </p:nvSpPr>
        <p:spPr bwMode="auto">
          <a:xfrm>
            <a:off x="155574" y="-144461"/>
            <a:ext cx="304799" cy="304799"/>
          </a:xfrm>
          <a:prstGeom prst="rect">
            <a:avLst/>
          </a:prstGeom>
          <a:noFill/>
        </p:spPr>
        <p:txBody>
          <a:bodyPr lIns="91422" tIns="45711" rIns="91422" bIns="45711"/>
          <a:lstStyle/>
          <a:p>
            <a:pPr>
              <a:defRPr/>
            </a:pPr>
            <a:endParaRPr sz="1400"/>
          </a:p>
        </p:txBody>
      </p:sp>
      <p:sp>
        <p:nvSpPr>
          <p:cNvPr id="502235440" name="AutoShape 15" descr="What Are the Parables of the Hidden Treasure and Pearl About? - Jesus Film  Project"/>
          <p:cNvSpPr>
            <a:spLocks noGrp="1" noChangeShapeType="1"/>
          </p:cNvSpPr>
          <p:nvPr/>
        </p:nvSpPr>
        <p:spPr bwMode="auto">
          <a:xfrm>
            <a:off x="155574" y="-144461"/>
            <a:ext cx="304799" cy="304799"/>
          </a:xfrm>
          <a:prstGeom prst="rect">
            <a:avLst/>
          </a:prstGeom>
          <a:noFill/>
        </p:spPr>
        <p:txBody>
          <a:bodyPr lIns="91422" tIns="45711" rIns="91422" bIns="45711"/>
          <a:lstStyle/>
          <a:p>
            <a:pPr>
              <a:defRPr/>
            </a:pPr>
            <a:endParaRPr sz="1400"/>
          </a:p>
        </p:txBody>
      </p:sp>
      <p:sp>
        <p:nvSpPr>
          <p:cNvPr id="648697116" name="AutoShape 17" descr="https://www.jesusfilm.org/wp-content/uploads/2022/11/1541008305698.jpg?w=700"/>
          <p:cNvSpPr>
            <a:spLocks noGrp="1" noChangeShapeType="1"/>
          </p:cNvSpPr>
          <p:nvPr/>
        </p:nvSpPr>
        <p:spPr bwMode="auto">
          <a:xfrm>
            <a:off x="155574" y="-144461"/>
            <a:ext cx="304799" cy="304799"/>
          </a:xfrm>
          <a:prstGeom prst="rect">
            <a:avLst/>
          </a:prstGeom>
          <a:noFill/>
        </p:spPr>
        <p:txBody>
          <a:bodyPr lIns="91422" tIns="45711" rIns="91422" bIns="45711"/>
          <a:lstStyle/>
          <a:p>
            <a:pPr>
              <a:defRPr/>
            </a:pPr>
            <a:endParaRPr sz="1400"/>
          </a:p>
        </p:txBody>
      </p:sp>
      <p:sp>
        <p:nvSpPr>
          <p:cNvPr id="315789816" name="AutoShape 19" descr="https://www.jesusfilm.org/wp-content/uploads/2022/11/1541008305698.jpg?w=700"/>
          <p:cNvSpPr>
            <a:spLocks noGrp="1" noChangeShapeType="1"/>
          </p:cNvSpPr>
          <p:nvPr/>
        </p:nvSpPr>
        <p:spPr bwMode="auto">
          <a:xfrm>
            <a:off x="155574" y="-144461"/>
            <a:ext cx="304799" cy="304799"/>
          </a:xfrm>
          <a:prstGeom prst="rect">
            <a:avLst/>
          </a:prstGeom>
          <a:noFill/>
        </p:spPr>
        <p:txBody>
          <a:bodyPr lIns="91422" tIns="45711" rIns="91422" bIns="45711"/>
          <a:lstStyle/>
          <a:p>
            <a:pPr>
              <a:defRPr/>
            </a:pPr>
            <a:endParaRPr sz="1400"/>
          </a:p>
        </p:txBody>
      </p:sp>
      <p:sp>
        <p:nvSpPr>
          <p:cNvPr id="45129183" name="AutoShape 21" descr="https://www.jesusfilm.org/wp-content/uploads/2022/11/1541008305698.jpg?w=700"/>
          <p:cNvSpPr>
            <a:spLocks noGrp="1" noChangeShapeType="1"/>
          </p:cNvSpPr>
          <p:nvPr/>
        </p:nvSpPr>
        <p:spPr bwMode="auto">
          <a:xfrm>
            <a:off x="155574" y="-144461"/>
            <a:ext cx="304799" cy="304799"/>
          </a:xfrm>
          <a:prstGeom prst="rect">
            <a:avLst/>
          </a:prstGeom>
          <a:noFill/>
        </p:spPr>
        <p:txBody>
          <a:bodyPr lIns="91422" tIns="45711" rIns="91422" bIns="45711"/>
          <a:lstStyle/>
          <a:p>
            <a:pPr>
              <a:defRPr/>
            </a:pPr>
            <a:endParaRPr sz="14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41875076" name="Rectangle 3"/>
          <p:cNvSpPr>
            <a:spLocks noGrp="1" noChangeShapeType="1"/>
          </p:cNvSpPr>
          <p:nvPr>
            <p:ph/>
          </p:nvPr>
        </p:nvSpPr>
        <p:spPr bwMode="auto">
          <a:xfrm>
            <a:off x="457200" y="838200"/>
            <a:ext cx="8229600" cy="5287962"/>
          </a:xfrm>
          <a:prstGeom prst="rect">
            <a:avLst/>
          </a:prstGeom>
        </p:spPr>
        <p:txBody>
          <a:bodyPr lIns="91423" tIns="45711" rIns="91423" bIns="45711" anchor="t"/>
          <a:lstStyle>
            <a:lvl1pPr marL="546100" indent="136525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9F9F9"/>
              </a:buClr>
              <a:buSzPct val="65000"/>
              <a:buChar char=""/>
              <a:defRPr sz="2800" b="0" i="0">
                <a:solidFill>
                  <a:schemeClr val="dk1"/>
                </a:solidFill>
                <a:latin typeface="Book Antiqua"/>
              </a:defRPr>
            </a:lvl1pPr>
            <a:lvl2pPr marL="866775" indent="58547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80000"/>
              <a:buChar char=""/>
              <a:defRPr sz="2400" b="0" i="0">
                <a:solidFill>
                  <a:schemeClr val="dk1"/>
                </a:solidFill>
                <a:latin typeface="Book Antiqua"/>
              </a:defRPr>
            </a:lvl2pPr>
            <a:lvl3pPr marL="1131570" indent="904875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95000"/>
              <a:buChar char=""/>
              <a:defRPr sz="2200" b="0" i="0">
                <a:solidFill>
                  <a:schemeClr val="dk1"/>
                </a:solidFill>
                <a:latin typeface="Book Antiqua"/>
              </a:defRPr>
            </a:lvl3pPr>
            <a:lvl4pPr marL="1350645" indent="116967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00000"/>
              <a:buChar char=""/>
              <a:defRPr sz="2000" b="0" i="0">
                <a:solidFill>
                  <a:schemeClr val="dk1"/>
                </a:solidFill>
                <a:latin typeface="Book Antiqua"/>
              </a:defRPr>
            </a:lvl4pPr>
            <a:lvl5pPr marL="1543050" indent="1362075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00000"/>
              <a:buChar char=""/>
              <a:defRPr sz="2000" b="0" i="0">
                <a:solidFill>
                  <a:schemeClr val="dk1"/>
                </a:solidFill>
                <a:latin typeface="Book Antiqua"/>
              </a:defRPr>
            </a:lvl5pPr>
          </a:lstStyle>
          <a:p>
            <a:pPr marL="546100" lvl="0" indent="-409575" algn="ctr">
              <a:spcBef>
                <a:spcPts val="0"/>
              </a:spcBef>
              <a:buNone/>
              <a:defRPr/>
            </a:pPr>
            <a:endParaRPr lang="en-US"/>
          </a:p>
          <a:p>
            <a:pPr marL="546100" lvl="0" indent="-409575" algn="ctr">
              <a:spcBef>
                <a:spcPts val="0"/>
              </a:spcBef>
              <a:buNone/>
              <a:defRPr/>
            </a:pPr>
            <a:r>
              <a:rPr b="1" i="0" u="none">
                <a:latin typeface="Arial"/>
                <a:ea typeface="Arial"/>
              </a:rPr>
              <a:t>LAMB OF GOD </a:t>
            </a:r>
            <a:endParaRPr b="1" i="0" u="none">
              <a:latin typeface="Arial"/>
              <a:ea typeface="Arial"/>
            </a:endParaRPr>
          </a:p>
          <a:p>
            <a:pPr marL="546100" lvl="0" indent="-409575" algn="ctr">
              <a:spcBef>
                <a:spcPts val="0"/>
              </a:spcBef>
              <a:buNone/>
              <a:defRPr/>
            </a:pPr>
            <a:r>
              <a:rPr b="1" i="0" u="none">
                <a:latin typeface="Arial"/>
                <a:ea typeface="Arial"/>
              </a:rPr>
              <a:t>YOU TAKE AWAY</a:t>
            </a:r>
            <a:endParaRPr b="1" i="0" u="none">
              <a:latin typeface="Arial"/>
              <a:ea typeface="Arial"/>
            </a:endParaRPr>
          </a:p>
          <a:p>
            <a:pPr marL="546100" lvl="0" indent="-409575" algn="ctr">
              <a:spcBef>
                <a:spcPts val="0"/>
              </a:spcBef>
              <a:buNone/>
              <a:defRPr/>
            </a:pPr>
            <a:r>
              <a:rPr b="1" i="0" u="none">
                <a:latin typeface="Arial"/>
                <a:ea typeface="Arial"/>
              </a:rPr>
              <a:t>THE SINS OF THE WORLD</a:t>
            </a:r>
            <a:endParaRPr b="1" i="0" u="none">
              <a:latin typeface="Arial"/>
              <a:ea typeface="Arial"/>
            </a:endParaRPr>
          </a:p>
          <a:p>
            <a:pPr marL="546100" lvl="0" indent="-409575" algn="ctr">
              <a:spcBef>
                <a:spcPts val="0"/>
              </a:spcBef>
              <a:buNone/>
              <a:defRPr/>
            </a:pPr>
            <a:r>
              <a:rPr b="1" i="0" u="none">
                <a:latin typeface="Arial"/>
                <a:ea typeface="Arial"/>
              </a:rPr>
              <a:t>HAVE MERCY</a:t>
            </a:r>
            <a:endParaRPr b="1" i="0" u="none">
              <a:latin typeface="Arial"/>
              <a:ea typeface="Arial"/>
            </a:endParaRPr>
          </a:p>
          <a:p>
            <a:pPr marL="546100" lvl="0" indent="-409575" algn="ctr">
              <a:spcBef>
                <a:spcPts val="0"/>
              </a:spcBef>
              <a:buNone/>
              <a:defRPr/>
            </a:pPr>
            <a:r>
              <a:rPr b="1" i="0" u="none">
                <a:latin typeface="Arial"/>
                <a:ea typeface="Arial"/>
              </a:rPr>
              <a:t>HAVE MERCY ON US</a:t>
            </a:r>
            <a:endParaRPr b="1" i="0" u="none">
              <a:latin typeface="Arial"/>
              <a:ea typeface="Arial"/>
            </a:endParaRPr>
          </a:p>
          <a:p>
            <a:pPr marL="546100" lvl="0" indent="-409575" algn="ctr">
              <a:spcBef>
                <a:spcPts val="0"/>
              </a:spcBef>
              <a:buNone/>
              <a:defRPr/>
            </a:pPr>
            <a:r>
              <a:rPr b="1" i="0" u="none">
                <a:latin typeface="Arial"/>
                <a:ea typeface="Arial"/>
              </a:rPr>
              <a:t>(repeat)</a:t>
            </a:r>
            <a:endParaRPr b="1" i="0" u="none">
              <a:latin typeface="Arial"/>
              <a:ea typeface="Arial"/>
            </a:endParaRPr>
          </a:p>
        </p:txBody>
      </p:sp>
      <p:sp>
        <p:nvSpPr>
          <p:cNvPr id="3" name="Text Box 2"/>
          <p:cNvSpPr txBox="1">
            <a:spLocks noGrp="1" noChangeShapeType="1"/>
          </p:cNvSpPr>
          <p:nvPr/>
        </p:nvSpPr>
        <p:spPr bwMode="auto">
          <a:xfrm>
            <a:off x="457200" y="142875"/>
            <a:ext cx="8229600" cy="520700"/>
          </a:xfrm>
          <a:prstGeom prst="rect">
            <a:avLst/>
          </a:prstGeom>
          <a:noFill/>
        </p:spPr>
        <p:txBody>
          <a:bodyPr wrap="none" anchor="ctr" anchorCtr="0"/>
          <a:lstStyle>
            <a:lvl1pPr marL="0" indent="0" algn="l" defTabSz="44894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Arial"/>
                <a:ea typeface="Arial"/>
              </a:defRPr>
            </a:lvl1pPr>
            <a:lvl2pPr marL="455295" indent="457200" algn="l" defTabSz="44894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Arial"/>
                <a:ea typeface="Arial"/>
              </a:defRPr>
            </a:lvl2pPr>
            <a:lvl3pPr marL="912495" indent="914400" algn="l" defTabSz="44894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Arial"/>
                <a:ea typeface="Arial"/>
              </a:defRPr>
            </a:lvl3pPr>
            <a:lvl4pPr marL="1369695" indent="1371600" algn="l" defTabSz="44894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Arial"/>
                <a:ea typeface="Arial"/>
              </a:defRPr>
            </a:lvl4pPr>
            <a:lvl5pPr marL="1826895" indent="1828800" algn="l" defTabSz="44894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Arial"/>
                <a:ea typeface="Arial"/>
              </a:defRPr>
            </a:lvl5pPr>
            <a:lvl6pPr defTabSz="448945">
              <a:defRPr lang="en-US" sz="1800"/>
            </a:lvl6pPr>
            <a:lvl7pPr defTabSz="448945">
              <a:defRPr lang="en-US" sz="1800"/>
            </a:lvl7pPr>
            <a:lvl8pPr defTabSz="448945">
              <a:defRPr lang="en-US" sz="1800"/>
            </a:lvl8pPr>
            <a:lvl9pPr defTabSz="448945">
              <a:defRPr lang="en-US" sz="1800"/>
            </a:lvl9pPr>
          </a:lstStyle>
          <a:p>
            <a:pPr marL="0" lvl="0" indent="0" algn="ctr">
              <a:spcBef>
                <a:spcPts val="0"/>
              </a:spcBef>
              <a:buNone/>
              <a:defRPr/>
            </a:pPr>
            <a:r>
              <a:rPr lang="en-ZA" altLang="en-US" sz="4000" b="1" u="sng">
                <a:solidFill>
                  <a:srgbClr val="FFF2CC"/>
                </a:solidFill>
                <a:sym typeface="+mn-ea"/>
              </a:rPr>
              <a:t>Agnus Dei</a:t>
            </a:r>
            <a:endParaRPr lang="en-ZA" altLang="en-US" sz="4000" b="1" i="0" u="sng">
              <a:solidFill>
                <a:srgbClr val="FFF2CC"/>
              </a:solidFill>
              <a:ea typeface="Microsoft YaHei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38666273" name="Rectangle 2"/>
          <p:cNvSpPr>
            <a:spLocks noGrp="1" noChangeShapeType="1"/>
          </p:cNvSpPr>
          <p:nvPr>
            <p:ph type="title"/>
          </p:nvPr>
        </p:nvSpPr>
        <p:spPr bwMode="auto">
          <a:xfrm>
            <a:off x="457200" y="274637"/>
            <a:ext cx="8229600" cy="258762"/>
          </a:xfrm>
          <a:prstGeom prst="rect">
            <a:avLst/>
          </a:prstGeom>
        </p:spPr>
        <p:txBody>
          <a:bodyPr lIns="91423" tIns="45711" rIns="91423" bIns="45711" anchor="ctr" anchorCtr="0"/>
          <a:lstStyle/>
          <a:p>
            <a:pPr>
              <a:defRPr/>
            </a:pPr>
            <a:endParaRPr sz="1400"/>
          </a:p>
        </p:txBody>
      </p:sp>
      <p:sp>
        <p:nvSpPr>
          <p:cNvPr id="1298724675" name="Rectangle 3"/>
          <p:cNvSpPr>
            <a:spLocks noGrp="1" noChangeShapeType="1"/>
          </p:cNvSpPr>
          <p:nvPr>
            <p:ph/>
          </p:nvPr>
        </p:nvSpPr>
        <p:spPr bwMode="auto">
          <a:xfrm>
            <a:off x="457200" y="685800"/>
            <a:ext cx="8229600" cy="5440361"/>
          </a:xfrm>
          <a:prstGeom prst="rect">
            <a:avLst/>
          </a:prstGeom>
        </p:spPr>
        <p:txBody>
          <a:bodyPr lIns="91423" tIns="45711" rIns="91423" bIns="45711" anchor="t"/>
          <a:lstStyle>
            <a:lvl1pPr marL="546100" indent="136525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9F9F9"/>
              </a:buClr>
              <a:buSzPct val="65000"/>
              <a:buChar char=""/>
              <a:defRPr sz="2800" b="0" i="0">
                <a:solidFill>
                  <a:schemeClr val="dk1"/>
                </a:solidFill>
                <a:latin typeface="Book Antiqua"/>
              </a:defRPr>
            </a:lvl1pPr>
            <a:lvl2pPr marL="866775" indent="58547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80000"/>
              <a:buChar char=""/>
              <a:defRPr sz="2400" b="0" i="0">
                <a:solidFill>
                  <a:schemeClr val="dk1"/>
                </a:solidFill>
                <a:latin typeface="Book Antiqua"/>
              </a:defRPr>
            </a:lvl2pPr>
            <a:lvl3pPr marL="1131570" indent="904875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95000"/>
              <a:buChar char=""/>
              <a:defRPr sz="2200" b="0" i="0">
                <a:solidFill>
                  <a:schemeClr val="dk1"/>
                </a:solidFill>
                <a:latin typeface="Book Antiqua"/>
              </a:defRPr>
            </a:lvl3pPr>
            <a:lvl4pPr marL="1350645" indent="116967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00000"/>
              <a:buChar char=""/>
              <a:defRPr sz="2000" b="0" i="0">
                <a:solidFill>
                  <a:schemeClr val="dk1"/>
                </a:solidFill>
                <a:latin typeface="Book Antiqua"/>
              </a:defRPr>
            </a:lvl4pPr>
            <a:lvl5pPr marL="1543050" indent="1362075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00000"/>
              <a:buChar char=""/>
              <a:defRPr sz="2000" b="0" i="0">
                <a:solidFill>
                  <a:schemeClr val="dk1"/>
                </a:solidFill>
                <a:latin typeface="Book Antiqua"/>
              </a:defRPr>
            </a:lvl5pPr>
          </a:lstStyle>
          <a:p>
            <a:pPr marL="546100" lvl="0" indent="-409575" algn="ctr">
              <a:spcBef>
                <a:spcPts val="0"/>
              </a:spcBef>
              <a:buNone/>
              <a:defRPr/>
            </a:pPr>
            <a:r>
              <a:rPr lang="en-ZA" b="1" i="0" u="none">
                <a:latin typeface="Arial"/>
                <a:ea typeface="Arial"/>
              </a:rPr>
              <a:t>LAMB OF GOD</a:t>
            </a:r>
            <a:endParaRPr lang="en-ZA" b="1" i="0" u="none">
              <a:latin typeface="Arial"/>
              <a:ea typeface="Arial"/>
            </a:endParaRPr>
          </a:p>
          <a:p>
            <a:pPr marL="546100" lvl="0" indent="-409575" algn="ctr">
              <a:spcBef>
                <a:spcPts val="0"/>
              </a:spcBef>
              <a:buNone/>
              <a:defRPr/>
            </a:pPr>
            <a:r>
              <a:rPr lang="en-ZA" b="1" i="0" u="none">
                <a:latin typeface="Arial"/>
                <a:ea typeface="Arial"/>
              </a:rPr>
              <a:t>YOU TAKE AWAY</a:t>
            </a:r>
            <a:endParaRPr lang="en-ZA" b="1" i="0" u="none">
              <a:latin typeface="Arial"/>
              <a:ea typeface="Arial"/>
            </a:endParaRPr>
          </a:p>
          <a:p>
            <a:pPr marL="546100" lvl="0" indent="-409575" algn="ctr">
              <a:spcBef>
                <a:spcPts val="0"/>
              </a:spcBef>
              <a:buNone/>
              <a:defRPr/>
            </a:pPr>
            <a:r>
              <a:rPr lang="en-ZA" b="1" i="0" u="none">
                <a:latin typeface="Arial"/>
                <a:ea typeface="Arial"/>
              </a:rPr>
              <a:t>THE SINS OF THE WORLD</a:t>
            </a:r>
            <a:endParaRPr lang="en-ZA" b="1" i="0" u="none">
              <a:latin typeface="Arial"/>
              <a:ea typeface="Arial"/>
            </a:endParaRPr>
          </a:p>
          <a:p>
            <a:pPr marL="546100" lvl="0" indent="-409575" algn="ctr">
              <a:spcBef>
                <a:spcPts val="0"/>
              </a:spcBef>
              <a:buNone/>
              <a:defRPr/>
            </a:pPr>
            <a:r>
              <a:rPr lang="en-ZA" b="1" i="0" u="none">
                <a:latin typeface="Arial"/>
                <a:ea typeface="Arial"/>
              </a:rPr>
              <a:t>GRANT US</a:t>
            </a:r>
            <a:endParaRPr lang="en-ZA" b="1" i="0" u="none">
              <a:latin typeface="Arial"/>
              <a:ea typeface="Arial"/>
            </a:endParaRPr>
          </a:p>
          <a:p>
            <a:pPr marL="546100" lvl="0" indent="-409575" algn="ctr">
              <a:spcBef>
                <a:spcPts val="0"/>
              </a:spcBef>
              <a:buNone/>
              <a:defRPr/>
            </a:pPr>
            <a:r>
              <a:rPr lang="en-ZA" b="1" i="0" u="none">
                <a:latin typeface="Arial"/>
                <a:ea typeface="Arial"/>
              </a:rPr>
              <a:t>GRANT US PEACE</a:t>
            </a:r>
            <a:endParaRPr lang="en-ZA" b="1" i="0" u="none">
              <a:latin typeface="Arial"/>
              <a:ea typeface="Arial"/>
            </a:endParaRPr>
          </a:p>
          <a:p>
            <a:pPr marL="546100" lvl="0" indent="-409575" algn="ctr">
              <a:spcBef>
                <a:spcPts val="0"/>
              </a:spcBef>
              <a:buNone/>
              <a:defRPr/>
            </a:pPr>
            <a:endParaRPr lang="en-ZA" b="1" i="0" u="none">
              <a:latin typeface="Arial"/>
              <a:ea typeface="Arial"/>
            </a:endParaRPr>
          </a:p>
          <a:p>
            <a:pPr marL="546100" lvl="0" indent="-409575" algn="ctr">
              <a:spcBef>
                <a:spcPts val="0"/>
              </a:spcBef>
              <a:buNone/>
              <a:defRPr/>
            </a:pPr>
            <a:r>
              <a:rPr sz="1800" b="1" i="1" u="none">
                <a:latin typeface="Arial"/>
                <a:ea typeface="Arial"/>
              </a:rPr>
              <a:t>Mass of Christ the Saviour</a:t>
            </a:r>
            <a:endParaRPr sz="1800" b="1" i="1" u="none">
              <a:latin typeface="Arial"/>
              <a:ea typeface="Arial"/>
            </a:endParaRPr>
          </a:p>
          <a:p>
            <a:pPr marL="546100" lvl="0" indent="-409575" algn="ctr">
              <a:spcBef>
                <a:spcPts val="0"/>
              </a:spcBef>
              <a:buNone/>
              <a:defRPr/>
            </a:pPr>
            <a:r>
              <a:rPr sz="1800" b="1" i="1" u="none">
                <a:latin typeface="Arial"/>
                <a:ea typeface="Arial"/>
              </a:rPr>
              <a:t>Dan Schutte</a:t>
            </a:r>
            <a:endParaRPr sz="1800" b="1" i="1" u="none">
              <a:latin typeface="Arial"/>
              <a:ea typeface="Arial"/>
            </a:endParaRPr>
          </a:p>
          <a:p>
            <a:pPr marL="546100" lvl="0" indent="-409575" algn="ctr">
              <a:spcBef>
                <a:spcPts val="0"/>
              </a:spcBef>
              <a:buNone/>
              <a:defRPr/>
            </a:pPr>
            <a:endParaRPr lang="en-US" sz="1800"/>
          </a:p>
          <a:p>
            <a:pPr marL="546100" lvl="0" indent="-409575" algn="ctr">
              <a:spcBef>
                <a:spcPts val="0"/>
              </a:spcBef>
              <a:buNone/>
              <a:defRPr/>
            </a:pPr>
            <a:endParaRPr lang="en-US"/>
          </a:p>
          <a:p>
            <a:pPr marL="546100" lvl="0" indent="-409575" algn="ctr">
              <a:spcBef>
                <a:spcPts val="0"/>
              </a:spcBef>
              <a:buNone/>
              <a:defRPr/>
            </a:pPr>
            <a:r>
              <a:rPr lang="en-ZA" b="1" i="0" u="none">
                <a:latin typeface="Arial"/>
                <a:ea typeface="Arial"/>
              </a:rPr>
              <a:t> </a:t>
            </a:r>
            <a:endParaRPr lang="en-ZA" b="1" i="0" u="none">
              <a:latin typeface="Arial"/>
              <a:ea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1062793" name="AutoShape 7" descr="What Are the Parables of the Hidden Treasure and Pearl About? - Jesus Film  Project"/>
          <p:cNvSpPr>
            <a:spLocks noGrp="1" noChangeShapeType="1"/>
          </p:cNvSpPr>
          <p:nvPr/>
        </p:nvSpPr>
        <p:spPr bwMode="auto">
          <a:xfrm>
            <a:off x="155574" y="-144461"/>
            <a:ext cx="304799" cy="304799"/>
          </a:xfrm>
          <a:prstGeom prst="rect">
            <a:avLst/>
          </a:prstGeom>
          <a:noFill/>
        </p:spPr>
        <p:txBody>
          <a:bodyPr lIns="91422" tIns="45711" rIns="91422" bIns="45711"/>
          <a:lstStyle/>
          <a:p>
            <a:pPr>
              <a:defRPr/>
            </a:pPr>
            <a:endParaRPr sz="1400"/>
          </a:p>
        </p:txBody>
      </p:sp>
      <p:sp>
        <p:nvSpPr>
          <p:cNvPr id="1625711318" name="AutoShape 9" descr="What Are the Parables of the Hidden Treasure and Pearl About? - Jesus Film  Project"/>
          <p:cNvSpPr>
            <a:spLocks noGrp="1" noChangeShapeType="1"/>
          </p:cNvSpPr>
          <p:nvPr/>
        </p:nvSpPr>
        <p:spPr bwMode="auto">
          <a:xfrm>
            <a:off x="155574" y="-144461"/>
            <a:ext cx="304799" cy="304799"/>
          </a:xfrm>
          <a:prstGeom prst="rect">
            <a:avLst/>
          </a:prstGeom>
          <a:noFill/>
        </p:spPr>
        <p:txBody>
          <a:bodyPr lIns="91422" tIns="45711" rIns="91422" bIns="45711"/>
          <a:lstStyle/>
          <a:p>
            <a:pPr>
              <a:defRPr/>
            </a:pPr>
            <a:endParaRPr sz="1400"/>
          </a:p>
        </p:txBody>
      </p:sp>
      <p:sp>
        <p:nvSpPr>
          <p:cNvPr id="1269479092" name="AutoShape 11" descr="What Are the Parables of the Hidden Treasure and Pearl About? - Jesus Film  Project"/>
          <p:cNvSpPr>
            <a:spLocks noGrp="1" noChangeShapeType="1"/>
          </p:cNvSpPr>
          <p:nvPr/>
        </p:nvSpPr>
        <p:spPr bwMode="auto">
          <a:xfrm>
            <a:off x="155574" y="-144461"/>
            <a:ext cx="304799" cy="304799"/>
          </a:xfrm>
          <a:prstGeom prst="rect">
            <a:avLst/>
          </a:prstGeom>
          <a:noFill/>
        </p:spPr>
        <p:txBody>
          <a:bodyPr lIns="91422" tIns="45711" rIns="91422" bIns="45711"/>
          <a:lstStyle/>
          <a:p>
            <a:pPr>
              <a:defRPr/>
            </a:pPr>
            <a:endParaRPr sz="1400"/>
          </a:p>
        </p:txBody>
      </p:sp>
      <p:sp>
        <p:nvSpPr>
          <p:cNvPr id="2084981443" name="AutoShape 13" descr="What Are the Parables of the Hidden Treasure and Pearl About? - Jesus Film  Project"/>
          <p:cNvSpPr>
            <a:spLocks noGrp="1" noChangeShapeType="1"/>
          </p:cNvSpPr>
          <p:nvPr/>
        </p:nvSpPr>
        <p:spPr bwMode="auto">
          <a:xfrm>
            <a:off x="155574" y="-144461"/>
            <a:ext cx="304799" cy="304799"/>
          </a:xfrm>
          <a:prstGeom prst="rect">
            <a:avLst/>
          </a:prstGeom>
          <a:noFill/>
        </p:spPr>
        <p:txBody>
          <a:bodyPr lIns="91422" tIns="45711" rIns="91422" bIns="45711"/>
          <a:lstStyle/>
          <a:p>
            <a:pPr>
              <a:defRPr/>
            </a:pPr>
            <a:endParaRPr sz="1400"/>
          </a:p>
        </p:txBody>
      </p:sp>
      <p:sp>
        <p:nvSpPr>
          <p:cNvPr id="1669402536" name="AutoShape 15" descr="What Are the Parables of the Hidden Treasure and Pearl About? - Jesus Film  Project"/>
          <p:cNvSpPr>
            <a:spLocks noGrp="1" noChangeShapeType="1"/>
          </p:cNvSpPr>
          <p:nvPr/>
        </p:nvSpPr>
        <p:spPr bwMode="auto">
          <a:xfrm>
            <a:off x="155574" y="-144461"/>
            <a:ext cx="304799" cy="304799"/>
          </a:xfrm>
          <a:prstGeom prst="rect">
            <a:avLst/>
          </a:prstGeom>
          <a:noFill/>
        </p:spPr>
        <p:txBody>
          <a:bodyPr lIns="91422" tIns="45711" rIns="91422" bIns="45711"/>
          <a:lstStyle/>
          <a:p>
            <a:pPr>
              <a:defRPr/>
            </a:pPr>
            <a:endParaRPr sz="1400"/>
          </a:p>
        </p:txBody>
      </p:sp>
      <p:sp>
        <p:nvSpPr>
          <p:cNvPr id="1514560955" name="AutoShape 17" descr="https://www.jesusfilm.org/wp-content/uploads/2022/11/1541008305698.jpg?w=700"/>
          <p:cNvSpPr>
            <a:spLocks noGrp="1" noChangeShapeType="1"/>
          </p:cNvSpPr>
          <p:nvPr/>
        </p:nvSpPr>
        <p:spPr bwMode="auto">
          <a:xfrm>
            <a:off x="155574" y="-144461"/>
            <a:ext cx="304799" cy="304799"/>
          </a:xfrm>
          <a:prstGeom prst="rect">
            <a:avLst/>
          </a:prstGeom>
          <a:noFill/>
        </p:spPr>
        <p:txBody>
          <a:bodyPr lIns="91422" tIns="45711" rIns="91422" bIns="45711"/>
          <a:lstStyle/>
          <a:p>
            <a:pPr>
              <a:defRPr/>
            </a:pPr>
            <a:endParaRPr sz="1400"/>
          </a:p>
        </p:txBody>
      </p:sp>
      <p:sp>
        <p:nvSpPr>
          <p:cNvPr id="1271359636" name="AutoShape 19" descr="https://www.jesusfilm.org/wp-content/uploads/2022/11/1541008305698.jpg?w=700"/>
          <p:cNvSpPr>
            <a:spLocks noGrp="1" noChangeShapeType="1"/>
          </p:cNvSpPr>
          <p:nvPr/>
        </p:nvSpPr>
        <p:spPr bwMode="auto">
          <a:xfrm>
            <a:off x="155574" y="-144461"/>
            <a:ext cx="304799" cy="304799"/>
          </a:xfrm>
          <a:prstGeom prst="rect">
            <a:avLst/>
          </a:prstGeom>
          <a:noFill/>
        </p:spPr>
        <p:txBody>
          <a:bodyPr lIns="91422" tIns="45711" rIns="91422" bIns="45711"/>
          <a:lstStyle/>
          <a:p>
            <a:pPr>
              <a:defRPr/>
            </a:pPr>
            <a:endParaRPr sz="1400"/>
          </a:p>
        </p:txBody>
      </p:sp>
      <p:sp>
        <p:nvSpPr>
          <p:cNvPr id="1320584111" name="AutoShape 21" descr="https://www.jesusfilm.org/wp-content/uploads/2022/11/1541008305698.jpg?w=700"/>
          <p:cNvSpPr>
            <a:spLocks noGrp="1" noChangeShapeType="1"/>
          </p:cNvSpPr>
          <p:nvPr/>
        </p:nvSpPr>
        <p:spPr bwMode="auto">
          <a:xfrm>
            <a:off x="155574" y="-144461"/>
            <a:ext cx="304799" cy="304799"/>
          </a:xfrm>
          <a:prstGeom prst="rect">
            <a:avLst/>
          </a:prstGeom>
          <a:noFill/>
        </p:spPr>
        <p:txBody>
          <a:bodyPr lIns="91422" tIns="45711" rIns="91422" bIns="45711"/>
          <a:lstStyle/>
          <a:p>
            <a:pPr>
              <a:defRPr/>
            </a:pPr>
            <a:endParaRPr sz="14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91170512" name="Rectangle 3"/>
          <p:cNvSpPr>
            <a:spLocks noGrp="1" noChangeShapeType="1"/>
          </p:cNvSpPr>
          <p:nvPr>
            <p:ph/>
          </p:nvPr>
        </p:nvSpPr>
        <p:spPr bwMode="auto">
          <a:xfrm>
            <a:off x="457200" y="968375"/>
            <a:ext cx="8229600" cy="5157787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547370" indent="136525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9F9F9"/>
              </a:buClr>
              <a:buSzPct val="65000"/>
              <a:buChar char=""/>
              <a:defRPr sz="2800" b="0" i="0">
                <a:solidFill>
                  <a:schemeClr val="dk1"/>
                </a:solidFill>
                <a:latin typeface="Book Antiqua"/>
              </a:defRPr>
            </a:lvl1pPr>
            <a:lvl2pPr marL="868045" indent="58547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80000"/>
              <a:buChar char=""/>
              <a:defRPr sz="2400" b="0" i="0">
                <a:solidFill>
                  <a:schemeClr val="dk1"/>
                </a:solidFill>
                <a:latin typeface="Book Antiqua"/>
              </a:defRPr>
            </a:lvl2pPr>
            <a:lvl3pPr marL="1133475" indent="904875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95000"/>
              <a:buChar char=""/>
              <a:defRPr sz="2200" b="0" i="0">
                <a:solidFill>
                  <a:schemeClr val="dk1"/>
                </a:solidFill>
                <a:latin typeface="Book Antiqua"/>
              </a:defRPr>
            </a:lvl3pPr>
            <a:lvl4pPr marL="1352550" indent="116967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00000"/>
              <a:buChar char=""/>
              <a:defRPr sz="2000" b="0" i="0">
                <a:solidFill>
                  <a:schemeClr val="dk1"/>
                </a:solidFill>
                <a:latin typeface="Book Antiqua"/>
              </a:defRPr>
            </a:lvl4pPr>
            <a:lvl5pPr marL="1544320" indent="1362075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00000"/>
              <a:buChar char=""/>
              <a:defRPr sz="2000" b="0" i="0">
                <a:solidFill>
                  <a:schemeClr val="dk1"/>
                </a:solidFill>
                <a:latin typeface="Book Antiqua"/>
              </a:defRPr>
            </a:lvl5pPr>
          </a:lstStyle>
          <a:p>
            <a:pPr marL="547370" lvl="0" indent="-410845" algn="ctr">
              <a:spcBef>
                <a:spcPts val="0"/>
              </a:spcBef>
              <a:buNone/>
              <a:defRPr/>
            </a:pPr>
            <a:r>
              <a:rPr b="1" i="0" u="none">
                <a:latin typeface="Arial"/>
                <a:ea typeface="Arial"/>
              </a:rPr>
              <a:t>WHO COMPARES TO YOU</a:t>
            </a:r>
            <a:endParaRPr b="1" i="0" u="none">
              <a:latin typeface="Arial"/>
              <a:ea typeface="Arial"/>
            </a:endParaRPr>
          </a:p>
          <a:p>
            <a:pPr marL="547370" lvl="0" indent="-410845" algn="ctr">
              <a:spcBef>
                <a:spcPts val="0"/>
              </a:spcBef>
              <a:buNone/>
              <a:defRPr/>
            </a:pPr>
            <a:r>
              <a:rPr b="1" i="0" u="none">
                <a:latin typeface="Arial"/>
                <a:ea typeface="Arial"/>
              </a:rPr>
              <a:t>WHO SETS THE STARS IN THEIR PLACE</a:t>
            </a:r>
            <a:endParaRPr b="1" i="0" u="none">
              <a:latin typeface="Arial"/>
              <a:ea typeface="Arial"/>
            </a:endParaRPr>
          </a:p>
          <a:p>
            <a:pPr marL="547370" lvl="0" indent="-410845" algn="ctr">
              <a:spcBef>
                <a:spcPts val="0"/>
              </a:spcBef>
              <a:buNone/>
              <a:defRPr/>
            </a:pPr>
            <a:r>
              <a:rPr b="1" i="0" u="none">
                <a:latin typeface="Arial"/>
                <a:ea typeface="Arial"/>
              </a:rPr>
              <a:t>HE WHO CALMED THE RAGING SEAS</a:t>
            </a:r>
            <a:endParaRPr b="1" i="0" u="none">
              <a:latin typeface="Arial"/>
              <a:ea typeface="Arial"/>
            </a:endParaRPr>
          </a:p>
          <a:p>
            <a:pPr marL="547370" lvl="0" indent="-410845" algn="ctr">
              <a:spcBef>
                <a:spcPts val="0"/>
              </a:spcBef>
              <a:buNone/>
              <a:defRPr/>
            </a:pPr>
            <a:r>
              <a:rPr b="1" i="0" u="none">
                <a:latin typeface="Arial"/>
                <a:ea typeface="Arial"/>
              </a:rPr>
              <a:t>THAT CAME CRASHING OVER ME</a:t>
            </a:r>
            <a:endParaRPr b="1" i="0" u="none">
              <a:latin typeface="Arial"/>
              <a:ea typeface="Arial"/>
            </a:endParaRPr>
          </a:p>
        </p:txBody>
      </p:sp>
      <p:sp>
        <p:nvSpPr>
          <p:cNvPr id="3" name="Text Box 2"/>
          <p:cNvSpPr txBox="1">
            <a:spLocks noGrp="1" noChangeShapeType="1"/>
          </p:cNvSpPr>
          <p:nvPr/>
        </p:nvSpPr>
        <p:spPr bwMode="auto">
          <a:xfrm>
            <a:off x="457200" y="142875"/>
            <a:ext cx="8229600" cy="520700"/>
          </a:xfrm>
          <a:prstGeom prst="rect">
            <a:avLst/>
          </a:prstGeom>
          <a:noFill/>
        </p:spPr>
        <p:txBody>
          <a:bodyPr wrap="none" anchor="ctr" anchorCtr="0"/>
          <a:lstStyle>
            <a:lvl1pPr marL="0" indent="0" algn="l" defTabSz="44894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Arial"/>
                <a:ea typeface="Arial"/>
              </a:defRPr>
            </a:lvl1pPr>
            <a:lvl2pPr marL="455295" indent="457200" algn="l" defTabSz="44894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Arial"/>
                <a:ea typeface="Arial"/>
              </a:defRPr>
            </a:lvl2pPr>
            <a:lvl3pPr marL="912495" indent="914400" algn="l" defTabSz="44894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Arial"/>
                <a:ea typeface="Arial"/>
              </a:defRPr>
            </a:lvl3pPr>
            <a:lvl4pPr marL="1369695" indent="1371600" algn="l" defTabSz="44894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Arial"/>
                <a:ea typeface="Arial"/>
              </a:defRPr>
            </a:lvl4pPr>
            <a:lvl5pPr marL="1826895" indent="1828800" algn="l" defTabSz="44894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Arial"/>
                <a:ea typeface="Arial"/>
              </a:defRPr>
            </a:lvl5pPr>
            <a:lvl6pPr defTabSz="448945">
              <a:defRPr lang="en-US" sz="1800"/>
            </a:lvl6pPr>
            <a:lvl7pPr defTabSz="448945">
              <a:defRPr lang="en-US" sz="1800"/>
            </a:lvl7pPr>
            <a:lvl8pPr defTabSz="448945">
              <a:defRPr lang="en-US" sz="1800"/>
            </a:lvl8pPr>
            <a:lvl9pPr defTabSz="448945">
              <a:defRPr lang="en-US" sz="1800"/>
            </a:lvl9pPr>
          </a:lstStyle>
          <a:p>
            <a:pPr marL="0" lvl="0" indent="0" algn="ctr">
              <a:spcBef>
                <a:spcPts val="0"/>
              </a:spcBef>
              <a:buNone/>
              <a:defRPr/>
            </a:pPr>
            <a:r>
              <a:rPr lang="en-ZA" altLang="en-US" sz="4000" b="1" u="sng">
                <a:solidFill>
                  <a:srgbClr val="FFF2CC"/>
                </a:solidFill>
                <a:sym typeface="+mn-ea"/>
              </a:rPr>
              <a:t>Communion</a:t>
            </a:r>
            <a:endParaRPr lang="en-ZA" altLang="en-US" sz="4000" b="1" i="0" u="sng">
              <a:solidFill>
                <a:srgbClr val="FFF2CC"/>
              </a:solidFill>
              <a:ea typeface="Microsoft YaHei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4365993" name="Rectangle 2"/>
          <p:cNvSpPr>
            <a:spLocks noGrp="1" noChangeShapeType="1"/>
          </p:cNvSpPr>
          <p:nvPr>
            <p:ph type="title"/>
          </p:nvPr>
        </p:nvSpPr>
        <p:spPr bwMode="auto">
          <a:xfrm>
            <a:off x="457200" y="274637"/>
            <a:ext cx="8229600" cy="258762"/>
          </a:xfrm>
          <a:prstGeom prst="rect">
            <a:avLst/>
          </a:prstGeom>
        </p:spPr>
        <p:txBody>
          <a:bodyPr lIns="91440" tIns="45720" rIns="91440" bIns="45720" anchor="ctr" anchorCtr="0"/>
          <a:lstStyle/>
          <a:p>
            <a:pPr>
              <a:defRPr/>
            </a:pPr>
            <a:endParaRPr sz="1400"/>
          </a:p>
        </p:txBody>
      </p:sp>
      <p:sp>
        <p:nvSpPr>
          <p:cNvPr id="1763212353" name="Rectangle 3"/>
          <p:cNvSpPr>
            <a:spLocks noGrp="1" noChangeShapeType="1"/>
          </p:cNvSpPr>
          <p:nvPr>
            <p:ph/>
          </p:nvPr>
        </p:nvSpPr>
        <p:spPr bwMode="auto">
          <a:xfrm>
            <a:off x="457200" y="685800"/>
            <a:ext cx="8229600" cy="5440361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547370" indent="136525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9F9F9"/>
              </a:buClr>
              <a:buSzPct val="65000"/>
              <a:buChar char=""/>
              <a:defRPr sz="2800" b="0" i="0">
                <a:solidFill>
                  <a:schemeClr val="dk1"/>
                </a:solidFill>
                <a:latin typeface="Book Antiqua"/>
              </a:defRPr>
            </a:lvl1pPr>
            <a:lvl2pPr marL="868045" indent="58547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80000"/>
              <a:buChar char=""/>
              <a:defRPr sz="2400" b="0" i="0">
                <a:solidFill>
                  <a:schemeClr val="dk1"/>
                </a:solidFill>
                <a:latin typeface="Book Antiqua"/>
              </a:defRPr>
            </a:lvl2pPr>
            <a:lvl3pPr marL="1133475" indent="904875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95000"/>
              <a:buChar char=""/>
              <a:defRPr sz="2200" b="0" i="0">
                <a:solidFill>
                  <a:schemeClr val="dk1"/>
                </a:solidFill>
                <a:latin typeface="Book Antiqua"/>
              </a:defRPr>
            </a:lvl3pPr>
            <a:lvl4pPr marL="1352550" indent="116967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00000"/>
              <a:buChar char=""/>
              <a:defRPr sz="2000" b="0" i="0">
                <a:solidFill>
                  <a:schemeClr val="dk1"/>
                </a:solidFill>
                <a:latin typeface="Book Antiqua"/>
              </a:defRPr>
            </a:lvl4pPr>
            <a:lvl5pPr marL="1544320" indent="1362075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00000"/>
              <a:buChar char=""/>
              <a:defRPr sz="2000" b="0" i="0">
                <a:solidFill>
                  <a:schemeClr val="dk1"/>
                </a:solidFill>
                <a:latin typeface="Book Antiqua"/>
              </a:defRPr>
            </a:lvl5pPr>
          </a:lstStyle>
          <a:p>
            <a:pPr marL="547370" lvl="0" indent="-410845" algn="ctr">
              <a:spcBef>
                <a:spcPts val="0"/>
              </a:spcBef>
              <a:buNone/>
              <a:defRPr/>
            </a:pPr>
            <a:r>
              <a:rPr b="1" i="0" u="none">
                <a:latin typeface="Arial"/>
                <a:ea typeface="Arial"/>
              </a:rPr>
              <a:t>YOU ARE MAGNIFICENT</a:t>
            </a:r>
            <a:endParaRPr b="1" i="0" u="none">
              <a:latin typeface="Arial"/>
              <a:ea typeface="Arial"/>
            </a:endParaRPr>
          </a:p>
          <a:p>
            <a:pPr marL="547370" lvl="0" indent="-410845" algn="ctr">
              <a:spcBef>
                <a:spcPts val="0"/>
              </a:spcBef>
              <a:buNone/>
              <a:defRPr/>
            </a:pPr>
            <a:r>
              <a:rPr b="1" i="0" u="none">
                <a:latin typeface="Arial"/>
                <a:ea typeface="Arial"/>
              </a:rPr>
              <a:t>ETERNALLY WONDERFUL</a:t>
            </a:r>
            <a:endParaRPr b="1" i="0" u="none">
              <a:latin typeface="Arial"/>
              <a:ea typeface="Arial"/>
            </a:endParaRPr>
          </a:p>
          <a:p>
            <a:pPr marL="547370" lvl="0" indent="-410845" algn="ctr">
              <a:spcBef>
                <a:spcPts val="0"/>
              </a:spcBef>
              <a:buNone/>
              <a:defRPr/>
            </a:pPr>
            <a:r>
              <a:rPr b="1" i="0" u="none">
                <a:latin typeface="Arial"/>
                <a:ea typeface="Arial"/>
              </a:rPr>
              <a:t>GLORIOUS JESUS</a:t>
            </a:r>
            <a:endParaRPr b="1" i="0" u="none">
              <a:latin typeface="Arial"/>
              <a:ea typeface="Arial"/>
            </a:endParaRPr>
          </a:p>
          <a:p>
            <a:pPr marL="547370" lvl="0" indent="-410845" algn="ctr">
              <a:spcBef>
                <a:spcPts val="0"/>
              </a:spcBef>
              <a:buNone/>
              <a:defRPr/>
            </a:pPr>
            <a:r>
              <a:rPr b="1" i="0" u="none">
                <a:latin typeface="Arial"/>
                <a:ea typeface="Arial"/>
              </a:rPr>
              <a:t>NO ONE EVER WILL COMPARE</a:t>
            </a:r>
            <a:endParaRPr b="1" i="0" u="none">
              <a:latin typeface="Arial"/>
              <a:ea typeface="Arial"/>
            </a:endParaRPr>
          </a:p>
          <a:p>
            <a:pPr marL="547370" lvl="0" indent="-410845" algn="ctr">
              <a:spcBef>
                <a:spcPts val="0"/>
              </a:spcBef>
              <a:buNone/>
              <a:defRPr/>
            </a:pPr>
            <a:r>
              <a:rPr b="1" i="0" u="none">
                <a:latin typeface="Arial"/>
                <a:ea typeface="Arial"/>
              </a:rPr>
              <a:t>TO YOU JESUS</a:t>
            </a:r>
            <a:endParaRPr b="1" i="0" u="none">
              <a:latin typeface="Arial"/>
              <a:ea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06556920" name="Rectangle 2"/>
          <p:cNvSpPr>
            <a:spLocks noGrp="1" noChangeShapeType="1"/>
          </p:cNvSpPr>
          <p:nvPr>
            <p:ph type="title"/>
          </p:nvPr>
        </p:nvSpPr>
        <p:spPr bwMode="auto">
          <a:xfrm>
            <a:off x="457200" y="274637"/>
            <a:ext cx="8229600" cy="258762"/>
          </a:xfrm>
          <a:prstGeom prst="rect">
            <a:avLst/>
          </a:prstGeom>
        </p:spPr>
        <p:txBody>
          <a:bodyPr lIns="91440" tIns="45720" rIns="91440" bIns="45720" anchor="ctr" anchorCtr="0"/>
          <a:lstStyle/>
          <a:p>
            <a:pPr>
              <a:defRPr/>
            </a:pPr>
            <a:endParaRPr sz="1400"/>
          </a:p>
        </p:txBody>
      </p:sp>
      <p:sp>
        <p:nvSpPr>
          <p:cNvPr id="665406233" name="Rectangle 3"/>
          <p:cNvSpPr>
            <a:spLocks noGrp="1" noChangeShapeType="1"/>
          </p:cNvSpPr>
          <p:nvPr>
            <p:ph/>
          </p:nvPr>
        </p:nvSpPr>
        <p:spPr bwMode="auto">
          <a:xfrm>
            <a:off x="457200" y="685800"/>
            <a:ext cx="8229600" cy="5440361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547370" indent="136525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9F9F9"/>
              </a:buClr>
              <a:buSzPct val="65000"/>
              <a:buChar char=""/>
              <a:defRPr sz="2800" b="0" i="0">
                <a:solidFill>
                  <a:schemeClr val="dk1"/>
                </a:solidFill>
                <a:latin typeface="Book Antiqua"/>
              </a:defRPr>
            </a:lvl1pPr>
            <a:lvl2pPr marL="868045" indent="58547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80000"/>
              <a:buChar char=""/>
              <a:defRPr sz="2400" b="0" i="0">
                <a:solidFill>
                  <a:schemeClr val="dk1"/>
                </a:solidFill>
                <a:latin typeface="Book Antiqua"/>
              </a:defRPr>
            </a:lvl2pPr>
            <a:lvl3pPr marL="1133475" indent="904875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95000"/>
              <a:buChar char=""/>
              <a:defRPr sz="2200" b="0" i="0">
                <a:solidFill>
                  <a:schemeClr val="dk1"/>
                </a:solidFill>
                <a:latin typeface="Book Antiqua"/>
              </a:defRPr>
            </a:lvl3pPr>
            <a:lvl4pPr marL="1352550" indent="116967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00000"/>
              <a:buChar char=""/>
              <a:defRPr sz="2000" b="0" i="0">
                <a:solidFill>
                  <a:schemeClr val="dk1"/>
                </a:solidFill>
                <a:latin typeface="Book Antiqua"/>
              </a:defRPr>
            </a:lvl4pPr>
            <a:lvl5pPr marL="1544320" indent="1362075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00000"/>
              <a:buChar char=""/>
              <a:defRPr sz="2000" b="0" i="0">
                <a:solidFill>
                  <a:schemeClr val="dk1"/>
                </a:solidFill>
                <a:latin typeface="Book Antiqua"/>
              </a:defRPr>
            </a:lvl5pPr>
          </a:lstStyle>
          <a:p>
            <a:pPr marL="547370" lvl="0" indent="-410845" algn="ctr">
              <a:spcBef>
                <a:spcPts val="0"/>
              </a:spcBef>
              <a:buNone/>
              <a:defRPr/>
            </a:pPr>
            <a:r>
              <a:rPr b="1" i="0" u="none">
                <a:latin typeface="Arial"/>
                <a:ea typeface="Arial"/>
              </a:rPr>
              <a:t>YOU ARE MAGNIFICENT</a:t>
            </a:r>
            <a:endParaRPr b="1" i="0" u="none">
              <a:latin typeface="Arial"/>
              <a:ea typeface="Arial"/>
            </a:endParaRPr>
          </a:p>
          <a:p>
            <a:pPr marL="547370" lvl="0" indent="-410845" algn="ctr">
              <a:spcBef>
                <a:spcPts val="0"/>
              </a:spcBef>
              <a:buNone/>
              <a:defRPr/>
            </a:pPr>
            <a:r>
              <a:rPr b="1" i="0" u="none">
                <a:latin typeface="Arial"/>
                <a:ea typeface="Arial"/>
              </a:rPr>
              <a:t>ETERNALLY WONDERFUL</a:t>
            </a:r>
            <a:endParaRPr b="1" i="0" u="none">
              <a:latin typeface="Arial"/>
              <a:ea typeface="Arial"/>
            </a:endParaRPr>
          </a:p>
          <a:p>
            <a:pPr marL="547370" lvl="0" indent="-410845" algn="ctr">
              <a:spcBef>
                <a:spcPts val="0"/>
              </a:spcBef>
              <a:buNone/>
              <a:defRPr/>
            </a:pPr>
            <a:r>
              <a:rPr b="1" i="0" u="none">
                <a:latin typeface="Arial"/>
                <a:ea typeface="Arial"/>
              </a:rPr>
              <a:t>GLORIOUS JESUS</a:t>
            </a:r>
            <a:endParaRPr b="1" i="0" u="none">
              <a:latin typeface="Arial"/>
              <a:ea typeface="Arial"/>
            </a:endParaRPr>
          </a:p>
          <a:p>
            <a:pPr marL="547370" lvl="0" indent="-410845" algn="ctr">
              <a:spcBef>
                <a:spcPts val="0"/>
              </a:spcBef>
              <a:buNone/>
              <a:defRPr/>
            </a:pPr>
            <a:r>
              <a:rPr b="1" i="0" u="none">
                <a:latin typeface="Arial"/>
                <a:ea typeface="Arial"/>
              </a:rPr>
              <a:t>NO ONE EVER WILL COMPARE</a:t>
            </a:r>
            <a:endParaRPr b="1" i="0" u="none">
              <a:latin typeface="Arial"/>
              <a:ea typeface="Arial"/>
            </a:endParaRPr>
          </a:p>
          <a:p>
            <a:pPr marL="547370" lvl="0" indent="-410845" algn="ctr">
              <a:spcBef>
                <a:spcPts val="0"/>
              </a:spcBef>
              <a:buNone/>
              <a:defRPr/>
            </a:pPr>
            <a:r>
              <a:rPr b="1" i="0" u="none">
                <a:latin typeface="Arial"/>
                <a:ea typeface="Arial"/>
              </a:rPr>
              <a:t>TO YOU JESUS</a:t>
            </a:r>
            <a:endParaRPr b="1" i="0" u="none">
              <a:latin typeface="Arial"/>
              <a:ea typeface="Arial"/>
            </a:endParaRPr>
          </a:p>
          <a:p>
            <a:pPr marL="547370" lvl="0" indent="-410845" algn="ctr">
              <a:spcBef>
                <a:spcPts val="0"/>
              </a:spcBef>
              <a:buNone/>
              <a:defRPr/>
            </a:pPr>
            <a:r>
              <a:rPr sz="1800" b="1" i="1" u="none">
                <a:latin typeface="Arial"/>
                <a:ea typeface="Arial"/>
              </a:rPr>
              <a:t>Hillsong</a:t>
            </a:r>
            <a:endParaRPr sz="1800" b="1" i="1" u="none">
              <a:latin typeface="Arial"/>
              <a:ea typeface="Arial"/>
            </a:endParaRPr>
          </a:p>
          <a:p>
            <a:pPr marL="547370" lvl="0" indent="-410845" algn="ctr">
              <a:spcBef>
                <a:spcPts val="0"/>
              </a:spcBef>
              <a:buNone/>
              <a:defRPr/>
            </a:pPr>
            <a:endParaRPr lang="en-US"/>
          </a:p>
          <a:p>
            <a:pPr marL="547370" lvl="0" indent="-410845" algn="ctr">
              <a:spcBef>
                <a:spcPts val="0"/>
              </a:spcBef>
              <a:buNone/>
              <a:defRPr/>
            </a:pPr>
            <a:endParaRPr lang="en-US"/>
          </a:p>
          <a:p>
            <a:pPr marL="547370" lvl="0" indent="-410845" algn="ctr">
              <a:spcBef>
                <a:spcPts val="0"/>
              </a:spcBef>
              <a:buNone/>
              <a:defRPr/>
            </a:pPr>
            <a:endParaRPr lang="en-US"/>
          </a:p>
        </p:txBody>
      </p:sp>
      <p:pic>
        <p:nvPicPr>
          <p:cNvPr id="442508698" name="Picture 3" descr="C:\Users\Guini\Desktop\New folder\Cross.jpg"/>
          <p:cNvPicPr>
            <a:picLocks noGrp="1" noChangeAspect="1"/>
          </p:cNvPicPr>
          <p:nvPr/>
        </p:nvPicPr>
        <p:blipFill rotWithShape="1">
          <a:blip r:embed="rId1"/>
          <a:stretch>
            <a:fillRect/>
          </a:stretch>
        </p:blipFill>
        <p:spPr bwMode="auto">
          <a:xfrm>
            <a:off x="3886200" y="4267200"/>
            <a:ext cx="1241425" cy="1573212"/>
          </a:xfrm>
          <a:prstGeom prst="rect">
            <a:avLst/>
          </a:prstGeom>
          <a:noFill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1062793" name="AutoShape 7" descr="What Are the Parables of the Hidden Treasure and Pearl About? - Jesus Film  Project"/>
          <p:cNvSpPr>
            <a:spLocks noGrp="1" noChangeShapeType="1"/>
          </p:cNvSpPr>
          <p:nvPr/>
        </p:nvSpPr>
        <p:spPr bwMode="auto">
          <a:xfrm>
            <a:off x="155574" y="-144461"/>
            <a:ext cx="304799" cy="304799"/>
          </a:xfrm>
          <a:prstGeom prst="rect">
            <a:avLst/>
          </a:prstGeom>
          <a:noFill/>
        </p:spPr>
        <p:txBody>
          <a:bodyPr lIns="91422" tIns="45711" rIns="91422" bIns="45711"/>
          <a:lstStyle/>
          <a:p>
            <a:pPr>
              <a:defRPr/>
            </a:pPr>
            <a:endParaRPr sz="1400"/>
          </a:p>
        </p:txBody>
      </p:sp>
      <p:sp>
        <p:nvSpPr>
          <p:cNvPr id="1625711318" name="AutoShape 9" descr="What Are the Parables of the Hidden Treasure and Pearl About? - Jesus Film  Project"/>
          <p:cNvSpPr>
            <a:spLocks noGrp="1" noChangeShapeType="1"/>
          </p:cNvSpPr>
          <p:nvPr/>
        </p:nvSpPr>
        <p:spPr bwMode="auto">
          <a:xfrm>
            <a:off x="155574" y="-144461"/>
            <a:ext cx="304799" cy="304799"/>
          </a:xfrm>
          <a:prstGeom prst="rect">
            <a:avLst/>
          </a:prstGeom>
          <a:noFill/>
        </p:spPr>
        <p:txBody>
          <a:bodyPr lIns="91422" tIns="45711" rIns="91422" bIns="45711"/>
          <a:lstStyle/>
          <a:p>
            <a:pPr>
              <a:defRPr/>
            </a:pPr>
            <a:endParaRPr sz="1400"/>
          </a:p>
        </p:txBody>
      </p:sp>
      <p:sp>
        <p:nvSpPr>
          <p:cNvPr id="1269479092" name="AutoShape 11" descr="What Are the Parables of the Hidden Treasure and Pearl About? - Jesus Film  Project"/>
          <p:cNvSpPr>
            <a:spLocks noGrp="1" noChangeShapeType="1"/>
          </p:cNvSpPr>
          <p:nvPr/>
        </p:nvSpPr>
        <p:spPr bwMode="auto">
          <a:xfrm>
            <a:off x="155574" y="-144461"/>
            <a:ext cx="304799" cy="304799"/>
          </a:xfrm>
          <a:prstGeom prst="rect">
            <a:avLst/>
          </a:prstGeom>
          <a:noFill/>
        </p:spPr>
        <p:txBody>
          <a:bodyPr lIns="91422" tIns="45711" rIns="91422" bIns="45711"/>
          <a:lstStyle/>
          <a:p>
            <a:pPr>
              <a:defRPr/>
            </a:pPr>
            <a:endParaRPr sz="1400"/>
          </a:p>
        </p:txBody>
      </p:sp>
      <p:sp>
        <p:nvSpPr>
          <p:cNvPr id="2084981443" name="AutoShape 13" descr="What Are the Parables of the Hidden Treasure and Pearl About? - Jesus Film  Project"/>
          <p:cNvSpPr>
            <a:spLocks noGrp="1" noChangeShapeType="1"/>
          </p:cNvSpPr>
          <p:nvPr/>
        </p:nvSpPr>
        <p:spPr bwMode="auto">
          <a:xfrm>
            <a:off x="155574" y="-144461"/>
            <a:ext cx="304799" cy="304799"/>
          </a:xfrm>
          <a:prstGeom prst="rect">
            <a:avLst/>
          </a:prstGeom>
          <a:noFill/>
        </p:spPr>
        <p:txBody>
          <a:bodyPr lIns="91422" tIns="45711" rIns="91422" bIns="45711"/>
          <a:lstStyle/>
          <a:p>
            <a:pPr>
              <a:defRPr/>
            </a:pPr>
            <a:endParaRPr sz="1400"/>
          </a:p>
        </p:txBody>
      </p:sp>
      <p:sp>
        <p:nvSpPr>
          <p:cNvPr id="1669402536" name="AutoShape 15" descr="What Are the Parables of the Hidden Treasure and Pearl About? - Jesus Film  Project"/>
          <p:cNvSpPr>
            <a:spLocks noGrp="1" noChangeShapeType="1"/>
          </p:cNvSpPr>
          <p:nvPr/>
        </p:nvSpPr>
        <p:spPr bwMode="auto">
          <a:xfrm>
            <a:off x="155574" y="-144461"/>
            <a:ext cx="304799" cy="304799"/>
          </a:xfrm>
          <a:prstGeom prst="rect">
            <a:avLst/>
          </a:prstGeom>
          <a:noFill/>
        </p:spPr>
        <p:txBody>
          <a:bodyPr lIns="91422" tIns="45711" rIns="91422" bIns="45711"/>
          <a:lstStyle/>
          <a:p>
            <a:pPr>
              <a:defRPr/>
            </a:pPr>
            <a:endParaRPr sz="1400"/>
          </a:p>
        </p:txBody>
      </p:sp>
      <p:sp>
        <p:nvSpPr>
          <p:cNvPr id="1514560955" name="AutoShape 17" descr="https://www.jesusfilm.org/wp-content/uploads/2022/11/1541008305698.jpg?w=700"/>
          <p:cNvSpPr>
            <a:spLocks noGrp="1" noChangeShapeType="1"/>
          </p:cNvSpPr>
          <p:nvPr/>
        </p:nvSpPr>
        <p:spPr bwMode="auto">
          <a:xfrm>
            <a:off x="155574" y="-144461"/>
            <a:ext cx="304799" cy="304799"/>
          </a:xfrm>
          <a:prstGeom prst="rect">
            <a:avLst/>
          </a:prstGeom>
          <a:noFill/>
        </p:spPr>
        <p:txBody>
          <a:bodyPr lIns="91422" tIns="45711" rIns="91422" bIns="45711"/>
          <a:lstStyle/>
          <a:p>
            <a:pPr>
              <a:defRPr/>
            </a:pPr>
            <a:endParaRPr sz="1400"/>
          </a:p>
        </p:txBody>
      </p:sp>
      <p:sp>
        <p:nvSpPr>
          <p:cNvPr id="1271359636" name="AutoShape 19" descr="https://www.jesusfilm.org/wp-content/uploads/2022/11/1541008305698.jpg?w=700"/>
          <p:cNvSpPr>
            <a:spLocks noGrp="1" noChangeShapeType="1"/>
          </p:cNvSpPr>
          <p:nvPr/>
        </p:nvSpPr>
        <p:spPr bwMode="auto">
          <a:xfrm>
            <a:off x="155574" y="-144461"/>
            <a:ext cx="304799" cy="304799"/>
          </a:xfrm>
          <a:prstGeom prst="rect">
            <a:avLst/>
          </a:prstGeom>
          <a:noFill/>
        </p:spPr>
        <p:txBody>
          <a:bodyPr lIns="91422" tIns="45711" rIns="91422" bIns="45711"/>
          <a:lstStyle/>
          <a:p>
            <a:pPr>
              <a:defRPr/>
            </a:pPr>
            <a:endParaRPr sz="1400"/>
          </a:p>
        </p:txBody>
      </p:sp>
      <p:sp>
        <p:nvSpPr>
          <p:cNvPr id="1320584111" name="AutoShape 21" descr="https://www.jesusfilm.org/wp-content/uploads/2022/11/1541008305698.jpg?w=700"/>
          <p:cNvSpPr>
            <a:spLocks noGrp="1" noChangeShapeType="1"/>
          </p:cNvSpPr>
          <p:nvPr/>
        </p:nvSpPr>
        <p:spPr bwMode="auto">
          <a:xfrm>
            <a:off x="155574" y="-144461"/>
            <a:ext cx="304799" cy="304799"/>
          </a:xfrm>
          <a:prstGeom prst="rect">
            <a:avLst/>
          </a:prstGeom>
          <a:noFill/>
        </p:spPr>
        <p:txBody>
          <a:bodyPr lIns="91422" tIns="45711" rIns="91422" bIns="45711"/>
          <a:lstStyle/>
          <a:p>
            <a:pPr>
              <a:defRPr/>
            </a:pPr>
            <a:endParaRPr sz="14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91170512" name="Rectangle 3"/>
          <p:cNvSpPr>
            <a:spLocks noGrp="1" noChangeShapeType="1"/>
          </p:cNvSpPr>
          <p:nvPr>
            <p:ph/>
          </p:nvPr>
        </p:nvSpPr>
        <p:spPr bwMode="auto">
          <a:xfrm>
            <a:off x="457200" y="968375"/>
            <a:ext cx="8229600" cy="5157787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547370" indent="136525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9F9F9"/>
              </a:buClr>
              <a:buSzPct val="65000"/>
              <a:buChar char=""/>
              <a:defRPr sz="2800" b="0" i="0">
                <a:solidFill>
                  <a:schemeClr val="dk1"/>
                </a:solidFill>
                <a:latin typeface="Book Antiqua"/>
              </a:defRPr>
            </a:lvl1pPr>
            <a:lvl2pPr marL="868045" indent="58547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80000"/>
              <a:buChar char=""/>
              <a:defRPr sz="2400" b="0" i="0">
                <a:solidFill>
                  <a:schemeClr val="dk1"/>
                </a:solidFill>
                <a:latin typeface="Book Antiqua"/>
              </a:defRPr>
            </a:lvl2pPr>
            <a:lvl3pPr marL="1133475" indent="904875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95000"/>
              <a:buChar char=""/>
              <a:defRPr sz="2200" b="0" i="0">
                <a:solidFill>
                  <a:schemeClr val="dk1"/>
                </a:solidFill>
                <a:latin typeface="Book Antiqua"/>
              </a:defRPr>
            </a:lvl3pPr>
            <a:lvl4pPr marL="1352550" indent="116967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00000"/>
              <a:buChar char=""/>
              <a:defRPr sz="2000" b="0" i="0">
                <a:solidFill>
                  <a:schemeClr val="dk1"/>
                </a:solidFill>
                <a:latin typeface="Book Antiqua"/>
              </a:defRPr>
            </a:lvl4pPr>
            <a:lvl5pPr marL="1544320" indent="1362075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00000"/>
              <a:buChar char=""/>
              <a:defRPr sz="2000" b="0" i="0">
                <a:solidFill>
                  <a:schemeClr val="dk1"/>
                </a:solidFill>
                <a:latin typeface="Book Antiqua"/>
              </a:defRPr>
            </a:lvl5pPr>
          </a:lstStyle>
          <a:p>
            <a:pPr marL="547370" lvl="0" indent="-410845" algn="ctr">
              <a:spcBef>
                <a:spcPts val="0"/>
              </a:spcBef>
              <a:buNone/>
              <a:defRPr/>
            </a:pPr>
            <a:r>
              <a:rPr b="1" i="0" u="none">
                <a:latin typeface="Arial"/>
                <a:ea typeface="Arial"/>
              </a:rPr>
              <a:t>WHO COMPARES TO YOU</a:t>
            </a:r>
            <a:endParaRPr b="1" i="0" u="none">
              <a:latin typeface="Arial"/>
              <a:ea typeface="Arial"/>
            </a:endParaRPr>
          </a:p>
          <a:p>
            <a:pPr marL="547370" lvl="0" indent="-410845" algn="ctr">
              <a:spcBef>
                <a:spcPts val="0"/>
              </a:spcBef>
              <a:buNone/>
              <a:defRPr/>
            </a:pPr>
            <a:r>
              <a:rPr b="1" i="0" u="none">
                <a:latin typeface="Arial"/>
                <a:ea typeface="Arial"/>
              </a:rPr>
              <a:t>WHO SETS THE STARS IN THEIR PLACE</a:t>
            </a:r>
            <a:endParaRPr b="1" i="0" u="none">
              <a:latin typeface="Arial"/>
              <a:ea typeface="Arial"/>
            </a:endParaRPr>
          </a:p>
          <a:p>
            <a:pPr marL="547370" lvl="0" indent="-410845" algn="ctr">
              <a:spcBef>
                <a:spcPts val="0"/>
              </a:spcBef>
              <a:buNone/>
              <a:defRPr/>
            </a:pPr>
            <a:r>
              <a:rPr b="1" i="0" u="none">
                <a:latin typeface="Arial"/>
                <a:ea typeface="Arial"/>
              </a:rPr>
              <a:t>HE WHO CALMED THE RAGING SEAS</a:t>
            </a:r>
            <a:endParaRPr b="1" i="0" u="none">
              <a:latin typeface="Arial"/>
              <a:ea typeface="Arial"/>
            </a:endParaRPr>
          </a:p>
          <a:p>
            <a:pPr marL="547370" lvl="0" indent="-410845" algn="ctr">
              <a:spcBef>
                <a:spcPts val="0"/>
              </a:spcBef>
              <a:buNone/>
              <a:defRPr/>
            </a:pPr>
            <a:r>
              <a:rPr b="1" i="0" u="none">
                <a:latin typeface="Arial"/>
                <a:ea typeface="Arial"/>
              </a:rPr>
              <a:t>THAT CAME CRASHING OVER ME</a:t>
            </a:r>
            <a:endParaRPr b="1" i="0" u="none">
              <a:latin typeface="Arial"/>
              <a:ea typeface="Arial"/>
            </a:endParaRPr>
          </a:p>
        </p:txBody>
      </p:sp>
      <p:sp>
        <p:nvSpPr>
          <p:cNvPr id="3" name="Text Box 2"/>
          <p:cNvSpPr txBox="1">
            <a:spLocks noGrp="1" noChangeShapeType="1"/>
          </p:cNvSpPr>
          <p:nvPr/>
        </p:nvSpPr>
        <p:spPr bwMode="auto">
          <a:xfrm>
            <a:off x="457200" y="142875"/>
            <a:ext cx="8229600" cy="520700"/>
          </a:xfrm>
          <a:prstGeom prst="rect">
            <a:avLst/>
          </a:prstGeom>
          <a:noFill/>
        </p:spPr>
        <p:txBody>
          <a:bodyPr wrap="none" anchor="ctr" anchorCtr="0"/>
          <a:lstStyle>
            <a:lvl1pPr marL="0" indent="0" algn="l" defTabSz="44894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Arial"/>
                <a:ea typeface="Arial"/>
              </a:defRPr>
            </a:lvl1pPr>
            <a:lvl2pPr marL="455295" indent="457200" algn="l" defTabSz="44894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Arial"/>
                <a:ea typeface="Arial"/>
              </a:defRPr>
            </a:lvl2pPr>
            <a:lvl3pPr marL="912495" indent="914400" algn="l" defTabSz="44894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Arial"/>
                <a:ea typeface="Arial"/>
              </a:defRPr>
            </a:lvl3pPr>
            <a:lvl4pPr marL="1369695" indent="1371600" algn="l" defTabSz="44894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Arial"/>
                <a:ea typeface="Arial"/>
              </a:defRPr>
            </a:lvl4pPr>
            <a:lvl5pPr marL="1826895" indent="1828800" algn="l" defTabSz="44894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Arial"/>
                <a:ea typeface="Arial"/>
              </a:defRPr>
            </a:lvl5pPr>
            <a:lvl6pPr defTabSz="448945">
              <a:defRPr lang="en-US" sz="1800"/>
            </a:lvl6pPr>
            <a:lvl7pPr defTabSz="448945">
              <a:defRPr lang="en-US" sz="1800"/>
            </a:lvl7pPr>
            <a:lvl8pPr defTabSz="448945">
              <a:defRPr lang="en-US" sz="1800"/>
            </a:lvl8pPr>
            <a:lvl9pPr defTabSz="448945">
              <a:defRPr lang="en-US" sz="1800"/>
            </a:lvl9pPr>
          </a:lstStyle>
          <a:p>
            <a:pPr marL="0" lvl="0" indent="0" algn="ctr">
              <a:spcBef>
                <a:spcPts val="0"/>
              </a:spcBef>
              <a:buNone/>
              <a:defRPr/>
            </a:pPr>
            <a:r>
              <a:rPr lang="en-ZA" altLang="en-US" sz="4000" b="1" u="sng">
                <a:solidFill>
                  <a:srgbClr val="FFF2CC"/>
                </a:solidFill>
                <a:sym typeface="+mn-ea"/>
              </a:rPr>
              <a:t>Communion</a:t>
            </a:r>
            <a:endParaRPr lang="en-ZA" altLang="en-US" sz="4000" b="1" i="0" u="sng">
              <a:solidFill>
                <a:srgbClr val="FFF2CC"/>
              </a:solidFill>
              <a:ea typeface="Microsoft YaHei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4365993" name="Rectangle 2"/>
          <p:cNvSpPr>
            <a:spLocks noGrp="1" noChangeShapeType="1"/>
          </p:cNvSpPr>
          <p:nvPr>
            <p:ph type="title"/>
          </p:nvPr>
        </p:nvSpPr>
        <p:spPr bwMode="auto">
          <a:xfrm>
            <a:off x="457200" y="274637"/>
            <a:ext cx="8229600" cy="258762"/>
          </a:xfrm>
          <a:prstGeom prst="rect">
            <a:avLst/>
          </a:prstGeom>
        </p:spPr>
        <p:txBody>
          <a:bodyPr lIns="91440" tIns="45720" rIns="91440" bIns="45720" anchor="ctr" anchorCtr="0"/>
          <a:lstStyle/>
          <a:p>
            <a:pPr>
              <a:defRPr/>
            </a:pPr>
            <a:endParaRPr sz="1400"/>
          </a:p>
        </p:txBody>
      </p:sp>
      <p:sp>
        <p:nvSpPr>
          <p:cNvPr id="1763212353" name="Rectangle 3"/>
          <p:cNvSpPr>
            <a:spLocks noGrp="1" noChangeShapeType="1"/>
          </p:cNvSpPr>
          <p:nvPr>
            <p:ph/>
          </p:nvPr>
        </p:nvSpPr>
        <p:spPr bwMode="auto">
          <a:xfrm>
            <a:off x="457200" y="685800"/>
            <a:ext cx="8229600" cy="5440361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547370" indent="136525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9F9F9"/>
              </a:buClr>
              <a:buSzPct val="65000"/>
              <a:buChar char=""/>
              <a:defRPr sz="2800" b="0" i="0">
                <a:solidFill>
                  <a:schemeClr val="dk1"/>
                </a:solidFill>
                <a:latin typeface="Book Antiqua"/>
              </a:defRPr>
            </a:lvl1pPr>
            <a:lvl2pPr marL="868045" indent="58547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80000"/>
              <a:buChar char=""/>
              <a:defRPr sz="2400" b="0" i="0">
                <a:solidFill>
                  <a:schemeClr val="dk1"/>
                </a:solidFill>
                <a:latin typeface="Book Antiqua"/>
              </a:defRPr>
            </a:lvl2pPr>
            <a:lvl3pPr marL="1133475" indent="904875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95000"/>
              <a:buChar char=""/>
              <a:defRPr sz="2200" b="0" i="0">
                <a:solidFill>
                  <a:schemeClr val="dk1"/>
                </a:solidFill>
                <a:latin typeface="Book Antiqua"/>
              </a:defRPr>
            </a:lvl3pPr>
            <a:lvl4pPr marL="1352550" indent="116967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00000"/>
              <a:buChar char=""/>
              <a:defRPr sz="2000" b="0" i="0">
                <a:solidFill>
                  <a:schemeClr val="dk1"/>
                </a:solidFill>
                <a:latin typeface="Book Antiqua"/>
              </a:defRPr>
            </a:lvl4pPr>
            <a:lvl5pPr marL="1544320" indent="1362075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00000"/>
              <a:buChar char=""/>
              <a:defRPr sz="2000" b="0" i="0">
                <a:solidFill>
                  <a:schemeClr val="dk1"/>
                </a:solidFill>
                <a:latin typeface="Book Antiqua"/>
              </a:defRPr>
            </a:lvl5pPr>
          </a:lstStyle>
          <a:p>
            <a:pPr marL="547370" lvl="0" indent="-410845" algn="ctr">
              <a:spcBef>
                <a:spcPts val="0"/>
              </a:spcBef>
              <a:buNone/>
              <a:defRPr/>
            </a:pPr>
            <a:r>
              <a:rPr b="1" i="0" u="none">
                <a:latin typeface="Arial"/>
                <a:ea typeface="Arial"/>
              </a:rPr>
              <a:t>YOU ARE MAGNIFICENT</a:t>
            </a:r>
            <a:endParaRPr b="1" i="0" u="none">
              <a:latin typeface="Arial"/>
              <a:ea typeface="Arial"/>
            </a:endParaRPr>
          </a:p>
          <a:p>
            <a:pPr marL="547370" lvl="0" indent="-410845" algn="ctr">
              <a:spcBef>
                <a:spcPts val="0"/>
              </a:spcBef>
              <a:buNone/>
              <a:defRPr/>
            </a:pPr>
            <a:r>
              <a:rPr b="1" i="0" u="none">
                <a:latin typeface="Arial"/>
                <a:ea typeface="Arial"/>
              </a:rPr>
              <a:t>ETERNALLY WONDERFUL</a:t>
            </a:r>
            <a:endParaRPr b="1" i="0" u="none">
              <a:latin typeface="Arial"/>
              <a:ea typeface="Arial"/>
            </a:endParaRPr>
          </a:p>
          <a:p>
            <a:pPr marL="547370" lvl="0" indent="-410845" algn="ctr">
              <a:spcBef>
                <a:spcPts val="0"/>
              </a:spcBef>
              <a:buNone/>
              <a:defRPr/>
            </a:pPr>
            <a:r>
              <a:rPr b="1" i="0" u="none">
                <a:latin typeface="Arial"/>
                <a:ea typeface="Arial"/>
              </a:rPr>
              <a:t>GLORIOUS JESUS</a:t>
            </a:r>
            <a:endParaRPr b="1" i="0" u="none">
              <a:latin typeface="Arial"/>
              <a:ea typeface="Arial"/>
            </a:endParaRPr>
          </a:p>
          <a:p>
            <a:pPr marL="547370" lvl="0" indent="-410845" algn="ctr">
              <a:spcBef>
                <a:spcPts val="0"/>
              </a:spcBef>
              <a:buNone/>
              <a:defRPr/>
            </a:pPr>
            <a:r>
              <a:rPr b="1" i="0" u="none">
                <a:latin typeface="Arial"/>
                <a:ea typeface="Arial"/>
              </a:rPr>
              <a:t>NO ONE EVER WILL COMPARE</a:t>
            </a:r>
            <a:endParaRPr b="1" i="0" u="none">
              <a:latin typeface="Arial"/>
              <a:ea typeface="Arial"/>
            </a:endParaRPr>
          </a:p>
          <a:p>
            <a:pPr marL="547370" lvl="0" indent="-410845" algn="ctr">
              <a:spcBef>
                <a:spcPts val="0"/>
              </a:spcBef>
              <a:buNone/>
              <a:defRPr/>
            </a:pPr>
            <a:r>
              <a:rPr b="1" i="0" u="none">
                <a:latin typeface="Arial"/>
                <a:ea typeface="Arial"/>
              </a:rPr>
              <a:t>TO YOU JESUS</a:t>
            </a:r>
            <a:endParaRPr b="1" i="0" u="none">
              <a:latin typeface="Arial"/>
              <a:ea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06556920" name="Rectangle 2"/>
          <p:cNvSpPr>
            <a:spLocks noGrp="1" noChangeShapeType="1"/>
          </p:cNvSpPr>
          <p:nvPr>
            <p:ph type="title"/>
          </p:nvPr>
        </p:nvSpPr>
        <p:spPr bwMode="auto">
          <a:xfrm>
            <a:off x="457200" y="274637"/>
            <a:ext cx="8229600" cy="258762"/>
          </a:xfrm>
          <a:prstGeom prst="rect">
            <a:avLst/>
          </a:prstGeom>
        </p:spPr>
        <p:txBody>
          <a:bodyPr lIns="91440" tIns="45720" rIns="91440" bIns="45720" anchor="ctr" anchorCtr="0"/>
          <a:lstStyle/>
          <a:p>
            <a:pPr>
              <a:defRPr/>
            </a:pPr>
            <a:endParaRPr sz="1400"/>
          </a:p>
        </p:txBody>
      </p:sp>
      <p:sp>
        <p:nvSpPr>
          <p:cNvPr id="665406233" name="Rectangle 3"/>
          <p:cNvSpPr>
            <a:spLocks noGrp="1" noChangeShapeType="1"/>
          </p:cNvSpPr>
          <p:nvPr>
            <p:ph/>
          </p:nvPr>
        </p:nvSpPr>
        <p:spPr bwMode="auto">
          <a:xfrm>
            <a:off x="457200" y="685800"/>
            <a:ext cx="8229600" cy="5440361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547370" indent="136525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9F9F9"/>
              </a:buClr>
              <a:buSzPct val="65000"/>
              <a:buChar char=""/>
              <a:defRPr sz="2800" b="0" i="0">
                <a:solidFill>
                  <a:schemeClr val="dk1"/>
                </a:solidFill>
                <a:latin typeface="Book Antiqua"/>
              </a:defRPr>
            </a:lvl1pPr>
            <a:lvl2pPr marL="868045" indent="58547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80000"/>
              <a:buChar char=""/>
              <a:defRPr sz="2400" b="0" i="0">
                <a:solidFill>
                  <a:schemeClr val="dk1"/>
                </a:solidFill>
                <a:latin typeface="Book Antiqua"/>
              </a:defRPr>
            </a:lvl2pPr>
            <a:lvl3pPr marL="1133475" indent="904875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95000"/>
              <a:buChar char=""/>
              <a:defRPr sz="2200" b="0" i="0">
                <a:solidFill>
                  <a:schemeClr val="dk1"/>
                </a:solidFill>
                <a:latin typeface="Book Antiqua"/>
              </a:defRPr>
            </a:lvl3pPr>
            <a:lvl4pPr marL="1352550" indent="116967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00000"/>
              <a:buChar char=""/>
              <a:defRPr sz="2000" b="0" i="0">
                <a:solidFill>
                  <a:schemeClr val="dk1"/>
                </a:solidFill>
                <a:latin typeface="Book Antiqua"/>
              </a:defRPr>
            </a:lvl4pPr>
            <a:lvl5pPr marL="1544320" indent="1362075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00000"/>
              <a:buChar char=""/>
              <a:defRPr sz="2000" b="0" i="0">
                <a:solidFill>
                  <a:schemeClr val="dk1"/>
                </a:solidFill>
                <a:latin typeface="Book Antiqua"/>
              </a:defRPr>
            </a:lvl5pPr>
          </a:lstStyle>
          <a:p>
            <a:pPr marL="547370" lvl="0" indent="-410845" algn="ctr">
              <a:spcBef>
                <a:spcPts val="0"/>
              </a:spcBef>
              <a:buNone/>
              <a:defRPr/>
            </a:pPr>
            <a:r>
              <a:rPr b="1" i="0" u="none">
                <a:latin typeface="Arial"/>
                <a:ea typeface="Arial"/>
              </a:rPr>
              <a:t>YOU ARE MAGNIFICENT</a:t>
            </a:r>
            <a:endParaRPr b="1" i="0" u="none">
              <a:latin typeface="Arial"/>
              <a:ea typeface="Arial"/>
            </a:endParaRPr>
          </a:p>
          <a:p>
            <a:pPr marL="547370" lvl="0" indent="-410845" algn="ctr">
              <a:spcBef>
                <a:spcPts val="0"/>
              </a:spcBef>
              <a:buNone/>
              <a:defRPr/>
            </a:pPr>
            <a:r>
              <a:rPr b="1" i="0" u="none">
                <a:latin typeface="Arial"/>
                <a:ea typeface="Arial"/>
              </a:rPr>
              <a:t>ETERNALLY WONDERFUL</a:t>
            </a:r>
            <a:endParaRPr b="1" i="0" u="none">
              <a:latin typeface="Arial"/>
              <a:ea typeface="Arial"/>
            </a:endParaRPr>
          </a:p>
          <a:p>
            <a:pPr marL="547370" lvl="0" indent="-410845" algn="ctr">
              <a:spcBef>
                <a:spcPts val="0"/>
              </a:spcBef>
              <a:buNone/>
              <a:defRPr/>
            </a:pPr>
            <a:r>
              <a:rPr b="1" i="0" u="none">
                <a:latin typeface="Arial"/>
                <a:ea typeface="Arial"/>
              </a:rPr>
              <a:t>GLORIOUS JESUS</a:t>
            </a:r>
            <a:endParaRPr b="1" i="0" u="none">
              <a:latin typeface="Arial"/>
              <a:ea typeface="Arial"/>
            </a:endParaRPr>
          </a:p>
          <a:p>
            <a:pPr marL="547370" lvl="0" indent="-410845" algn="ctr">
              <a:spcBef>
                <a:spcPts val="0"/>
              </a:spcBef>
              <a:buNone/>
              <a:defRPr/>
            </a:pPr>
            <a:r>
              <a:rPr b="1" i="0" u="none">
                <a:latin typeface="Arial"/>
                <a:ea typeface="Arial"/>
              </a:rPr>
              <a:t>NO ONE EVER WILL COMPARE</a:t>
            </a:r>
            <a:endParaRPr b="1" i="0" u="none">
              <a:latin typeface="Arial"/>
              <a:ea typeface="Arial"/>
            </a:endParaRPr>
          </a:p>
          <a:p>
            <a:pPr marL="547370" lvl="0" indent="-410845" algn="ctr">
              <a:spcBef>
                <a:spcPts val="0"/>
              </a:spcBef>
              <a:buNone/>
              <a:defRPr/>
            </a:pPr>
            <a:r>
              <a:rPr b="1" i="0" u="none">
                <a:latin typeface="Arial"/>
                <a:ea typeface="Arial"/>
              </a:rPr>
              <a:t>TO YOU JESUS</a:t>
            </a:r>
            <a:endParaRPr b="1" i="0" u="none">
              <a:latin typeface="Arial"/>
              <a:ea typeface="Arial"/>
            </a:endParaRPr>
          </a:p>
          <a:p>
            <a:pPr marL="547370" lvl="0" indent="-410845" algn="ctr">
              <a:spcBef>
                <a:spcPts val="0"/>
              </a:spcBef>
              <a:buNone/>
              <a:defRPr/>
            </a:pPr>
            <a:r>
              <a:rPr sz="1800" b="1" i="1" u="none">
                <a:latin typeface="Arial"/>
                <a:ea typeface="Arial"/>
              </a:rPr>
              <a:t>Hillsong</a:t>
            </a:r>
            <a:endParaRPr sz="1800" b="1" i="1" u="none">
              <a:latin typeface="Arial"/>
              <a:ea typeface="Arial"/>
            </a:endParaRPr>
          </a:p>
          <a:p>
            <a:pPr marL="547370" lvl="0" indent="-410845" algn="ctr">
              <a:spcBef>
                <a:spcPts val="0"/>
              </a:spcBef>
              <a:buNone/>
              <a:defRPr/>
            </a:pPr>
            <a:endParaRPr lang="en-US"/>
          </a:p>
          <a:p>
            <a:pPr marL="547370" lvl="0" indent="-410845" algn="ctr">
              <a:spcBef>
                <a:spcPts val="0"/>
              </a:spcBef>
              <a:buNone/>
              <a:defRPr/>
            </a:pPr>
            <a:endParaRPr lang="en-US"/>
          </a:p>
          <a:p>
            <a:pPr marL="547370" lvl="0" indent="-410845" algn="ctr">
              <a:spcBef>
                <a:spcPts val="0"/>
              </a:spcBef>
              <a:buNone/>
              <a:defRPr/>
            </a:pPr>
            <a:endParaRPr lang="en-US"/>
          </a:p>
        </p:txBody>
      </p:sp>
      <p:pic>
        <p:nvPicPr>
          <p:cNvPr id="442508698" name="Picture 3" descr="C:\Users\Guini\Desktop\New folder\Cross.jpg"/>
          <p:cNvPicPr>
            <a:picLocks noGrp="1" noChangeAspect="1"/>
          </p:cNvPicPr>
          <p:nvPr/>
        </p:nvPicPr>
        <p:blipFill rotWithShape="1">
          <a:blip r:embed="rId1"/>
          <a:stretch>
            <a:fillRect/>
          </a:stretch>
        </p:blipFill>
        <p:spPr bwMode="auto">
          <a:xfrm>
            <a:off x="3886200" y="4267200"/>
            <a:ext cx="1241425" cy="1573212"/>
          </a:xfrm>
          <a:prstGeom prst="rect">
            <a:avLst/>
          </a:prstGeom>
          <a:noFill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72640679" name="AutoShape 7" descr="What Are the Parables of the Hidden Treasure and Pearl About? - Jesus Film  Project"/>
          <p:cNvSpPr>
            <a:spLocks noGrp="1" noChangeShapeType="1"/>
          </p:cNvSpPr>
          <p:nvPr/>
        </p:nvSpPr>
        <p:spPr bwMode="auto">
          <a:xfrm>
            <a:off x="155574" y="-144461"/>
            <a:ext cx="304799" cy="304799"/>
          </a:xfrm>
          <a:prstGeom prst="rect">
            <a:avLst/>
          </a:prstGeom>
          <a:noFill/>
        </p:spPr>
        <p:txBody>
          <a:bodyPr lIns="91422" tIns="45711" rIns="91422" bIns="45711"/>
          <a:lstStyle/>
          <a:p>
            <a:pPr>
              <a:defRPr/>
            </a:pPr>
            <a:endParaRPr sz="1400"/>
          </a:p>
        </p:txBody>
      </p:sp>
      <p:sp>
        <p:nvSpPr>
          <p:cNvPr id="299624978" name="AutoShape 9" descr="What Are the Parables of the Hidden Treasure and Pearl About? - Jesus Film  Project"/>
          <p:cNvSpPr>
            <a:spLocks noGrp="1" noChangeShapeType="1"/>
          </p:cNvSpPr>
          <p:nvPr/>
        </p:nvSpPr>
        <p:spPr bwMode="auto">
          <a:xfrm>
            <a:off x="155574" y="-144461"/>
            <a:ext cx="304799" cy="304799"/>
          </a:xfrm>
          <a:prstGeom prst="rect">
            <a:avLst/>
          </a:prstGeom>
          <a:noFill/>
        </p:spPr>
        <p:txBody>
          <a:bodyPr lIns="91422" tIns="45711" rIns="91422" bIns="45711"/>
          <a:lstStyle/>
          <a:p>
            <a:pPr>
              <a:defRPr/>
            </a:pPr>
            <a:endParaRPr sz="1400"/>
          </a:p>
        </p:txBody>
      </p:sp>
      <p:sp>
        <p:nvSpPr>
          <p:cNvPr id="1547856202" name="AutoShape 11" descr="What Are the Parables of the Hidden Treasure and Pearl About? - Jesus Film  Project"/>
          <p:cNvSpPr>
            <a:spLocks noGrp="1" noChangeShapeType="1"/>
          </p:cNvSpPr>
          <p:nvPr/>
        </p:nvSpPr>
        <p:spPr bwMode="auto">
          <a:xfrm>
            <a:off x="155574" y="-144461"/>
            <a:ext cx="304799" cy="304799"/>
          </a:xfrm>
          <a:prstGeom prst="rect">
            <a:avLst/>
          </a:prstGeom>
          <a:noFill/>
        </p:spPr>
        <p:txBody>
          <a:bodyPr lIns="91422" tIns="45711" rIns="91422" bIns="45711"/>
          <a:lstStyle/>
          <a:p>
            <a:pPr>
              <a:defRPr/>
            </a:pPr>
            <a:endParaRPr sz="1400"/>
          </a:p>
        </p:txBody>
      </p:sp>
      <p:sp>
        <p:nvSpPr>
          <p:cNvPr id="940107653" name="AutoShape 13" descr="What Are the Parables of the Hidden Treasure and Pearl About? - Jesus Film  Project"/>
          <p:cNvSpPr>
            <a:spLocks noGrp="1" noChangeShapeType="1"/>
          </p:cNvSpPr>
          <p:nvPr/>
        </p:nvSpPr>
        <p:spPr bwMode="auto">
          <a:xfrm>
            <a:off x="155574" y="-144461"/>
            <a:ext cx="304799" cy="304799"/>
          </a:xfrm>
          <a:prstGeom prst="rect">
            <a:avLst/>
          </a:prstGeom>
          <a:noFill/>
        </p:spPr>
        <p:txBody>
          <a:bodyPr lIns="91422" tIns="45711" rIns="91422" bIns="45711"/>
          <a:lstStyle/>
          <a:p>
            <a:pPr>
              <a:defRPr/>
            </a:pPr>
            <a:endParaRPr sz="1400"/>
          </a:p>
        </p:txBody>
      </p:sp>
      <p:sp>
        <p:nvSpPr>
          <p:cNvPr id="1338760741" name="AutoShape 15" descr="What Are the Parables of the Hidden Treasure and Pearl About? - Jesus Film  Project"/>
          <p:cNvSpPr>
            <a:spLocks noGrp="1" noChangeShapeType="1"/>
          </p:cNvSpPr>
          <p:nvPr/>
        </p:nvSpPr>
        <p:spPr bwMode="auto">
          <a:xfrm>
            <a:off x="155574" y="-144461"/>
            <a:ext cx="304799" cy="304799"/>
          </a:xfrm>
          <a:prstGeom prst="rect">
            <a:avLst/>
          </a:prstGeom>
          <a:noFill/>
        </p:spPr>
        <p:txBody>
          <a:bodyPr lIns="91422" tIns="45711" rIns="91422" bIns="45711"/>
          <a:lstStyle/>
          <a:p>
            <a:pPr>
              <a:defRPr/>
            </a:pPr>
            <a:endParaRPr sz="1400"/>
          </a:p>
        </p:txBody>
      </p:sp>
      <p:sp>
        <p:nvSpPr>
          <p:cNvPr id="1787431867" name="AutoShape 17" descr="https://www.jesusfilm.org/wp-content/uploads/2022/11/1541008305698.jpg?w=700"/>
          <p:cNvSpPr>
            <a:spLocks noGrp="1" noChangeShapeType="1"/>
          </p:cNvSpPr>
          <p:nvPr/>
        </p:nvSpPr>
        <p:spPr bwMode="auto">
          <a:xfrm>
            <a:off x="155574" y="-144461"/>
            <a:ext cx="304799" cy="304799"/>
          </a:xfrm>
          <a:prstGeom prst="rect">
            <a:avLst/>
          </a:prstGeom>
          <a:noFill/>
        </p:spPr>
        <p:txBody>
          <a:bodyPr lIns="91422" tIns="45711" rIns="91422" bIns="45711"/>
          <a:lstStyle/>
          <a:p>
            <a:pPr>
              <a:defRPr/>
            </a:pPr>
            <a:endParaRPr sz="1400"/>
          </a:p>
        </p:txBody>
      </p:sp>
      <p:sp>
        <p:nvSpPr>
          <p:cNvPr id="1539511809" name="AutoShape 19" descr="https://www.jesusfilm.org/wp-content/uploads/2022/11/1541008305698.jpg?w=700"/>
          <p:cNvSpPr>
            <a:spLocks noGrp="1" noChangeShapeType="1"/>
          </p:cNvSpPr>
          <p:nvPr/>
        </p:nvSpPr>
        <p:spPr bwMode="auto">
          <a:xfrm>
            <a:off x="155574" y="-144461"/>
            <a:ext cx="304799" cy="304799"/>
          </a:xfrm>
          <a:prstGeom prst="rect">
            <a:avLst/>
          </a:prstGeom>
          <a:noFill/>
        </p:spPr>
        <p:txBody>
          <a:bodyPr lIns="91422" tIns="45711" rIns="91422" bIns="45711"/>
          <a:lstStyle/>
          <a:p>
            <a:pPr>
              <a:defRPr/>
            </a:pPr>
            <a:endParaRPr sz="1400"/>
          </a:p>
        </p:txBody>
      </p:sp>
      <p:sp>
        <p:nvSpPr>
          <p:cNvPr id="2084721050" name="AutoShape 21" descr="https://www.jesusfilm.org/wp-content/uploads/2022/11/1541008305698.jpg?w=700"/>
          <p:cNvSpPr>
            <a:spLocks noGrp="1" noChangeShapeType="1"/>
          </p:cNvSpPr>
          <p:nvPr/>
        </p:nvSpPr>
        <p:spPr bwMode="auto">
          <a:xfrm>
            <a:off x="155574" y="-144461"/>
            <a:ext cx="304799" cy="304799"/>
          </a:xfrm>
          <a:prstGeom prst="rect">
            <a:avLst/>
          </a:prstGeom>
          <a:noFill/>
        </p:spPr>
        <p:txBody>
          <a:bodyPr lIns="91422" tIns="45711" rIns="91422" bIns="45711"/>
          <a:lstStyle/>
          <a:p>
            <a:pPr>
              <a:defRPr/>
            </a:pPr>
            <a:endParaRPr sz="14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74411501" name="Rectangle 2"/>
          <p:cNvPicPr>
            <a:picLocks noGrp="1" noChangeAspect="1"/>
          </p:cNvPicPr>
          <p:nvPr>
            <p:ph type="title"/>
          </p:nvPr>
        </p:nvPicPr>
        <p:blipFill rotWithShape="1">
          <a:blip r:embed="rId1"/>
          <a:stretch>
            <a:fillRect/>
          </a:stretch>
        </p:blipFill>
        <p:spPr bwMode="auto">
          <a:xfrm>
            <a:off x="450850" y="-103187"/>
            <a:ext cx="8242300" cy="1004887"/>
          </a:xfrm>
          <a:prstGeom prst="rect">
            <a:avLst/>
          </a:prstGeom>
          <a:noFill/>
        </p:spPr>
      </p:pic>
      <p:sp>
        <p:nvSpPr>
          <p:cNvPr id="1240374833" name="Rectangle 3"/>
          <p:cNvSpPr>
            <a:spLocks noGrp="1" noChangeShapeType="1"/>
          </p:cNvSpPr>
          <p:nvPr>
            <p:ph/>
          </p:nvPr>
        </p:nvSpPr>
        <p:spPr bwMode="auto">
          <a:xfrm>
            <a:off x="457200" y="860425"/>
            <a:ext cx="8229600" cy="5265737"/>
          </a:xfrm>
          <a:prstGeom prst="rect">
            <a:avLst/>
          </a:prstGeom>
        </p:spPr>
        <p:txBody>
          <a:bodyPr lIns="91423" tIns="45711" rIns="91423" bIns="45711" anchor="t"/>
          <a:lstStyle>
            <a:lvl1pPr marL="546100" indent="136525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9F9F9"/>
              </a:buClr>
              <a:buSzPct val="65000"/>
              <a:buChar char=""/>
              <a:defRPr sz="2800" b="0" i="0">
                <a:solidFill>
                  <a:schemeClr val="dk1"/>
                </a:solidFill>
                <a:latin typeface="Book Antiqua"/>
              </a:defRPr>
            </a:lvl1pPr>
            <a:lvl2pPr marL="866775" indent="58547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80000"/>
              <a:buChar char=""/>
              <a:defRPr sz="2400" b="0" i="0">
                <a:solidFill>
                  <a:schemeClr val="dk1"/>
                </a:solidFill>
                <a:latin typeface="Book Antiqua"/>
              </a:defRPr>
            </a:lvl2pPr>
            <a:lvl3pPr marL="1131570" indent="904875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95000"/>
              <a:buChar char=""/>
              <a:defRPr sz="2200" b="0" i="0">
                <a:solidFill>
                  <a:schemeClr val="dk1"/>
                </a:solidFill>
                <a:latin typeface="Book Antiqua"/>
              </a:defRPr>
            </a:lvl3pPr>
            <a:lvl4pPr marL="1350645" indent="116967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00000"/>
              <a:buChar char=""/>
              <a:defRPr sz="2000" b="0" i="0">
                <a:solidFill>
                  <a:schemeClr val="dk1"/>
                </a:solidFill>
                <a:latin typeface="Book Antiqua"/>
              </a:defRPr>
            </a:lvl4pPr>
            <a:lvl5pPr marL="1543050" indent="1362075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00000"/>
              <a:buChar char=""/>
              <a:defRPr sz="2000" b="0" i="0">
                <a:solidFill>
                  <a:schemeClr val="dk1"/>
                </a:solidFill>
                <a:latin typeface="Book Antiqua"/>
              </a:defRPr>
            </a:lvl5pPr>
          </a:lstStyle>
          <a:p>
            <a:pPr marL="546100" lvl="0" indent="-409575" algn="ctr">
              <a:spcBef>
                <a:spcPts val="0"/>
              </a:spcBef>
              <a:buNone/>
              <a:defRPr/>
            </a:pPr>
            <a:r>
              <a:rPr lang="en-GB" b="1" i="0" u="none">
                <a:latin typeface="Arial"/>
                <a:ea typeface="Arial"/>
              </a:rPr>
              <a:t>ST MICHAEL, THE ARCHANGEL</a:t>
            </a:r>
            <a:endParaRPr lang="en-GB" b="1" i="0" u="none">
              <a:latin typeface="Arial"/>
              <a:ea typeface="Arial"/>
            </a:endParaRPr>
          </a:p>
          <a:p>
            <a:pPr marL="546100" lvl="0" indent="-409575" algn="ctr">
              <a:spcBef>
                <a:spcPts val="0"/>
              </a:spcBef>
              <a:buNone/>
              <a:defRPr/>
            </a:pPr>
            <a:r>
              <a:rPr lang="en-GB" b="1" i="0" u="none">
                <a:latin typeface="Arial"/>
                <a:ea typeface="Arial"/>
              </a:rPr>
              <a:t>DEFEND US IN BATTLE</a:t>
            </a:r>
            <a:endParaRPr lang="en-GB" b="1" i="0" u="none">
              <a:latin typeface="Arial"/>
              <a:ea typeface="Arial"/>
            </a:endParaRPr>
          </a:p>
          <a:p>
            <a:pPr marL="546100" lvl="0" indent="-409575" algn="ctr">
              <a:spcBef>
                <a:spcPts val="0"/>
              </a:spcBef>
              <a:buNone/>
              <a:defRPr/>
            </a:pPr>
            <a:r>
              <a:rPr lang="en-GB" b="1" i="0" u="none">
                <a:latin typeface="Arial"/>
                <a:ea typeface="Arial"/>
              </a:rPr>
              <a:t>BE OUR DEFENCE AGAINT THE </a:t>
            </a:r>
            <a:endParaRPr lang="en-GB" b="1" i="0" u="none">
              <a:latin typeface="Arial"/>
              <a:ea typeface="Arial"/>
            </a:endParaRPr>
          </a:p>
          <a:p>
            <a:pPr marL="546100" lvl="0" indent="-409575" algn="ctr">
              <a:spcBef>
                <a:spcPts val="0"/>
              </a:spcBef>
              <a:buNone/>
              <a:defRPr/>
            </a:pPr>
            <a:r>
              <a:rPr lang="en-GB" b="1" i="0" u="none">
                <a:latin typeface="Arial"/>
                <a:ea typeface="Arial"/>
              </a:rPr>
              <a:t>WICKEDNESS AND SNARES OF THE DEVIL</a:t>
            </a:r>
            <a:endParaRPr lang="en-GB" b="1" i="0" u="none">
              <a:latin typeface="Arial"/>
              <a:ea typeface="Arial"/>
            </a:endParaRPr>
          </a:p>
          <a:p>
            <a:pPr marL="546100" lvl="0" indent="-409575" algn="ctr">
              <a:spcBef>
                <a:spcPts val="0"/>
              </a:spcBef>
              <a:buNone/>
              <a:defRPr/>
            </a:pPr>
            <a:r>
              <a:rPr lang="en-GB" b="1" i="0" u="none">
                <a:latin typeface="Arial"/>
                <a:ea typeface="Arial"/>
              </a:rPr>
              <a:t>MAY GOD REBUKE HIM, </a:t>
            </a:r>
            <a:endParaRPr lang="en-GB" b="1" i="0" u="none">
              <a:latin typeface="Arial"/>
              <a:ea typeface="Arial"/>
            </a:endParaRPr>
          </a:p>
          <a:p>
            <a:pPr marL="546100" lvl="0" indent="-409575" algn="ctr">
              <a:spcBef>
                <a:spcPts val="0"/>
              </a:spcBef>
              <a:buNone/>
              <a:defRPr/>
            </a:pPr>
            <a:r>
              <a:rPr lang="en-GB" b="1" i="0" u="none">
                <a:latin typeface="Arial"/>
                <a:ea typeface="Arial"/>
              </a:rPr>
              <a:t>WE HUMBLY PRAY</a:t>
            </a:r>
            <a:endParaRPr lang="en-GB" b="1" i="0" u="none">
              <a:latin typeface="Arial"/>
              <a:ea typeface="Arial"/>
            </a:endParaRPr>
          </a:p>
        </p:txBody>
      </p:sp>
      <p:pic>
        <p:nvPicPr>
          <p:cNvPr id="1502848980" name="Picture 2" descr="St. Michael the Archangel - Saints &amp; Angels - Catholic Online"/>
          <p:cNvPicPr>
            <a:picLocks noGrp="1" noChangeAspect="1"/>
          </p:cNvPicPr>
          <p:nvPr/>
        </p:nvPicPr>
        <p:blipFill rotWithShape="1">
          <a:blip r:embed="rId2"/>
          <a:stretch>
            <a:fillRect/>
          </a:stretch>
        </p:blipFill>
        <p:spPr bwMode="auto">
          <a:xfrm>
            <a:off x="3127375" y="4797425"/>
            <a:ext cx="3409950" cy="1917700"/>
          </a:xfrm>
          <a:prstGeom prst="rect">
            <a:avLst/>
          </a:prstGeom>
          <a:noFill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71197349" name="Rectangle 3"/>
          <p:cNvSpPr>
            <a:spLocks noGrp="1" noChangeShapeType="1"/>
          </p:cNvSpPr>
          <p:nvPr>
            <p:ph/>
          </p:nvPr>
        </p:nvSpPr>
        <p:spPr bwMode="auto">
          <a:xfrm>
            <a:off x="466725" y="284162"/>
            <a:ext cx="8229600" cy="5265737"/>
          </a:xfrm>
          <a:prstGeom prst="rect">
            <a:avLst/>
          </a:prstGeom>
        </p:spPr>
        <p:txBody>
          <a:bodyPr lIns="91423" tIns="45711" rIns="91423" bIns="45711" anchor="t"/>
          <a:lstStyle>
            <a:lvl1pPr marL="546100" indent="136525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9F9F9"/>
              </a:buClr>
              <a:buSzPct val="65000"/>
              <a:buChar char=""/>
              <a:defRPr sz="2800" b="0" i="0">
                <a:solidFill>
                  <a:schemeClr val="dk1"/>
                </a:solidFill>
                <a:latin typeface="Book Antiqua"/>
              </a:defRPr>
            </a:lvl1pPr>
            <a:lvl2pPr marL="866775" indent="58547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80000"/>
              <a:buChar char=""/>
              <a:defRPr sz="2400" b="0" i="0">
                <a:solidFill>
                  <a:schemeClr val="dk1"/>
                </a:solidFill>
                <a:latin typeface="Book Antiqua"/>
              </a:defRPr>
            </a:lvl2pPr>
            <a:lvl3pPr marL="1131570" indent="904875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95000"/>
              <a:buChar char=""/>
              <a:defRPr sz="2200" b="0" i="0">
                <a:solidFill>
                  <a:schemeClr val="dk1"/>
                </a:solidFill>
                <a:latin typeface="Book Antiqua"/>
              </a:defRPr>
            </a:lvl3pPr>
            <a:lvl4pPr marL="1350645" indent="116967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00000"/>
              <a:buChar char=""/>
              <a:defRPr sz="2000" b="0" i="0">
                <a:solidFill>
                  <a:schemeClr val="dk1"/>
                </a:solidFill>
                <a:latin typeface="Book Antiqua"/>
              </a:defRPr>
            </a:lvl4pPr>
            <a:lvl5pPr marL="1543050" indent="1362075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00000"/>
              <a:buChar char=""/>
              <a:defRPr sz="2000" b="0" i="0">
                <a:solidFill>
                  <a:schemeClr val="dk1"/>
                </a:solidFill>
                <a:latin typeface="Book Antiqua"/>
              </a:defRPr>
            </a:lvl5pPr>
          </a:lstStyle>
          <a:p>
            <a:pPr marL="546100" lvl="0" indent="-409575" algn="ctr">
              <a:spcBef>
                <a:spcPts val="0"/>
              </a:spcBef>
              <a:buNone/>
              <a:defRPr/>
            </a:pPr>
            <a:r>
              <a:rPr lang="en-GB" b="1" i="0" u="none">
                <a:latin typeface="Arial"/>
                <a:ea typeface="Arial"/>
              </a:rPr>
              <a:t>AND DO THOU, </a:t>
            </a:r>
            <a:endParaRPr lang="en-GB" b="1" i="0" u="none">
              <a:latin typeface="Arial"/>
              <a:ea typeface="Arial"/>
            </a:endParaRPr>
          </a:p>
          <a:p>
            <a:pPr marL="546100" lvl="0" indent="-409575" algn="ctr">
              <a:spcBef>
                <a:spcPts val="0"/>
              </a:spcBef>
              <a:buNone/>
              <a:defRPr/>
            </a:pPr>
            <a:r>
              <a:rPr lang="en-GB" b="1" i="0" u="none">
                <a:latin typeface="Arial"/>
                <a:ea typeface="Arial"/>
              </a:rPr>
              <a:t>OH PRINCE OF THE HEAVENLY HOST</a:t>
            </a:r>
            <a:endParaRPr lang="en-GB" b="1" i="0" u="none">
              <a:latin typeface="Arial"/>
              <a:ea typeface="Arial"/>
            </a:endParaRPr>
          </a:p>
          <a:p>
            <a:pPr marL="546100" lvl="0" indent="-409575" algn="ctr">
              <a:spcBef>
                <a:spcPts val="0"/>
              </a:spcBef>
              <a:buNone/>
              <a:defRPr/>
            </a:pPr>
            <a:r>
              <a:rPr lang="en-GB" b="1" i="0" u="none">
                <a:latin typeface="Arial"/>
                <a:ea typeface="Arial"/>
              </a:rPr>
              <a:t>BY THE POWER OF GOD</a:t>
            </a:r>
            <a:endParaRPr lang="en-GB" b="1" i="0" u="none">
              <a:latin typeface="Arial"/>
              <a:ea typeface="Arial"/>
            </a:endParaRPr>
          </a:p>
          <a:p>
            <a:pPr marL="546100" lvl="0" indent="-409575" algn="ctr">
              <a:spcBef>
                <a:spcPts val="0"/>
              </a:spcBef>
              <a:buNone/>
              <a:defRPr/>
            </a:pPr>
            <a:r>
              <a:rPr lang="en-GB" b="1" i="0" u="none">
                <a:latin typeface="Arial"/>
                <a:ea typeface="Arial"/>
              </a:rPr>
              <a:t>CAST INTO HELL</a:t>
            </a:r>
            <a:endParaRPr lang="en-GB" b="1" i="0" u="none">
              <a:latin typeface="Arial"/>
              <a:ea typeface="Arial"/>
            </a:endParaRPr>
          </a:p>
          <a:p>
            <a:pPr marL="546100" lvl="0" indent="-409575" algn="ctr">
              <a:spcBef>
                <a:spcPts val="0"/>
              </a:spcBef>
              <a:buNone/>
              <a:defRPr/>
            </a:pPr>
            <a:r>
              <a:rPr lang="en-GB" b="1" i="0" u="none">
                <a:latin typeface="Arial"/>
                <a:ea typeface="Arial"/>
              </a:rPr>
              <a:t>SATAN AND ALL THE OTHER EVIL SPIRITS</a:t>
            </a:r>
            <a:endParaRPr lang="en-GB" b="1" i="0" u="none">
              <a:latin typeface="Arial"/>
              <a:ea typeface="Arial"/>
            </a:endParaRPr>
          </a:p>
          <a:p>
            <a:pPr marL="546100" lvl="0" indent="-409575" algn="ctr">
              <a:spcBef>
                <a:spcPts val="0"/>
              </a:spcBef>
              <a:buNone/>
              <a:defRPr/>
            </a:pPr>
            <a:r>
              <a:rPr lang="en-GB" b="1" i="0" u="none">
                <a:latin typeface="Arial"/>
                <a:ea typeface="Arial"/>
              </a:rPr>
              <a:t>WHO PROWL AROUND THE WORLD</a:t>
            </a:r>
            <a:endParaRPr lang="en-GB" b="1" i="0" u="none">
              <a:latin typeface="Arial"/>
              <a:ea typeface="Arial"/>
            </a:endParaRPr>
          </a:p>
          <a:p>
            <a:pPr marL="546100" lvl="0" indent="-409575" algn="ctr">
              <a:spcBef>
                <a:spcPts val="0"/>
              </a:spcBef>
              <a:buNone/>
              <a:defRPr/>
            </a:pPr>
            <a:r>
              <a:rPr lang="en-GB" b="1" i="0" u="none">
                <a:latin typeface="Arial"/>
                <a:ea typeface="Arial"/>
              </a:rPr>
              <a:t>SEEKING THE RUIN OF SOULS</a:t>
            </a:r>
            <a:endParaRPr lang="en-GB" b="1" i="0" u="none">
              <a:latin typeface="Arial"/>
              <a:ea typeface="Arial"/>
            </a:endParaRPr>
          </a:p>
          <a:p>
            <a:pPr marL="546100" lvl="0" indent="-409575" algn="ctr">
              <a:spcBef>
                <a:spcPts val="0"/>
              </a:spcBef>
              <a:buNone/>
              <a:defRPr/>
            </a:pPr>
            <a:r>
              <a:rPr lang="en-GB" b="1" i="0" u="none">
                <a:latin typeface="Arial"/>
                <a:ea typeface="Arial"/>
              </a:rPr>
              <a:t>AMEN</a:t>
            </a:r>
            <a:endParaRPr lang="en-GB" b="1" i="0" u="none">
              <a:latin typeface="Arial"/>
              <a:ea typeface="Arial"/>
            </a:endParaRPr>
          </a:p>
        </p:txBody>
      </p:sp>
      <p:pic>
        <p:nvPicPr>
          <p:cNvPr id="39738941" name="Picture 2" descr="St. Michael the Archangel - Saints &amp; Angels - Catholic Online"/>
          <p:cNvPicPr>
            <a:picLocks noGrp="1" noChangeAspect="1"/>
          </p:cNvPicPr>
          <p:nvPr/>
        </p:nvPicPr>
        <p:blipFill rotWithShape="1">
          <a:blip r:embed="rId1"/>
          <a:stretch>
            <a:fillRect/>
          </a:stretch>
        </p:blipFill>
        <p:spPr bwMode="auto">
          <a:xfrm>
            <a:off x="3127375" y="4797425"/>
            <a:ext cx="3409950" cy="1917700"/>
          </a:xfrm>
          <a:prstGeom prst="rect">
            <a:avLst/>
          </a:prstGeom>
          <a:noFill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9259674" name="AutoShape 7" descr="What Are the Parables of the Hidden Treasure and Pearl About? - Jesus Film  Project"/>
          <p:cNvSpPr>
            <a:spLocks noGrp="1" noChangeShapeType="1"/>
          </p:cNvSpPr>
          <p:nvPr/>
        </p:nvSpPr>
        <p:spPr bwMode="auto">
          <a:xfrm>
            <a:off x="155574" y="-144461"/>
            <a:ext cx="304799" cy="304799"/>
          </a:xfrm>
          <a:prstGeom prst="rect">
            <a:avLst/>
          </a:prstGeom>
          <a:noFill/>
        </p:spPr>
        <p:txBody>
          <a:bodyPr lIns="91422" tIns="45711" rIns="91422" bIns="45711"/>
          <a:lstStyle/>
          <a:p>
            <a:pPr>
              <a:defRPr/>
            </a:pPr>
            <a:endParaRPr sz="1400"/>
          </a:p>
        </p:txBody>
      </p:sp>
      <p:sp>
        <p:nvSpPr>
          <p:cNvPr id="1031286862" name="AutoShape 9" descr="What Are the Parables of the Hidden Treasure and Pearl About? - Jesus Film  Project"/>
          <p:cNvSpPr>
            <a:spLocks noGrp="1" noChangeShapeType="1"/>
          </p:cNvSpPr>
          <p:nvPr/>
        </p:nvSpPr>
        <p:spPr bwMode="auto">
          <a:xfrm>
            <a:off x="155574" y="-144461"/>
            <a:ext cx="304799" cy="304799"/>
          </a:xfrm>
          <a:prstGeom prst="rect">
            <a:avLst/>
          </a:prstGeom>
          <a:noFill/>
        </p:spPr>
        <p:txBody>
          <a:bodyPr lIns="91422" tIns="45711" rIns="91422" bIns="45711"/>
          <a:lstStyle/>
          <a:p>
            <a:pPr>
              <a:defRPr/>
            </a:pPr>
            <a:endParaRPr sz="1400"/>
          </a:p>
        </p:txBody>
      </p:sp>
      <p:sp>
        <p:nvSpPr>
          <p:cNvPr id="1635596142" name="AutoShape 11" descr="What Are the Parables of the Hidden Treasure and Pearl About? - Jesus Film  Project"/>
          <p:cNvSpPr>
            <a:spLocks noGrp="1" noChangeShapeType="1"/>
          </p:cNvSpPr>
          <p:nvPr/>
        </p:nvSpPr>
        <p:spPr bwMode="auto">
          <a:xfrm>
            <a:off x="155574" y="-144461"/>
            <a:ext cx="304799" cy="304799"/>
          </a:xfrm>
          <a:prstGeom prst="rect">
            <a:avLst/>
          </a:prstGeom>
          <a:noFill/>
        </p:spPr>
        <p:txBody>
          <a:bodyPr lIns="91422" tIns="45711" rIns="91422" bIns="45711"/>
          <a:lstStyle/>
          <a:p>
            <a:pPr>
              <a:defRPr/>
            </a:pPr>
            <a:endParaRPr sz="1400"/>
          </a:p>
        </p:txBody>
      </p:sp>
      <p:sp>
        <p:nvSpPr>
          <p:cNvPr id="1596332064" name="AutoShape 13" descr="What Are the Parables of the Hidden Treasure and Pearl About? - Jesus Film  Project"/>
          <p:cNvSpPr>
            <a:spLocks noGrp="1" noChangeShapeType="1"/>
          </p:cNvSpPr>
          <p:nvPr/>
        </p:nvSpPr>
        <p:spPr bwMode="auto">
          <a:xfrm>
            <a:off x="155574" y="-144461"/>
            <a:ext cx="304799" cy="304799"/>
          </a:xfrm>
          <a:prstGeom prst="rect">
            <a:avLst/>
          </a:prstGeom>
          <a:noFill/>
        </p:spPr>
        <p:txBody>
          <a:bodyPr lIns="91422" tIns="45711" rIns="91422" bIns="45711"/>
          <a:lstStyle/>
          <a:p>
            <a:pPr>
              <a:defRPr/>
            </a:pPr>
            <a:endParaRPr sz="1400"/>
          </a:p>
        </p:txBody>
      </p:sp>
      <p:sp>
        <p:nvSpPr>
          <p:cNvPr id="2103107194" name="AutoShape 15" descr="What Are the Parables of the Hidden Treasure and Pearl About? - Jesus Film  Project"/>
          <p:cNvSpPr>
            <a:spLocks noGrp="1" noChangeShapeType="1"/>
          </p:cNvSpPr>
          <p:nvPr/>
        </p:nvSpPr>
        <p:spPr bwMode="auto">
          <a:xfrm>
            <a:off x="155574" y="-144461"/>
            <a:ext cx="304799" cy="304799"/>
          </a:xfrm>
          <a:prstGeom prst="rect">
            <a:avLst/>
          </a:prstGeom>
          <a:noFill/>
        </p:spPr>
        <p:txBody>
          <a:bodyPr lIns="91422" tIns="45711" rIns="91422" bIns="45711"/>
          <a:lstStyle/>
          <a:p>
            <a:pPr>
              <a:defRPr/>
            </a:pPr>
            <a:endParaRPr sz="1400"/>
          </a:p>
        </p:txBody>
      </p:sp>
      <p:sp>
        <p:nvSpPr>
          <p:cNvPr id="1163330030" name="AutoShape 17" descr="https://www.jesusfilm.org/wp-content/uploads/2022/11/1541008305698.jpg?w=700"/>
          <p:cNvSpPr>
            <a:spLocks noGrp="1" noChangeShapeType="1"/>
          </p:cNvSpPr>
          <p:nvPr/>
        </p:nvSpPr>
        <p:spPr bwMode="auto">
          <a:xfrm>
            <a:off x="155574" y="-144461"/>
            <a:ext cx="304799" cy="304799"/>
          </a:xfrm>
          <a:prstGeom prst="rect">
            <a:avLst/>
          </a:prstGeom>
          <a:noFill/>
        </p:spPr>
        <p:txBody>
          <a:bodyPr lIns="91422" tIns="45711" rIns="91422" bIns="45711"/>
          <a:lstStyle/>
          <a:p>
            <a:pPr>
              <a:defRPr/>
            </a:pPr>
            <a:endParaRPr sz="1400"/>
          </a:p>
        </p:txBody>
      </p:sp>
      <p:sp>
        <p:nvSpPr>
          <p:cNvPr id="1275370920" name="AutoShape 19" descr="https://www.jesusfilm.org/wp-content/uploads/2022/11/1541008305698.jpg?w=700"/>
          <p:cNvSpPr>
            <a:spLocks noGrp="1" noChangeShapeType="1"/>
          </p:cNvSpPr>
          <p:nvPr/>
        </p:nvSpPr>
        <p:spPr bwMode="auto">
          <a:xfrm>
            <a:off x="155574" y="-144461"/>
            <a:ext cx="304799" cy="304799"/>
          </a:xfrm>
          <a:prstGeom prst="rect">
            <a:avLst/>
          </a:prstGeom>
          <a:noFill/>
        </p:spPr>
        <p:txBody>
          <a:bodyPr lIns="91422" tIns="45711" rIns="91422" bIns="45711"/>
          <a:lstStyle/>
          <a:p>
            <a:pPr>
              <a:defRPr/>
            </a:pPr>
            <a:endParaRPr sz="1400"/>
          </a:p>
        </p:txBody>
      </p:sp>
      <p:sp>
        <p:nvSpPr>
          <p:cNvPr id="250133960" name="AutoShape 21" descr="https://www.jesusfilm.org/wp-content/uploads/2022/11/1541008305698.jpg?w=700"/>
          <p:cNvSpPr>
            <a:spLocks noGrp="1" noChangeShapeType="1"/>
          </p:cNvSpPr>
          <p:nvPr/>
        </p:nvSpPr>
        <p:spPr bwMode="auto">
          <a:xfrm>
            <a:off x="155574" y="-144461"/>
            <a:ext cx="304799" cy="304799"/>
          </a:xfrm>
          <a:prstGeom prst="rect">
            <a:avLst/>
          </a:prstGeom>
          <a:noFill/>
        </p:spPr>
        <p:txBody>
          <a:bodyPr lIns="91422" tIns="45711" rIns="91422" bIns="45711"/>
          <a:lstStyle/>
          <a:p>
            <a:pPr>
              <a:defRPr/>
            </a:pPr>
            <a:endParaRPr sz="14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85061049" name="Rectangle 2"/>
          <p:cNvPicPr>
            <a:picLocks noGrp="1" noChangeAspect="1"/>
          </p:cNvPicPr>
          <p:nvPr>
            <p:ph type="title"/>
          </p:nvPr>
        </p:nvPicPr>
        <p:blipFill rotWithShape="1">
          <a:blip r:embed="rId1"/>
          <a:stretch>
            <a:fillRect/>
          </a:stretch>
        </p:blipFill>
        <p:spPr bwMode="auto">
          <a:xfrm>
            <a:off x="450850" y="-103187"/>
            <a:ext cx="8242300" cy="1004887"/>
          </a:xfrm>
          <a:prstGeom prst="rect">
            <a:avLst/>
          </a:prstGeom>
          <a:noFill/>
        </p:spPr>
      </p:pic>
      <p:sp>
        <p:nvSpPr>
          <p:cNvPr id="1142450486" name="Rectangle 3"/>
          <p:cNvSpPr>
            <a:spLocks noGrp="1" noChangeShapeType="1"/>
          </p:cNvSpPr>
          <p:nvPr>
            <p:ph/>
          </p:nvPr>
        </p:nvSpPr>
        <p:spPr bwMode="auto">
          <a:xfrm>
            <a:off x="457200" y="860425"/>
            <a:ext cx="8229600" cy="5265737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547370" indent="136525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9F9F9"/>
              </a:buClr>
              <a:buSzPct val="65000"/>
              <a:buChar char=""/>
              <a:defRPr sz="2800" b="0" i="0">
                <a:solidFill>
                  <a:schemeClr val="dk1"/>
                </a:solidFill>
                <a:latin typeface="Book Antiqua"/>
              </a:defRPr>
            </a:lvl1pPr>
            <a:lvl2pPr marL="868045" indent="58547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80000"/>
              <a:buChar char=""/>
              <a:defRPr sz="2400" b="0" i="0">
                <a:solidFill>
                  <a:schemeClr val="dk1"/>
                </a:solidFill>
                <a:latin typeface="Book Antiqua"/>
              </a:defRPr>
            </a:lvl2pPr>
            <a:lvl3pPr marL="1133475" indent="904875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95000"/>
              <a:buChar char=""/>
              <a:defRPr sz="2200" b="0" i="0">
                <a:solidFill>
                  <a:schemeClr val="dk1"/>
                </a:solidFill>
                <a:latin typeface="Book Antiqua"/>
              </a:defRPr>
            </a:lvl3pPr>
            <a:lvl4pPr marL="1352550" indent="116967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00000"/>
              <a:buChar char=""/>
              <a:defRPr sz="2000" b="0" i="0">
                <a:solidFill>
                  <a:schemeClr val="dk1"/>
                </a:solidFill>
                <a:latin typeface="Book Antiqua"/>
              </a:defRPr>
            </a:lvl4pPr>
            <a:lvl5pPr marL="1544320" indent="1362075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00000"/>
              <a:buChar char=""/>
              <a:defRPr sz="2000" b="0" i="0">
                <a:solidFill>
                  <a:schemeClr val="dk1"/>
                </a:solidFill>
                <a:latin typeface="Book Antiqua"/>
              </a:defRPr>
            </a:lvl5pPr>
          </a:lstStyle>
          <a:p>
            <a:pPr marL="547370" lvl="0" indent="-410845" algn="ctr">
              <a:spcBef>
                <a:spcPts val="0"/>
              </a:spcBef>
              <a:buNone/>
              <a:defRPr/>
            </a:pPr>
            <a:r>
              <a:rPr b="1" i="0" u="none">
                <a:latin typeface="Arial"/>
                <a:ea typeface="Arial"/>
              </a:rPr>
              <a:t>GO THE MASS IS ENDED</a:t>
            </a:r>
            <a:endParaRPr b="1" i="0" u="none">
              <a:latin typeface="Arial"/>
              <a:ea typeface="Arial"/>
            </a:endParaRPr>
          </a:p>
          <a:p>
            <a:pPr marL="547370" lvl="0" indent="-410845" algn="ctr">
              <a:spcBef>
                <a:spcPts val="0"/>
              </a:spcBef>
              <a:buNone/>
              <a:defRPr/>
            </a:pPr>
            <a:r>
              <a:rPr b="1" i="0" u="none">
                <a:latin typeface="Arial"/>
                <a:ea typeface="Arial"/>
              </a:rPr>
              <a:t>CHILDREN OF THE LORD</a:t>
            </a:r>
            <a:endParaRPr b="1" i="0" u="none">
              <a:latin typeface="Arial"/>
              <a:ea typeface="Arial"/>
            </a:endParaRPr>
          </a:p>
          <a:p>
            <a:pPr marL="547370" lvl="0" indent="-410845" algn="ctr">
              <a:spcBef>
                <a:spcPts val="0"/>
              </a:spcBef>
              <a:buNone/>
              <a:defRPr/>
            </a:pPr>
            <a:r>
              <a:rPr b="1" i="0" u="none">
                <a:latin typeface="Arial"/>
                <a:ea typeface="Arial"/>
              </a:rPr>
              <a:t>TAKE HIS WORD TO OTHERS</a:t>
            </a:r>
            <a:endParaRPr b="1" i="0" u="none">
              <a:latin typeface="Arial"/>
              <a:ea typeface="Arial"/>
            </a:endParaRPr>
          </a:p>
          <a:p>
            <a:pPr marL="547370" lvl="0" indent="-410845" algn="ctr">
              <a:spcBef>
                <a:spcPts val="0"/>
              </a:spcBef>
              <a:buNone/>
              <a:defRPr/>
            </a:pPr>
            <a:r>
              <a:rPr b="1" i="0" u="none">
                <a:latin typeface="Arial"/>
                <a:ea typeface="Arial"/>
              </a:rPr>
              <a:t>AS YOU’VE HEARD IT SPOKEN TO YOU</a:t>
            </a:r>
            <a:endParaRPr b="1" i="0" u="none">
              <a:latin typeface="Arial"/>
              <a:ea typeface="Arial"/>
            </a:endParaRPr>
          </a:p>
          <a:p>
            <a:pPr marL="547370" lvl="0" indent="-410845" algn="ctr">
              <a:spcBef>
                <a:spcPts val="0"/>
              </a:spcBef>
              <a:buNone/>
              <a:defRPr/>
            </a:pPr>
            <a:r>
              <a:rPr b="1" i="0" u="none">
                <a:latin typeface="Arial"/>
                <a:ea typeface="Arial"/>
              </a:rPr>
              <a:t>GO THE MASS IS ENDED</a:t>
            </a:r>
            <a:endParaRPr b="1" i="0" u="none">
              <a:latin typeface="Arial"/>
              <a:ea typeface="Arial"/>
            </a:endParaRPr>
          </a:p>
          <a:p>
            <a:pPr marL="547370" lvl="0" indent="-410845" algn="ctr">
              <a:spcBef>
                <a:spcPts val="0"/>
              </a:spcBef>
              <a:buNone/>
              <a:defRPr/>
            </a:pPr>
            <a:r>
              <a:rPr b="1" i="0" u="none">
                <a:latin typeface="Arial"/>
                <a:ea typeface="Arial"/>
              </a:rPr>
              <a:t>GO AND TELL THE WORLD</a:t>
            </a:r>
            <a:endParaRPr b="1" i="0" u="none">
              <a:latin typeface="Arial"/>
              <a:ea typeface="Arial"/>
            </a:endParaRPr>
          </a:p>
          <a:p>
            <a:pPr marL="547370" lvl="0" indent="-410845" algn="ctr">
              <a:spcBef>
                <a:spcPts val="0"/>
              </a:spcBef>
              <a:buNone/>
              <a:defRPr/>
            </a:pPr>
            <a:r>
              <a:rPr b="1" i="0" u="none">
                <a:latin typeface="Arial"/>
                <a:ea typeface="Arial"/>
              </a:rPr>
              <a:t>THE LORD IS GOOD, THE LORD IS KIND</a:t>
            </a:r>
            <a:endParaRPr b="1" i="0" u="none">
              <a:latin typeface="Arial"/>
              <a:ea typeface="Arial"/>
            </a:endParaRPr>
          </a:p>
          <a:p>
            <a:pPr marL="547370" lvl="0" indent="-410845" algn="ctr">
              <a:spcBef>
                <a:spcPts val="0"/>
              </a:spcBef>
              <a:buNone/>
              <a:defRPr/>
            </a:pPr>
            <a:r>
              <a:rPr b="1" i="0" u="none">
                <a:latin typeface="Arial"/>
                <a:ea typeface="Arial"/>
              </a:rPr>
              <a:t>AND HE LOVES EVERYONE</a:t>
            </a:r>
            <a:endParaRPr b="1" i="0" u="none">
              <a:latin typeface="Arial"/>
              <a:ea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87920016" name="Rectangle 2"/>
          <p:cNvSpPr>
            <a:spLocks noGrp="1" noChangeShapeType="1"/>
          </p:cNvSpPr>
          <p:nvPr>
            <p:ph type="title"/>
          </p:nvPr>
        </p:nvSpPr>
        <p:spPr bwMode="auto">
          <a:xfrm>
            <a:off x="457200" y="274637"/>
            <a:ext cx="8229600" cy="258762"/>
          </a:xfrm>
          <a:prstGeom prst="rect">
            <a:avLst/>
          </a:prstGeom>
        </p:spPr>
        <p:txBody>
          <a:bodyPr lIns="91440" tIns="45720" rIns="91440" bIns="45720" anchor="ctr" anchorCtr="0"/>
          <a:lstStyle/>
          <a:p>
            <a:pPr>
              <a:defRPr/>
            </a:pPr>
            <a:endParaRPr sz="1400"/>
          </a:p>
        </p:txBody>
      </p:sp>
      <p:sp>
        <p:nvSpPr>
          <p:cNvPr id="656522570" name="Rectangle 3"/>
          <p:cNvSpPr>
            <a:spLocks noGrp="1" noChangeShapeType="1"/>
          </p:cNvSpPr>
          <p:nvPr>
            <p:ph/>
          </p:nvPr>
        </p:nvSpPr>
        <p:spPr bwMode="auto">
          <a:xfrm>
            <a:off x="457200" y="685800"/>
            <a:ext cx="8229600" cy="5440361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547370" indent="136525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9F9F9"/>
              </a:buClr>
              <a:buSzPct val="65000"/>
              <a:buChar char=""/>
              <a:defRPr sz="2800" b="0" i="0">
                <a:solidFill>
                  <a:schemeClr val="dk1"/>
                </a:solidFill>
                <a:latin typeface="Book Antiqua"/>
              </a:defRPr>
            </a:lvl1pPr>
            <a:lvl2pPr marL="868045" indent="58547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80000"/>
              <a:buChar char=""/>
              <a:defRPr sz="2400" b="0" i="0">
                <a:solidFill>
                  <a:schemeClr val="dk1"/>
                </a:solidFill>
                <a:latin typeface="Book Antiqua"/>
              </a:defRPr>
            </a:lvl2pPr>
            <a:lvl3pPr marL="1133475" indent="904875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95000"/>
              <a:buChar char=""/>
              <a:defRPr sz="2200" b="0" i="0">
                <a:solidFill>
                  <a:schemeClr val="dk1"/>
                </a:solidFill>
                <a:latin typeface="Book Antiqua"/>
              </a:defRPr>
            </a:lvl3pPr>
            <a:lvl4pPr marL="1352550" indent="116967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00000"/>
              <a:buChar char=""/>
              <a:defRPr sz="2000" b="0" i="0">
                <a:solidFill>
                  <a:schemeClr val="dk1"/>
                </a:solidFill>
                <a:latin typeface="Book Antiqua"/>
              </a:defRPr>
            </a:lvl4pPr>
            <a:lvl5pPr marL="1544320" indent="1362075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00000"/>
              <a:buChar char=""/>
              <a:defRPr sz="2000" b="0" i="0">
                <a:solidFill>
                  <a:schemeClr val="dk1"/>
                </a:solidFill>
                <a:latin typeface="Book Antiqua"/>
              </a:defRPr>
            </a:lvl5pPr>
          </a:lstStyle>
          <a:p>
            <a:pPr marL="547370" lvl="0" indent="-410845" algn="ctr">
              <a:spcBef>
                <a:spcPts val="0"/>
              </a:spcBef>
              <a:buNone/>
              <a:defRPr/>
            </a:pPr>
            <a:r>
              <a:rPr b="1" i="0" u="none">
                <a:latin typeface="Arial"/>
                <a:ea typeface="Arial"/>
              </a:rPr>
              <a:t>GO THE MASS IS ENDED</a:t>
            </a:r>
            <a:endParaRPr b="1" i="0" u="none">
              <a:latin typeface="Arial"/>
              <a:ea typeface="Arial"/>
            </a:endParaRPr>
          </a:p>
          <a:p>
            <a:pPr marL="547370" lvl="0" indent="-410845" algn="ctr">
              <a:spcBef>
                <a:spcPts val="0"/>
              </a:spcBef>
              <a:buNone/>
              <a:defRPr/>
            </a:pPr>
            <a:r>
              <a:rPr b="1" i="0" u="none">
                <a:latin typeface="Arial"/>
                <a:ea typeface="Arial"/>
              </a:rPr>
              <a:t>TAKE HIS LOVE TO ALL</a:t>
            </a:r>
            <a:endParaRPr b="1" i="0" u="none">
              <a:latin typeface="Arial"/>
              <a:ea typeface="Arial"/>
            </a:endParaRPr>
          </a:p>
          <a:p>
            <a:pPr marL="547370" lvl="0" indent="-410845" algn="ctr">
              <a:spcBef>
                <a:spcPts val="0"/>
              </a:spcBef>
              <a:buNone/>
              <a:defRPr/>
            </a:pPr>
            <a:r>
              <a:rPr b="1" i="0" u="none">
                <a:latin typeface="Arial"/>
                <a:ea typeface="Arial"/>
              </a:rPr>
              <a:t>GLADDEN ALL WHO MEET YOU</a:t>
            </a:r>
            <a:endParaRPr b="1" i="0" u="none">
              <a:latin typeface="Arial"/>
              <a:ea typeface="Arial"/>
            </a:endParaRPr>
          </a:p>
          <a:p>
            <a:pPr marL="547370" lvl="0" indent="-410845" algn="ctr">
              <a:spcBef>
                <a:spcPts val="0"/>
              </a:spcBef>
              <a:buNone/>
              <a:defRPr/>
            </a:pPr>
            <a:r>
              <a:rPr b="1" i="0" u="none">
                <a:latin typeface="Arial"/>
                <a:ea typeface="Arial"/>
              </a:rPr>
              <a:t>FILL THEIR HEARTS WITH </a:t>
            </a:r>
            <a:endParaRPr b="1" i="0" u="none">
              <a:latin typeface="Arial"/>
              <a:ea typeface="Arial"/>
            </a:endParaRPr>
          </a:p>
          <a:p>
            <a:pPr marL="547370" lvl="0" indent="-410845" algn="ctr">
              <a:spcBef>
                <a:spcPts val="0"/>
              </a:spcBef>
              <a:buNone/>
              <a:defRPr/>
            </a:pPr>
            <a:r>
              <a:rPr b="1" i="0" u="none">
                <a:latin typeface="Arial"/>
                <a:ea typeface="Arial"/>
              </a:rPr>
              <a:t>HOPE AND COURAGE</a:t>
            </a:r>
            <a:endParaRPr b="1" i="0" u="none">
              <a:latin typeface="Arial"/>
              <a:ea typeface="Arial"/>
            </a:endParaRPr>
          </a:p>
          <a:p>
            <a:pPr marL="547370" lvl="0" indent="-410845" algn="ctr">
              <a:spcBef>
                <a:spcPts val="0"/>
              </a:spcBef>
              <a:buNone/>
              <a:defRPr/>
            </a:pPr>
            <a:r>
              <a:rPr b="1" i="0" u="none">
                <a:latin typeface="Arial"/>
                <a:ea typeface="Arial"/>
              </a:rPr>
              <a:t>GO THE MASS IS ENDED</a:t>
            </a:r>
            <a:endParaRPr b="1" i="0" u="none">
              <a:latin typeface="Arial"/>
              <a:ea typeface="Arial"/>
            </a:endParaRPr>
          </a:p>
          <a:p>
            <a:pPr marL="547370" lvl="0" indent="-410845" algn="ctr">
              <a:spcBef>
                <a:spcPts val="0"/>
              </a:spcBef>
              <a:buNone/>
              <a:defRPr/>
            </a:pPr>
            <a:r>
              <a:rPr b="1" i="0" u="none">
                <a:latin typeface="Arial"/>
                <a:ea typeface="Arial"/>
              </a:rPr>
              <a:t>FILL THE WORLD WITH LOVE</a:t>
            </a:r>
            <a:endParaRPr b="1" i="0" u="none">
              <a:latin typeface="Arial"/>
              <a:ea typeface="Arial"/>
            </a:endParaRPr>
          </a:p>
          <a:p>
            <a:pPr marL="547370" lvl="0" indent="-410845" algn="ctr">
              <a:spcBef>
                <a:spcPts val="0"/>
              </a:spcBef>
              <a:buNone/>
              <a:defRPr/>
            </a:pPr>
            <a:r>
              <a:rPr b="1" i="0" u="none">
                <a:latin typeface="Arial"/>
                <a:ea typeface="Arial"/>
              </a:rPr>
              <a:t>AND GIVE TO ALL WHAT YOU’VE RECEIVED</a:t>
            </a:r>
            <a:endParaRPr b="1" i="0" u="none">
              <a:latin typeface="Arial"/>
              <a:ea typeface="Arial"/>
            </a:endParaRPr>
          </a:p>
          <a:p>
            <a:pPr marL="547370" lvl="0" indent="-410845" algn="ctr">
              <a:spcBef>
                <a:spcPts val="0"/>
              </a:spcBef>
              <a:buNone/>
              <a:defRPr/>
            </a:pPr>
            <a:r>
              <a:rPr b="1" i="0" u="none">
                <a:latin typeface="Arial"/>
                <a:ea typeface="Arial"/>
              </a:rPr>
              <a:t>THE PEACE AND JOY OF CHRIST</a:t>
            </a:r>
            <a:endParaRPr b="1" i="0" u="none">
              <a:latin typeface="Arial"/>
              <a:ea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26456675" name="Rectangle 2"/>
          <p:cNvSpPr>
            <a:spLocks noGrp="1" noChangeShapeType="1"/>
          </p:cNvSpPr>
          <p:nvPr>
            <p:ph type="title"/>
          </p:nvPr>
        </p:nvSpPr>
        <p:spPr bwMode="auto">
          <a:xfrm>
            <a:off x="457200" y="274637"/>
            <a:ext cx="8229600" cy="258762"/>
          </a:xfrm>
          <a:prstGeom prst="rect">
            <a:avLst/>
          </a:prstGeom>
        </p:spPr>
        <p:txBody>
          <a:bodyPr lIns="91440" tIns="45720" rIns="91440" bIns="45720" anchor="ctr" anchorCtr="0"/>
          <a:lstStyle/>
          <a:p>
            <a:pPr>
              <a:defRPr/>
            </a:pPr>
            <a:endParaRPr sz="1400"/>
          </a:p>
        </p:txBody>
      </p:sp>
      <p:sp>
        <p:nvSpPr>
          <p:cNvPr id="642592412" name="Rectangle 3"/>
          <p:cNvSpPr>
            <a:spLocks noGrp="1" noChangeShapeType="1"/>
          </p:cNvSpPr>
          <p:nvPr>
            <p:ph/>
          </p:nvPr>
        </p:nvSpPr>
        <p:spPr bwMode="auto">
          <a:xfrm>
            <a:off x="381000" y="492125"/>
            <a:ext cx="8229600" cy="5440361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547370" indent="136525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9F9F9"/>
              </a:buClr>
              <a:buSzPct val="65000"/>
              <a:buChar char=""/>
              <a:defRPr sz="2800" b="0" i="0">
                <a:solidFill>
                  <a:schemeClr val="dk1"/>
                </a:solidFill>
                <a:latin typeface="Book Antiqua"/>
              </a:defRPr>
            </a:lvl1pPr>
            <a:lvl2pPr marL="868045" indent="58547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80000"/>
              <a:buChar char=""/>
              <a:defRPr sz="2400" b="0" i="0">
                <a:solidFill>
                  <a:schemeClr val="dk1"/>
                </a:solidFill>
                <a:latin typeface="Book Antiqua"/>
              </a:defRPr>
            </a:lvl2pPr>
            <a:lvl3pPr marL="1133475" indent="904875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95000"/>
              <a:buChar char=""/>
              <a:defRPr sz="2200" b="0" i="0">
                <a:solidFill>
                  <a:schemeClr val="dk1"/>
                </a:solidFill>
                <a:latin typeface="Book Antiqua"/>
              </a:defRPr>
            </a:lvl3pPr>
            <a:lvl4pPr marL="1352550" indent="116967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00000"/>
              <a:buChar char=""/>
              <a:defRPr sz="2000" b="0" i="0">
                <a:solidFill>
                  <a:schemeClr val="dk1"/>
                </a:solidFill>
                <a:latin typeface="Book Antiqua"/>
              </a:defRPr>
            </a:lvl4pPr>
            <a:lvl5pPr marL="1544320" indent="1362075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00000"/>
              <a:buChar char=""/>
              <a:defRPr sz="2000" b="0" i="0">
                <a:solidFill>
                  <a:schemeClr val="dk1"/>
                </a:solidFill>
                <a:latin typeface="Book Antiqua"/>
              </a:defRPr>
            </a:lvl5pPr>
          </a:lstStyle>
          <a:p>
            <a:pPr marL="547370" lvl="0" indent="-410845" algn="ctr">
              <a:spcBef>
                <a:spcPts val="0"/>
              </a:spcBef>
              <a:buNone/>
              <a:defRPr/>
            </a:pPr>
            <a:r>
              <a:rPr b="1" i="0" u="none">
                <a:latin typeface="Arial"/>
                <a:ea typeface="Arial"/>
              </a:rPr>
              <a:t>GO THE MASS IS ENDED</a:t>
            </a:r>
            <a:endParaRPr b="1" i="0" u="none">
              <a:latin typeface="Arial"/>
              <a:ea typeface="Arial"/>
            </a:endParaRPr>
          </a:p>
          <a:p>
            <a:pPr marL="547370" lvl="0" indent="-410845" algn="ctr">
              <a:spcBef>
                <a:spcPts val="0"/>
              </a:spcBef>
              <a:buNone/>
              <a:defRPr/>
            </a:pPr>
            <a:r>
              <a:rPr b="1" i="0" u="none">
                <a:latin typeface="Arial"/>
                <a:ea typeface="Arial"/>
              </a:rPr>
              <a:t>STRENGTHENED IN THE LORD</a:t>
            </a:r>
            <a:endParaRPr b="1" i="0" u="none">
              <a:latin typeface="Arial"/>
              <a:ea typeface="Arial"/>
            </a:endParaRPr>
          </a:p>
          <a:p>
            <a:pPr marL="547370" lvl="0" indent="-410845" algn="ctr">
              <a:spcBef>
                <a:spcPts val="0"/>
              </a:spcBef>
              <a:buNone/>
              <a:defRPr/>
            </a:pPr>
            <a:r>
              <a:rPr b="1" i="0" u="none">
                <a:latin typeface="Arial"/>
                <a:ea typeface="Arial"/>
              </a:rPr>
              <a:t>LIGHTEN EVERY BURDEN</a:t>
            </a:r>
            <a:endParaRPr b="1" i="0" u="none">
              <a:latin typeface="Arial"/>
              <a:ea typeface="Arial"/>
            </a:endParaRPr>
          </a:p>
          <a:p>
            <a:pPr marL="547370" lvl="0" indent="-410845" algn="ctr">
              <a:spcBef>
                <a:spcPts val="0"/>
              </a:spcBef>
              <a:buNone/>
              <a:defRPr/>
            </a:pPr>
            <a:r>
              <a:rPr b="1" i="0" u="none">
                <a:latin typeface="Arial"/>
                <a:ea typeface="Arial"/>
              </a:rPr>
              <a:t>SPREAD THE JOY OF CHRIST AROUND YOU</a:t>
            </a:r>
            <a:endParaRPr b="1" i="0" u="none">
              <a:latin typeface="Arial"/>
              <a:ea typeface="Arial"/>
            </a:endParaRPr>
          </a:p>
          <a:p>
            <a:pPr marL="547370" lvl="0" indent="-410845" algn="ctr">
              <a:spcBef>
                <a:spcPts val="0"/>
              </a:spcBef>
              <a:buNone/>
              <a:defRPr/>
            </a:pPr>
            <a:r>
              <a:rPr b="1" i="0" u="none">
                <a:latin typeface="Arial"/>
                <a:ea typeface="Arial"/>
              </a:rPr>
              <a:t>GO THE MASS IS ENDED</a:t>
            </a:r>
            <a:endParaRPr b="1" i="0" u="none">
              <a:latin typeface="Arial"/>
              <a:ea typeface="Arial"/>
            </a:endParaRPr>
          </a:p>
          <a:p>
            <a:pPr marL="547370" lvl="0" indent="-410845" algn="ctr">
              <a:spcBef>
                <a:spcPts val="0"/>
              </a:spcBef>
              <a:buNone/>
              <a:defRPr/>
            </a:pPr>
            <a:r>
              <a:rPr b="1" i="0" u="none">
                <a:latin typeface="Arial"/>
                <a:ea typeface="Arial"/>
              </a:rPr>
              <a:t>TAKE HIS PEACE TO ALL</a:t>
            </a:r>
            <a:endParaRPr b="1" i="0" u="none">
              <a:latin typeface="Arial"/>
              <a:ea typeface="Arial"/>
            </a:endParaRPr>
          </a:p>
          <a:p>
            <a:pPr marL="547370" lvl="0" indent="-410845" algn="ctr">
              <a:spcBef>
                <a:spcPts val="0"/>
              </a:spcBef>
              <a:buNone/>
              <a:defRPr/>
            </a:pPr>
            <a:r>
              <a:rPr b="1" i="0" u="none">
                <a:latin typeface="Arial"/>
                <a:ea typeface="Arial"/>
              </a:rPr>
              <a:t>THIS DAY IS YOURS TO CHANGE THE WORLD</a:t>
            </a:r>
            <a:endParaRPr b="1" i="0" u="none">
              <a:latin typeface="Arial"/>
              <a:ea typeface="Arial"/>
            </a:endParaRPr>
          </a:p>
          <a:p>
            <a:pPr marL="547370" lvl="0" indent="-410845" algn="ctr">
              <a:spcBef>
                <a:spcPts val="0"/>
              </a:spcBef>
              <a:buNone/>
              <a:defRPr/>
            </a:pPr>
            <a:r>
              <a:rPr b="1" i="0" u="none">
                <a:latin typeface="Arial"/>
                <a:ea typeface="Arial"/>
              </a:rPr>
              <a:t>TO MAKE GOD KNOWN AND LOVED</a:t>
            </a:r>
            <a:endParaRPr b="1" i="0" u="none">
              <a:latin typeface="Arial"/>
              <a:ea typeface="Arial"/>
            </a:endParaRPr>
          </a:p>
          <a:p>
            <a:pPr marL="547370" lvl="0" indent="-410845" algn="ctr">
              <a:spcBef>
                <a:spcPts val="0"/>
              </a:spcBef>
              <a:buNone/>
              <a:defRPr/>
            </a:pPr>
            <a:r>
              <a:rPr sz="1800" b="1" i="1" u="none">
                <a:latin typeface="Arial"/>
                <a:ea typeface="Arial"/>
              </a:rPr>
              <a:t>Sr. Maria Lydia Pereira</a:t>
            </a:r>
            <a:endParaRPr sz="1800" b="1" i="1" u="none">
              <a:latin typeface="Arial"/>
              <a:ea typeface="Arial"/>
            </a:endParaRPr>
          </a:p>
          <a:p>
            <a:pPr marL="547370" lvl="0" indent="-410845" algn="ctr">
              <a:spcBef>
                <a:spcPts val="0"/>
              </a:spcBef>
              <a:buNone/>
              <a:defRPr/>
            </a:pPr>
            <a:endParaRPr lang="en-US"/>
          </a:p>
          <a:p>
            <a:pPr marL="547370" lvl="0" indent="-410845" algn="ctr">
              <a:spcBef>
                <a:spcPts val="0"/>
              </a:spcBef>
              <a:buNone/>
              <a:defRPr/>
            </a:pPr>
            <a:endParaRPr lang="en-US"/>
          </a:p>
        </p:txBody>
      </p:sp>
      <p:pic>
        <p:nvPicPr>
          <p:cNvPr id="855623683" name="Picture 3" descr="C:\Users\Guini\Desktop\New folder\Cross.jpg"/>
          <p:cNvPicPr>
            <a:picLocks noGrp="1" noChangeAspect="1"/>
          </p:cNvPicPr>
          <p:nvPr/>
        </p:nvPicPr>
        <p:blipFill rotWithShape="1">
          <a:blip r:embed="rId1"/>
          <a:stretch>
            <a:fillRect/>
          </a:stretch>
        </p:blipFill>
        <p:spPr bwMode="auto">
          <a:xfrm>
            <a:off x="3886200" y="5133975"/>
            <a:ext cx="1219200" cy="1544637"/>
          </a:xfrm>
          <a:prstGeom prst="rect">
            <a:avLst/>
          </a:prstGeom>
          <a:noFill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14926500" name="AutoShape 7" descr="What Are the Parables of the Hidden Treasure and Pearl About? - Jesus Film  Project"/>
          <p:cNvSpPr>
            <a:spLocks noGrp="1" noChangeShapeType="1"/>
          </p:cNvSpPr>
          <p:nvPr/>
        </p:nvSpPr>
        <p:spPr bwMode="auto">
          <a:xfrm>
            <a:off x="155574" y="-144461"/>
            <a:ext cx="304799" cy="304799"/>
          </a:xfrm>
          <a:prstGeom prst="rect">
            <a:avLst/>
          </a:prstGeom>
          <a:noFill/>
        </p:spPr>
        <p:txBody>
          <a:bodyPr lIns="91422" tIns="45711" rIns="91422" bIns="45711"/>
          <a:lstStyle/>
          <a:p>
            <a:pPr>
              <a:defRPr/>
            </a:pPr>
            <a:endParaRPr sz="1400"/>
          </a:p>
        </p:txBody>
      </p:sp>
      <p:sp>
        <p:nvSpPr>
          <p:cNvPr id="1834278100" name="AutoShape 9" descr="What Are the Parables of the Hidden Treasure and Pearl About? - Jesus Film  Project"/>
          <p:cNvSpPr>
            <a:spLocks noGrp="1" noChangeShapeType="1"/>
          </p:cNvSpPr>
          <p:nvPr/>
        </p:nvSpPr>
        <p:spPr bwMode="auto">
          <a:xfrm>
            <a:off x="155574" y="-144461"/>
            <a:ext cx="304799" cy="304799"/>
          </a:xfrm>
          <a:prstGeom prst="rect">
            <a:avLst/>
          </a:prstGeom>
          <a:noFill/>
        </p:spPr>
        <p:txBody>
          <a:bodyPr lIns="91422" tIns="45711" rIns="91422" bIns="45711"/>
          <a:lstStyle/>
          <a:p>
            <a:pPr>
              <a:defRPr/>
            </a:pPr>
            <a:endParaRPr sz="1400"/>
          </a:p>
        </p:txBody>
      </p:sp>
      <p:sp>
        <p:nvSpPr>
          <p:cNvPr id="1854326367" name="AutoShape 11" descr="What Are the Parables of the Hidden Treasure and Pearl About? - Jesus Film  Project"/>
          <p:cNvSpPr>
            <a:spLocks noGrp="1" noChangeShapeType="1"/>
          </p:cNvSpPr>
          <p:nvPr/>
        </p:nvSpPr>
        <p:spPr bwMode="auto">
          <a:xfrm>
            <a:off x="155574" y="-144461"/>
            <a:ext cx="304799" cy="304799"/>
          </a:xfrm>
          <a:prstGeom prst="rect">
            <a:avLst/>
          </a:prstGeom>
          <a:noFill/>
        </p:spPr>
        <p:txBody>
          <a:bodyPr lIns="91422" tIns="45711" rIns="91422" bIns="45711"/>
          <a:lstStyle/>
          <a:p>
            <a:pPr>
              <a:defRPr/>
            </a:pPr>
            <a:endParaRPr sz="1400"/>
          </a:p>
        </p:txBody>
      </p:sp>
      <p:sp>
        <p:nvSpPr>
          <p:cNvPr id="1709648695" name="AutoShape 13" descr="What Are the Parables of the Hidden Treasure and Pearl About? - Jesus Film  Project"/>
          <p:cNvSpPr>
            <a:spLocks noGrp="1" noChangeShapeType="1"/>
          </p:cNvSpPr>
          <p:nvPr/>
        </p:nvSpPr>
        <p:spPr bwMode="auto">
          <a:xfrm>
            <a:off x="155574" y="-144461"/>
            <a:ext cx="304799" cy="304799"/>
          </a:xfrm>
          <a:prstGeom prst="rect">
            <a:avLst/>
          </a:prstGeom>
          <a:noFill/>
        </p:spPr>
        <p:txBody>
          <a:bodyPr lIns="91422" tIns="45711" rIns="91422" bIns="45711"/>
          <a:lstStyle/>
          <a:p>
            <a:pPr>
              <a:defRPr/>
            </a:pPr>
            <a:endParaRPr sz="1400"/>
          </a:p>
        </p:txBody>
      </p:sp>
      <p:sp>
        <p:nvSpPr>
          <p:cNvPr id="1694212978" name="AutoShape 15" descr="What Are the Parables of the Hidden Treasure and Pearl About? - Jesus Film  Project"/>
          <p:cNvSpPr>
            <a:spLocks noGrp="1" noChangeShapeType="1"/>
          </p:cNvSpPr>
          <p:nvPr/>
        </p:nvSpPr>
        <p:spPr bwMode="auto">
          <a:xfrm>
            <a:off x="155574" y="-144461"/>
            <a:ext cx="304799" cy="304799"/>
          </a:xfrm>
          <a:prstGeom prst="rect">
            <a:avLst/>
          </a:prstGeom>
          <a:noFill/>
        </p:spPr>
        <p:txBody>
          <a:bodyPr lIns="91422" tIns="45711" rIns="91422" bIns="45711"/>
          <a:lstStyle/>
          <a:p>
            <a:pPr>
              <a:defRPr/>
            </a:pPr>
            <a:endParaRPr sz="1400"/>
          </a:p>
        </p:txBody>
      </p:sp>
      <p:sp>
        <p:nvSpPr>
          <p:cNvPr id="1647898214" name="AutoShape 17" descr="https://www.jesusfilm.org/wp-content/uploads/2022/11/1541008305698.jpg?w=700"/>
          <p:cNvSpPr>
            <a:spLocks noGrp="1" noChangeShapeType="1"/>
          </p:cNvSpPr>
          <p:nvPr/>
        </p:nvSpPr>
        <p:spPr bwMode="auto">
          <a:xfrm>
            <a:off x="155574" y="-144461"/>
            <a:ext cx="304799" cy="304799"/>
          </a:xfrm>
          <a:prstGeom prst="rect">
            <a:avLst/>
          </a:prstGeom>
          <a:noFill/>
        </p:spPr>
        <p:txBody>
          <a:bodyPr lIns="91422" tIns="45711" rIns="91422" bIns="45711"/>
          <a:lstStyle/>
          <a:p>
            <a:pPr>
              <a:defRPr/>
            </a:pPr>
            <a:endParaRPr sz="1400"/>
          </a:p>
        </p:txBody>
      </p:sp>
      <p:sp>
        <p:nvSpPr>
          <p:cNvPr id="2095226623" name="AutoShape 19" descr="https://www.jesusfilm.org/wp-content/uploads/2022/11/1541008305698.jpg?w=700"/>
          <p:cNvSpPr>
            <a:spLocks noGrp="1" noChangeShapeType="1"/>
          </p:cNvSpPr>
          <p:nvPr/>
        </p:nvSpPr>
        <p:spPr bwMode="auto">
          <a:xfrm>
            <a:off x="155574" y="-144461"/>
            <a:ext cx="304799" cy="304799"/>
          </a:xfrm>
          <a:prstGeom prst="rect">
            <a:avLst/>
          </a:prstGeom>
          <a:noFill/>
        </p:spPr>
        <p:txBody>
          <a:bodyPr lIns="91422" tIns="45711" rIns="91422" bIns="45711"/>
          <a:lstStyle/>
          <a:p>
            <a:pPr>
              <a:defRPr/>
            </a:pPr>
            <a:endParaRPr sz="1400"/>
          </a:p>
        </p:txBody>
      </p:sp>
      <p:sp>
        <p:nvSpPr>
          <p:cNvPr id="1770923295" name="AutoShape 21" descr="https://www.jesusfilm.org/wp-content/uploads/2022/11/1541008305698.jpg?w=700"/>
          <p:cNvSpPr>
            <a:spLocks noGrp="1" noChangeShapeType="1"/>
          </p:cNvSpPr>
          <p:nvPr/>
        </p:nvSpPr>
        <p:spPr bwMode="auto">
          <a:xfrm>
            <a:off x="155574" y="-144461"/>
            <a:ext cx="304799" cy="304799"/>
          </a:xfrm>
          <a:prstGeom prst="rect">
            <a:avLst/>
          </a:prstGeom>
          <a:noFill/>
        </p:spPr>
        <p:txBody>
          <a:bodyPr lIns="91422" tIns="45711" rIns="91422" bIns="45711"/>
          <a:lstStyle/>
          <a:p>
            <a:pPr>
              <a:defRPr/>
            </a:pPr>
            <a:endParaRPr sz="14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Default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AAAAA"/>
      </a:accent3>
      <a:accent4>
        <a:srgbClr val="DCDCDC"/>
      </a:accent4>
      <a:accent5>
        <a:srgbClr val="DBF1FA"/>
      </a:accent5>
      <a:accent6>
        <a:srgbClr val="4B9DCA"/>
      </a:accent6>
      <a:hlink>
        <a:srgbClr val="0563C1"/>
      </a:hlink>
      <a:folHlink>
        <a:srgbClr val="954F72"/>
      </a:folHlink>
    </a:clrScheme>
    <a:fontScheme name="default">
      <a:majorFont>
        <a:latin typeface="Arial"/>
        <a:ea typeface="Arial"/>
        <a:cs typeface="Arial"/>
      </a:majorFont>
      <a:minorFont>
        <a:latin typeface="Calibri Light"/>
        <a:ea typeface="Arial"/>
        <a:cs typeface="Arial"/>
      </a:minorFont>
    </a:fontScheme>
    <a:fmtScheme name="Default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extraClrSchemeLst>
    <a:extraClrScheme>
      <a:clrScheme name="Office Theme 1">
        <a:dk1>
          <a:srgbClr val="000000"/>
        </a:dk1>
        <a:lt1>
          <a:srgbClr val="FFFFFF"/>
        </a:lt1>
        <a:dk2>
          <a:srgbClr val="44546A"/>
        </a:dk2>
        <a:lt2>
          <a:srgbClr val="E7E6E6"/>
        </a:lt2>
        <a:accent1>
          <a:srgbClr val="5B9BD5"/>
        </a:accent1>
        <a:accent2>
          <a:srgbClr val="ED7D31"/>
        </a:accent2>
        <a:accent3>
          <a:srgbClr val="AAAAAA"/>
        </a:accent3>
        <a:accent4>
          <a:srgbClr val="DCDCDC"/>
        </a:accent4>
        <a:accent5>
          <a:srgbClr val="DBF1FA"/>
        </a:accent5>
        <a:accent6>
          <a:srgbClr val="4B9DCA"/>
        </a:accent6>
        <a:hlink>
          <a:srgbClr val="0563C1"/>
        </a:hlink>
        <a:folHlink>
          <a:srgbClr val="954F7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Default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AAAAA"/>
      </a:accent3>
      <a:accent4>
        <a:srgbClr val="DCDCDC"/>
      </a:accent4>
      <a:accent5>
        <a:srgbClr val="DBF1FA"/>
      </a:accent5>
      <a:accent6>
        <a:srgbClr val="4B9DCA"/>
      </a:accent6>
      <a:hlink>
        <a:srgbClr val="0563C1"/>
      </a:hlink>
      <a:folHlink>
        <a:srgbClr val="954F72"/>
      </a:folHlink>
    </a:clrScheme>
    <a:fontScheme name="default">
      <a:majorFont>
        <a:latin typeface="Arial"/>
        <a:ea typeface="Arial"/>
        <a:cs typeface="Arial"/>
      </a:majorFont>
      <a:minorFont>
        <a:latin typeface="Calibri Light"/>
        <a:ea typeface="Arial"/>
        <a:cs typeface="Arial"/>
      </a:minorFont>
    </a:fontScheme>
    <a:fmtScheme name="Default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extraClrSchemeLst>
    <a:extraClrScheme>
      <a:clrScheme name="1_Office Theme 1">
        <a:dk1>
          <a:srgbClr val="000000"/>
        </a:dk1>
        <a:lt1>
          <a:srgbClr val="FFFFFF"/>
        </a:lt1>
        <a:dk2>
          <a:srgbClr val="44546A"/>
        </a:dk2>
        <a:lt2>
          <a:srgbClr val="E7E6E6"/>
        </a:lt2>
        <a:accent1>
          <a:srgbClr val="5B9BD5"/>
        </a:accent1>
        <a:accent2>
          <a:srgbClr val="ED7D31"/>
        </a:accent2>
        <a:accent3>
          <a:srgbClr val="AAAAAA"/>
        </a:accent3>
        <a:accent4>
          <a:srgbClr val="DCDCDC"/>
        </a:accent4>
        <a:accent5>
          <a:srgbClr val="DBF1FA"/>
        </a:accent5>
        <a:accent6>
          <a:srgbClr val="4B9DCA"/>
        </a:accent6>
        <a:hlink>
          <a:srgbClr val="0563C1"/>
        </a:hlink>
        <a:folHlink>
          <a:srgbClr val="954F7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heme2">
  <a:themeElements>
    <a:clrScheme name="Default">
      <a:dk1>
        <a:srgbClr val="FFFFFF"/>
      </a:dk1>
      <a:lt1>
        <a:srgbClr val="000000"/>
      </a:lt1>
      <a:dk2>
        <a:srgbClr val="C9C2D1"/>
      </a:dk2>
      <a:lt2>
        <a:srgbClr val="69676D"/>
      </a:lt2>
      <a:accent1>
        <a:srgbClr val="CEB966"/>
      </a:accent1>
      <a:accent2>
        <a:srgbClr val="9CB084"/>
      </a:accent2>
      <a:accent3>
        <a:srgbClr val="AAAAAA"/>
      </a:accent3>
      <a:accent4>
        <a:srgbClr val="DCDCDC"/>
      </a:accent4>
      <a:accent5>
        <a:srgbClr val="DBF1FA"/>
      </a:accent5>
      <a:accent6>
        <a:srgbClr val="4B9DCA"/>
      </a:accent6>
      <a:hlink>
        <a:srgbClr val="410082"/>
      </a:hlink>
      <a:folHlink>
        <a:srgbClr val="932968"/>
      </a:folHlink>
    </a:clrScheme>
    <a:fontScheme name="default">
      <a:majorFont>
        <a:latin typeface="Arial"/>
        <a:ea typeface="Arial"/>
        <a:cs typeface="Arial"/>
      </a:majorFont>
      <a:minorFont>
        <a:latin typeface="Calibri Light"/>
        <a:ea typeface="Arial"/>
        <a:cs typeface="Arial"/>
      </a:minorFont>
    </a:fontScheme>
    <a:fmtScheme name="Default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extraClrSchemeLst>
    <a:extraClrScheme>
      <a:clrScheme name="Theme2 1">
        <a:dk1>
          <a:srgbClr val="FFFFFF"/>
        </a:dk1>
        <a:lt1>
          <a:srgbClr val="000000"/>
        </a:lt1>
        <a:dk2>
          <a:srgbClr val="C9C2D1"/>
        </a:dk2>
        <a:lt2>
          <a:srgbClr val="69676D"/>
        </a:lt2>
        <a:accent1>
          <a:srgbClr val="CEB966"/>
        </a:accent1>
        <a:accent2>
          <a:srgbClr val="9CB084"/>
        </a:accent2>
        <a:accent3>
          <a:srgbClr val="AAAAAA"/>
        </a:accent3>
        <a:accent4>
          <a:srgbClr val="DCDCDC"/>
        </a:accent4>
        <a:accent5>
          <a:srgbClr val="DBF1FA"/>
        </a:accent5>
        <a:accent6>
          <a:srgbClr val="4B9DCA"/>
        </a:accent6>
        <a:hlink>
          <a:srgbClr val="410082"/>
        </a:hlink>
        <a:folHlink>
          <a:srgbClr val="93296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1_Theme2">
  <a:themeElements>
    <a:clrScheme name="Default">
      <a:dk1>
        <a:srgbClr val="FFFFFF"/>
      </a:dk1>
      <a:lt1>
        <a:srgbClr val="000000"/>
      </a:lt1>
      <a:dk2>
        <a:srgbClr val="C9C2D1"/>
      </a:dk2>
      <a:lt2>
        <a:srgbClr val="69676D"/>
      </a:lt2>
      <a:accent1>
        <a:srgbClr val="CEB966"/>
      </a:accent1>
      <a:accent2>
        <a:srgbClr val="9CB084"/>
      </a:accent2>
      <a:accent3>
        <a:srgbClr val="AAAAAA"/>
      </a:accent3>
      <a:accent4>
        <a:srgbClr val="DCDCDC"/>
      </a:accent4>
      <a:accent5>
        <a:srgbClr val="DBF1FA"/>
      </a:accent5>
      <a:accent6>
        <a:srgbClr val="4B9DCA"/>
      </a:accent6>
      <a:hlink>
        <a:srgbClr val="410082"/>
      </a:hlink>
      <a:folHlink>
        <a:srgbClr val="932968"/>
      </a:folHlink>
    </a:clrScheme>
    <a:fontScheme name="default">
      <a:majorFont>
        <a:latin typeface="Arial"/>
        <a:ea typeface="Arial"/>
        <a:cs typeface="Arial"/>
      </a:majorFont>
      <a:minorFont>
        <a:latin typeface="Calibri Light"/>
        <a:ea typeface="Arial"/>
        <a:cs typeface="Arial"/>
      </a:minorFont>
    </a:fontScheme>
    <a:fmtScheme name="Default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extraClrSchemeLst>
    <a:extraClrScheme>
      <a:clrScheme name="1_Theme2 1">
        <a:dk1>
          <a:srgbClr val="FFFFFF"/>
        </a:dk1>
        <a:lt1>
          <a:srgbClr val="000000"/>
        </a:lt1>
        <a:dk2>
          <a:srgbClr val="C9C2D1"/>
        </a:dk2>
        <a:lt2>
          <a:srgbClr val="69676D"/>
        </a:lt2>
        <a:accent1>
          <a:srgbClr val="CEB966"/>
        </a:accent1>
        <a:accent2>
          <a:srgbClr val="9CB084"/>
        </a:accent2>
        <a:accent3>
          <a:srgbClr val="AAAAAA"/>
        </a:accent3>
        <a:accent4>
          <a:srgbClr val="DCDCDC"/>
        </a:accent4>
        <a:accent5>
          <a:srgbClr val="DBF1FA"/>
        </a:accent5>
        <a:accent6>
          <a:srgbClr val="4B9DCA"/>
        </a:accent6>
        <a:hlink>
          <a:srgbClr val="410082"/>
        </a:hlink>
        <a:folHlink>
          <a:srgbClr val="93296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2_Theme2">
  <a:themeElements>
    <a:clrScheme name="Default">
      <a:dk1>
        <a:srgbClr val="FFFFFF"/>
      </a:dk1>
      <a:lt1>
        <a:srgbClr val="000000"/>
      </a:lt1>
      <a:dk2>
        <a:srgbClr val="C9C2D1"/>
      </a:dk2>
      <a:lt2>
        <a:srgbClr val="69676D"/>
      </a:lt2>
      <a:accent1>
        <a:srgbClr val="CEB966"/>
      </a:accent1>
      <a:accent2>
        <a:srgbClr val="9CB084"/>
      </a:accent2>
      <a:accent3>
        <a:srgbClr val="AAAAAA"/>
      </a:accent3>
      <a:accent4>
        <a:srgbClr val="DCDCDC"/>
      </a:accent4>
      <a:accent5>
        <a:srgbClr val="DBF1FA"/>
      </a:accent5>
      <a:accent6>
        <a:srgbClr val="4B9DCA"/>
      </a:accent6>
      <a:hlink>
        <a:srgbClr val="410082"/>
      </a:hlink>
      <a:folHlink>
        <a:srgbClr val="932968"/>
      </a:folHlink>
    </a:clrScheme>
    <a:fontScheme name="default">
      <a:majorFont>
        <a:latin typeface="Arial"/>
        <a:ea typeface="Arial"/>
        <a:cs typeface="Arial"/>
      </a:majorFont>
      <a:minorFont>
        <a:latin typeface="Calibri Light"/>
        <a:ea typeface="Arial"/>
        <a:cs typeface="Arial"/>
      </a:minorFont>
    </a:fontScheme>
    <a:fmtScheme name="Default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extraClrSchemeLst>
    <a:extraClrScheme>
      <a:clrScheme name="2_Theme2 1">
        <a:dk1>
          <a:srgbClr val="FFFFFF"/>
        </a:dk1>
        <a:lt1>
          <a:srgbClr val="000000"/>
        </a:lt1>
        <a:dk2>
          <a:srgbClr val="C9C2D1"/>
        </a:dk2>
        <a:lt2>
          <a:srgbClr val="69676D"/>
        </a:lt2>
        <a:accent1>
          <a:srgbClr val="CEB966"/>
        </a:accent1>
        <a:accent2>
          <a:srgbClr val="9CB084"/>
        </a:accent2>
        <a:accent3>
          <a:srgbClr val="AAAAAA"/>
        </a:accent3>
        <a:accent4>
          <a:srgbClr val="DCDCDC"/>
        </a:accent4>
        <a:accent5>
          <a:srgbClr val="DBF1FA"/>
        </a:accent5>
        <a:accent6>
          <a:srgbClr val="4B9DCA"/>
        </a:accent6>
        <a:hlink>
          <a:srgbClr val="410082"/>
        </a:hlink>
        <a:folHlink>
          <a:srgbClr val="93296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3_Theme2">
  <a:themeElements>
    <a:clrScheme name="Default">
      <a:dk1>
        <a:srgbClr val="FFFFFF"/>
      </a:dk1>
      <a:lt1>
        <a:srgbClr val="000000"/>
      </a:lt1>
      <a:dk2>
        <a:srgbClr val="C9C2D1"/>
      </a:dk2>
      <a:lt2>
        <a:srgbClr val="69676D"/>
      </a:lt2>
      <a:accent1>
        <a:srgbClr val="CEB966"/>
      </a:accent1>
      <a:accent2>
        <a:srgbClr val="9CB084"/>
      </a:accent2>
      <a:accent3>
        <a:srgbClr val="AAAAAA"/>
      </a:accent3>
      <a:accent4>
        <a:srgbClr val="DCDCDC"/>
      </a:accent4>
      <a:accent5>
        <a:srgbClr val="DBF1FA"/>
      </a:accent5>
      <a:accent6>
        <a:srgbClr val="4B9DCA"/>
      </a:accent6>
      <a:hlink>
        <a:srgbClr val="410082"/>
      </a:hlink>
      <a:folHlink>
        <a:srgbClr val="932968"/>
      </a:folHlink>
    </a:clrScheme>
    <a:fontScheme name="default">
      <a:majorFont>
        <a:latin typeface="Arial"/>
        <a:ea typeface="Arial"/>
        <a:cs typeface="Arial"/>
      </a:majorFont>
      <a:minorFont>
        <a:latin typeface="Calibri Light"/>
        <a:ea typeface="Arial"/>
        <a:cs typeface="Arial"/>
      </a:minorFont>
    </a:fontScheme>
    <a:fmtScheme name="Default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extraClrSchemeLst>
    <a:extraClrScheme>
      <a:clrScheme name="3_Theme2 1">
        <a:dk1>
          <a:srgbClr val="FFFFFF"/>
        </a:dk1>
        <a:lt1>
          <a:srgbClr val="000000"/>
        </a:lt1>
        <a:dk2>
          <a:srgbClr val="C9C2D1"/>
        </a:dk2>
        <a:lt2>
          <a:srgbClr val="69676D"/>
        </a:lt2>
        <a:accent1>
          <a:srgbClr val="CEB966"/>
        </a:accent1>
        <a:accent2>
          <a:srgbClr val="9CB084"/>
        </a:accent2>
        <a:accent3>
          <a:srgbClr val="AAAAAA"/>
        </a:accent3>
        <a:accent4>
          <a:srgbClr val="DCDCDC"/>
        </a:accent4>
        <a:accent5>
          <a:srgbClr val="DBF1FA"/>
        </a:accent5>
        <a:accent6>
          <a:srgbClr val="4B9DCA"/>
        </a:accent6>
        <a:hlink>
          <a:srgbClr val="410082"/>
        </a:hlink>
        <a:folHlink>
          <a:srgbClr val="93296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4_Theme2">
  <a:themeElements>
    <a:clrScheme name="Default">
      <a:dk1>
        <a:srgbClr val="FFFFFF"/>
      </a:dk1>
      <a:lt1>
        <a:srgbClr val="000000"/>
      </a:lt1>
      <a:dk2>
        <a:srgbClr val="C9C2D1"/>
      </a:dk2>
      <a:lt2>
        <a:srgbClr val="69676D"/>
      </a:lt2>
      <a:accent1>
        <a:srgbClr val="CEB966"/>
      </a:accent1>
      <a:accent2>
        <a:srgbClr val="9CB084"/>
      </a:accent2>
      <a:accent3>
        <a:srgbClr val="AAAAAA"/>
      </a:accent3>
      <a:accent4>
        <a:srgbClr val="DCDCDC"/>
      </a:accent4>
      <a:accent5>
        <a:srgbClr val="DBF1FA"/>
      </a:accent5>
      <a:accent6>
        <a:srgbClr val="4B9DCA"/>
      </a:accent6>
      <a:hlink>
        <a:srgbClr val="410082"/>
      </a:hlink>
      <a:folHlink>
        <a:srgbClr val="932968"/>
      </a:folHlink>
    </a:clrScheme>
    <a:fontScheme name="default">
      <a:majorFont>
        <a:latin typeface="Arial"/>
        <a:ea typeface="Arial"/>
        <a:cs typeface="Arial"/>
      </a:majorFont>
      <a:minorFont>
        <a:latin typeface="Calibri Light"/>
        <a:ea typeface="Arial"/>
        <a:cs typeface="Arial"/>
      </a:minorFont>
    </a:fontScheme>
    <a:fmtScheme name="Default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extraClrSchemeLst>
    <a:extraClrScheme>
      <a:clrScheme name="4_Theme2 1">
        <a:dk1>
          <a:srgbClr val="FFFFFF"/>
        </a:dk1>
        <a:lt1>
          <a:srgbClr val="000000"/>
        </a:lt1>
        <a:dk2>
          <a:srgbClr val="C9C2D1"/>
        </a:dk2>
        <a:lt2>
          <a:srgbClr val="69676D"/>
        </a:lt2>
        <a:accent1>
          <a:srgbClr val="CEB966"/>
        </a:accent1>
        <a:accent2>
          <a:srgbClr val="9CB084"/>
        </a:accent2>
        <a:accent3>
          <a:srgbClr val="AAAAAA"/>
        </a:accent3>
        <a:accent4>
          <a:srgbClr val="DCDCDC"/>
        </a:accent4>
        <a:accent5>
          <a:srgbClr val="DBF1FA"/>
        </a:accent5>
        <a:accent6>
          <a:srgbClr val="4B9DCA"/>
        </a:accent6>
        <a:hlink>
          <a:srgbClr val="410082"/>
        </a:hlink>
        <a:folHlink>
          <a:srgbClr val="93296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8_Theme2">
  <a:themeElements>
    <a:clrScheme name="Default">
      <a:dk1>
        <a:srgbClr val="FFFFFF"/>
      </a:dk1>
      <a:lt1>
        <a:srgbClr val="000000"/>
      </a:lt1>
      <a:dk2>
        <a:srgbClr val="C9C2D1"/>
      </a:dk2>
      <a:lt2>
        <a:srgbClr val="69676D"/>
      </a:lt2>
      <a:accent1>
        <a:srgbClr val="CEB966"/>
      </a:accent1>
      <a:accent2>
        <a:srgbClr val="9CB084"/>
      </a:accent2>
      <a:accent3>
        <a:srgbClr val="AAAAAA"/>
      </a:accent3>
      <a:accent4>
        <a:srgbClr val="DCDCDC"/>
      </a:accent4>
      <a:accent5>
        <a:srgbClr val="DBF1FA"/>
      </a:accent5>
      <a:accent6>
        <a:srgbClr val="4B9DCA"/>
      </a:accent6>
      <a:hlink>
        <a:srgbClr val="410082"/>
      </a:hlink>
      <a:folHlink>
        <a:srgbClr val="932968"/>
      </a:folHlink>
    </a:clrScheme>
    <a:fontScheme name="default">
      <a:majorFont>
        <a:latin typeface="Arial"/>
        <a:ea typeface="Arial"/>
        <a:cs typeface="Arial"/>
      </a:majorFont>
      <a:minorFont>
        <a:latin typeface="Calibri Light"/>
        <a:ea typeface="Arial"/>
        <a:cs typeface="Arial"/>
      </a:minorFont>
    </a:fontScheme>
    <a:fmtScheme name="Default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extraClrSchemeLst>
    <a:extraClrScheme>
      <a:clrScheme name="8_Theme2 1">
        <a:dk1>
          <a:srgbClr val="FFFFFF"/>
        </a:dk1>
        <a:lt1>
          <a:srgbClr val="000000"/>
        </a:lt1>
        <a:dk2>
          <a:srgbClr val="C9C2D1"/>
        </a:dk2>
        <a:lt2>
          <a:srgbClr val="69676D"/>
        </a:lt2>
        <a:accent1>
          <a:srgbClr val="CEB966"/>
        </a:accent1>
        <a:accent2>
          <a:srgbClr val="9CB084"/>
        </a:accent2>
        <a:accent3>
          <a:srgbClr val="AAAAAA"/>
        </a:accent3>
        <a:accent4>
          <a:srgbClr val="DCDCDC"/>
        </a:accent4>
        <a:accent5>
          <a:srgbClr val="DBF1FA"/>
        </a:accent5>
        <a:accent6>
          <a:srgbClr val="4B9DCA"/>
        </a:accent6>
        <a:hlink>
          <a:srgbClr val="410082"/>
        </a:hlink>
        <a:folHlink>
          <a:srgbClr val="93296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9_Theme2">
  <a:themeElements>
    <a:clrScheme name="Default">
      <a:dk1>
        <a:srgbClr val="FFFFFF"/>
      </a:dk1>
      <a:lt1>
        <a:srgbClr val="000000"/>
      </a:lt1>
      <a:dk2>
        <a:srgbClr val="C9C2D1"/>
      </a:dk2>
      <a:lt2>
        <a:srgbClr val="69676D"/>
      </a:lt2>
      <a:accent1>
        <a:srgbClr val="CEB966"/>
      </a:accent1>
      <a:accent2>
        <a:srgbClr val="9CB084"/>
      </a:accent2>
      <a:accent3>
        <a:srgbClr val="AAAAAA"/>
      </a:accent3>
      <a:accent4>
        <a:srgbClr val="DCDCDC"/>
      </a:accent4>
      <a:accent5>
        <a:srgbClr val="DBF1FA"/>
      </a:accent5>
      <a:accent6>
        <a:srgbClr val="4B9DCA"/>
      </a:accent6>
      <a:hlink>
        <a:srgbClr val="410082"/>
      </a:hlink>
      <a:folHlink>
        <a:srgbClr val="932968"/>
      </a:folHlink>
    </a:clrScheme>
    <a:fontScheme name="default">
      <a:majorFont>
        <a:latin typeface="Arial"/>
        <a:ea typeface="Arial"/>
        <a:cs typeface="Arial"/>
      </a:majorFont>
      <a:minorFont>
        <a:latin typeface="Calibri Light"/>
        <a:ea typeface="Arial"/>
        <a:cs typeface="Arial"/>
      </a:minorFont>
    </a:fontScheme>
    <a:fmtScheme name="Default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extraClrSchemeLst>
    <a:extraClrScheme>
      <a:clrScheme name="9_Theme2 1">
        <a:dk1>
          <a:srgbClr val="FFFFFF"/>
        </a:dk1>
        <a:lt1>
          <a:srgbClr val="000000"/>
        </a:lt1>
        <a:dk2>
          <a:srgbClr val="C9C2D1"/>
        </a:dk2>
        <a:lt2>
          <a:srgbClr val="69676D"/>
        </a:lt2>
        <a:accent1>
          <a:srgbClr val="CEB966"/>
        </a:accent1>
        <a:accent2>
          <a:srgbClr val="9CB084"/>
        </a:accent2>
        <a:accent3>
          <a:srgbClr val="AAAAAA"/>
        </a:accent3>
        <a:accent4>
          <a:srgbClr val="DCDCDC"/>
        </a:accent4>
        <a:accent5>
          <a:srgbClr val="DBF1FA"/>
        </a:accent5>
        <a:accent6>
          <a:srgbClr val="4B9DCA"/>
        </a:accent6>
        <a:hlink>
          <a:srgbClr val="410082"/>
        </a:hlink>
        <a:folHlink>
          <a:srgbClr val="93296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.xml><?xml version="1.0" encoding="utf-8"?>
<a:theme xmlns:a="http://schemas.openxmlformats.org/drawingml/2006/main" name="10_Theme2">
  <a:themeElements>
    <a:clrScheme name="Default">
      <a:dk1>
        <a:srgbClr val="FFFFFF"/>
      </a:dk1>
      <a:lt1>
        <a:srgbClr val="000000"/>
      </a:lt1>
      <a:dk2>
        <a:srgbClr val="C9C2D1"/>
      </a:dk2>
      <a:lt2>
        <a:srgbClr val="69676D"/>
      </a:lt2>
      <a:accent1>
        <a:srgbClr val="CEB966"/>
      </a:accent1>
      <a:accent2>
        <a:srgbClr val="9CB084"/>
      </a:accent2>
      <a:accent3>
        <a:srgbClr val="AAAAAA"/>
      </a:accent3>
      <a:accent4>
        <a:srgbClr val="DCDCDC"/>
      </a:accent4>
      <a:accent5>
        <a:srgbClr val="DBF1FA"/>
      </a:accent5>
      <a:accent6>
        <a:srgbClr val="4B9DCA"/>
      </a:accent6>
      <a:hlink>
        <a:srgbClr val="410082"/>
      </a:hlink>
      <a:folHlink>
        <a:srgbClr val="932968"/>
      </a:folHlink>
    </a:clrScheme>
    <a:fontScheme name="default">
      <a:majorFont>
        <a:latin typeface="Arial"/>
        <a:ea typeface="Arial"/>
        <a:cs typeface="Arial"/>
      </a:majorFont>
      <a:minorFont>
        <a:latin typeface="Calibri Light"/>
        <a:ea typeface="Arial"/>
        <a:cs typeface="Arial"/>
      </a:minorFont>
    </a:fontScheme>
    <a:fmtScheme name="Default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extraClrSchemeLst>
    <a:extraClrScheme>
      <a:clrScheme name="10_Theme2 1">
        <a:dk1>
          <a:srgbClr val="FFFFFF"/>
        </a:dk1>
        <a:lt1>
          <a:srgbClr val="000000"/>
        </a:lt1>
        <a:dk2>
          <a:srgbClr val="C9C2D1"/>
        </a:dk2>
        <a:lt2>
          <a:srgbClr val="69676D"/>
        </a:lt2>
        <a:accent1>
          <a:srgbClr val="CEB966"/>
        </a:accent1>
        <a:accent2>
          <a:srgbClr val="9CB084"/>
        </a:accent2>
        <a:accent3>
          <a:srgbClr val="AAAAAA"/>
        </a:accent3>
        <a:accent4>
          <a:srgbClr val="DCDCDC"/>
        </a:accent4>
        <a:accent5>
          <a:srgbClr val="DBF1FA"/>
        </a:accent5>
        <a:accent6>
          <a:srgbClr val="4B9DCA"/>
        </a:accent6>
        <a:hlink>
          <a:srgbClr val="410082"/>
        </a:hlink>
        <a:folHlink>
          <a:srgbClr val="93296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1.xml><?xml version="1.0" encoding="utf-8"?>
<a:theme xmlns:a="http://schemas.openxmlformats.org/drawingml/2006/main" name="11_Theme2">
  <a:themeElements>
    <a:clrScheme name="Default">
      <a:dk1>
        <a:srgbClr val="FFFFFF"/>
      </a:dk1>
      <a:lt1>
        <a:srgbClr val="000000"/>
      </a:lt1>
      <a:dk2>
        <a:srgbClr val="C9C2D1"/>
      </a:dk2>
      <a:lt2>
        <a:srgbClr val="69676D"/>
      </a:lt2>
      <a:accent1>
        <a:srgbClr val="CEB966"/>
      </a:accent1>
      <a:accent2>
        <a:srgbClr val="9CB084"/>
      </a:accent2>
      <a:accent3>
        <a:srgbClr val="AAAAAA"/>
      </a:accent3>
      <a:accent4>
        <a:srgbClr val="DCDCDC"/>
      </a:accent4>
      <a:accent5>
        <a:srgbClr val="DBF1FA"/>
      </a:accent5>
      <a:accent6>
        <a:srgbClr val="4B9DCA"/>
      </a:accent6>
      <a:hlink>
        <a:srgbClr val="410082"/>
      </a:hlink>
      <a:folHlink>
        <a:srgbClr val="932968"/>
      </a:folHlink>
    </a:clrScheme>
    <a:fontScheme name="default">
      <a:majorFont>
        <a:latin typeface="Arial"/>
        <a:ea typeface="Arial"/>
        <a:cs typeface="Arial"/>
      </a:majorFont>
      <a:minorFont>
        <a:latin typeface="Calibri Light"/>
        <a:ea typeface="Arial"/>
        <a:cs typeface="Arial"/>
      </a:minorFont>
    </a:fontScheme>
    <a:fmtScheme name="Default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extraClrSchemeLst>
    <a:extraClrScheme>
      <a:clrScheme name="11_Theme2 1">
        <a:dk1>
          <a:srgbClr val="FFFFFF"/>
        </a:dk1>
        <a:lt1>
          <a:srgbClr val="000000"/>
        </a:lt1>
        <a:dk2>
          <a:srgbClr val="C9C2D1"/>
        </a:dk2>
        <a:lt2>
          <a:srgbClr val="69676D"/>
        </a:lt2>
        <a:accent1>
          <a:srgbClr val="CEB966"/>
        </a:accent1>
        <a:accent2>
          <a:srgbClr val="9CB084"/>
        </a:accent2>
        <a:accent3>
          <a:srgbClr val="AAAAAA"/>
        </a:accent3>
        <a:accent4>
          <a:srgbClr val="DCDCDC"/>
        </a:accent4>
        <a:accent5>
          <a:srgbClr val="DBF1FA"/>
        </a:accent5>
        <a:accent6>
          <a:srgbClr val="4B9DCA"/>
        </a:accent6>
        <a:hlink>
          <a:srgbClr val="410082"/>
        </a:hlink>
        <a:folHlink>
          <a:srgbClr val="93296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2.xml><?xml version="1.0" encoding="utf-8"?>
<a:theme xmlns:a="http://schemas.openxmlformats.org/drawingml/2006/main" name="12_Theme2">
  <a:themeElements>
    <a:clrScheme name="Default">
      <a:dk1>
        <a:srgbClr val="FFFFFF"/>
      </a:dk1>
      <a:lt1>
        <a:srgbClr val="000000"/>
      </a:lt1>
      <a:dk2>
        <a:srgbClr val="C9C2D1"/>
      </a:dk2>
      <a:lt2>
        <a:srgbClr val="69676D"/>
      </a:lt2>
      <a:accent1>
        <a:srgbClr val="CEB966"/>
      </a:accent1>
      <a:accent2>
        <a:srgbClr val="9CB084"/>
      </a:accent2>
      <a:accent3>
        <a:srgbClr val="AAAAAA"/>
      </a:accent3>
      <a:accent4>
        <a:srgbClr val="DCDCDC"/>
      </a:accent4>
      <a:accent5>
        <a:srgbClr val="DBF1FA"/>
      </a:accent5>
      <a:accent6>
        <a:srgbClr val="4B9DCA"/>
      </a:accent6>
      <a:hlink>
        <a:srgbClr val="410082"/>
      </a:hlink>
      <a:folHlink>
        <a:srgbClr val="932968"/>
      </a:folHlink>
    </a:clrScheme>
    <a:fontScheme name="default">
      <a:majorFont>
        <a:latin typeface="Arial"/>
        <a:ea typeface="Arial"/>
        <a:cs typeface="Arial"/>
      </a:majorFont>
      <a:minorFont>
        <a:latin typeface="Calibri Light"/>
        <a:ea typeface="Arial"/>
        <a:cs typeface="Arial"/>
      </a:minorFont>
    </a:fontScheme>
    <a:fmtScheme name="Default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extraClrSchemeLst>
    <a:extraClrScheme>
      <a:clrScheme name="12_Theme2 1">
        <a:dk1>
          <a:srgbClr val="FFFFFF"/>
        </a:dk1>
        <a:lt1>
          <a:srgbClr val="000000"/>
        </a:lt1>
        <a:dk2>
          <a:srgbClr val="C9C2D1"/>
        </a:dk2>
        <a:lt2>
          <a:srgbClr val="69676D"/>
        </a:lt2>
        <a:accent1>
          <a:srgbClr val="CEB966"/>
        </a:accent1>
        <a:accent2>
          <a:srgbClr val="9CB084"/>
        </a:accent2>
        <a:accent3>
          <a:srgbClr val="AAAAAA"/>
        </a:accent3>
        <a:accent4>
          <a:srgbClr val="DCDCDC"/>
        </a:accent4>
        <a:accent5>
          <a:srgbClr val="DBF1FA"/>
        </a:accent5>
        <a:accent6>
          <a:srgbClr val="4B9DCA"/>
        </a:accent6>
        <a:hlink>
          <a:srgbClr val="410082"/>
        </a:hlink>
        <a:folHlink>
          <a:srgbClr val="93296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3.xml><?xml version="1.0" encoding="utf-8"?>
<a:theme xmlns:a="http://schemas.openxmlformats.org/drawingml/2006/main" name="13_Theme2">
  <a:themeElements>
    <a:clrScheme name="Default">
      <a:dk1>
        <a:srgbClr val="FFFFFF"/>
      </a:dk1>
      <a:lt1>
        <a:srgbClr val="000000"/>
      </a:lt1>
      <a:dk2>
        <a:srgbClr val="C9C2D1"/>
      </a:dk2>
      <a:lt2>
        <a:srgbClr val="69676D"/>
      </a:lt2>
      <a:accent1>
        <a:srgbClr val="CEB966"/>
      </a:accent1>
      <a:accent2>
        <a:srgbClr val="9CB084"/>
      </a:accent2>
      <a:accent3>
        <a:srgbClr val="AAAAAA"/>
      </a:accent3>
      <a:accent4>
        <a:srgbClr val="DCDCDC"/>
      </a:accent4>
      <a:accent5>
        <a:srgbClr val="DBF1FA"/>
      </a:accent5>
      <a:accent6>
        <a:srgbClr val="4B9DCA"/>
      </a:accent6>
      <a:hlink>
        <a:srgbClr val="410082"/>
      </a:hlink>
      <a:folHlink>
        <a:srgbClr val="932968"/>
      </a:folHlink>
    </a:clrScheme>
    <a:fontScheme name="default">
      <a:majorFont>
        <a:latin typeface="Arial"/>
        <a:ea typeface="Arial"/>
        <a:cs typeface="Arial"/>
      </a:majorFont>
      <a:minorFont>
        <a:latin typeface="Calibri Light"/>
        <a:ea typeface="Arial"/>
        <a:cs typeface="Arial"/>
      </a:minorFont>
    </a:fontScheme>
    <a:fmtScheme name="Default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extraClrSchemeLst>
    <a:extraClrScheme>
      <a:clrScheme name="13_Theme2 1">
        <a:dk1>
          <a:srgbClr val="FFFFFF"/>
        </a:dk1>
        <a:lt1>
          <a:srgbClr val="000000"/>
        </a:lt1>
        <a:dk2>
          <a:srgbClr val="C9C2D1"/>
        </a:dk2>
        <a:lt2>
          <a:srgbClr val="69676D"/>
        </a:lt2>
        <a:accent1>
          <a:srgbClr val="CEB966"/>
        </a:accent1>
        <a:accent2>
          <a:srgbClr val="9CB084"/>
        </a:accent2>
        <a:accent3>
          <a:srgbClr val="AAAAAA"/>
        </a:accent3>
        <a:accent4>
          <a:srgbClr val="DCDCDC"/>
        </a:accent4>
        <a:accent5>
          <a:srgbClr val="DBF1FA"/>
        </a:accent5>
        <a:accent6>
          <a:srgbClr val="4B9DCA"/>
        </a:accent6>
        <a:hlink>
          <a:srgbClr val="410082"/>
        </a:hlink>
        <a:folHlink>
          <a:srgbClr val="93296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4.xml><?xml version="1.0" encoding="utf-8"?>
<a:theme xmlns:a="http://schemas.openxmlformats.org/drawingml/2006/main" name="19_Theme2">
  <a:themeElements>
    <a:clrScheme name="Default">
      <a:dk1>
        <a:srgbClr val="FFFFFF"/>
      </a:dk1>
      <a:lt1>
        <a:srgbClr val="000000"/>
      </a:lt1>
      <a:dk2>
        <a:srgbClr val="C9C2D1"/>
      </a:dk2>
      <a:lt2>
        <a:srgbClr val="69676D"/>
      </a:lt2>
      <a:accent1>
        <a:srgbClr val="CEB966"/>
      </a:accent1>
      <a:accent2>
        <a:srgbClr val="9CB084"/>
      </a:accent2>
      <a:accent3>
        <a:srgbClr val="AAAAAA"/>
      </a:accent3>
      <a:accent4>
        <a:srgbClr val="DCDCDC"/>
      </a:accent4>
      <a:accent5>
        <a:srgbClr val="DBF1FA"/>
      </a:accent5>
      <a:accent6>
        <a:srgbClr val="4B9DCA"/>
      </a:accent6>
      <a:hlink>
        <a:srgbClr val="410082"/>
      </a:hlink>
      <a:folHlink>
        <a:srgbClr val="932968"/>
      </a:folHlink>
    </a:clrScheme>
    <a:fontScheme name="default">
      <a:majorFont>
        <a:latin typeface="Arial"/>
        <a:ea typeface="Arial"/>
        <a:cs typeface="Arial"/>
      </a:majorFont>
      <a:minorFont>
        <a:latin typeface="Calibri Light"/>
        <a:ea typeface="Arial"/>
        <a:cs typeface="Arial"/>
      </a:minorFont>
    </a:fontScheme>
    <a:fmtScheme name="Default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extraClrSchemeLst>
    <a:extraClrScheme>
      <a:clrScheme name="19_Theme2 1">
        <a:dk1>
          <a:srgbClr val="FFFFFF"/>
        </a:dk1>
        <a:lt1>
          <a:srgbClr val="000000"/>
        </a:lt1>
        <a:dk2>
          <a:srgbClr val="C9C2D1"/>
        </a:dk2>
        <a:lt2>
          <a:srgbClr val="69676D"/>
        </a:lt2>
        <a:accent1>
          <a:srgbClr val="CEB966"/>
        </a:accent1>
        <a:accent2>
          <a:srgbClr val="9CB084"/>
        </a:accent2>
        <a:accent3>
          <a:srgbClr val="AAAAAA"/>
        </a:accent3>
        <a:accent4>
          <a:srgbClr val="DCDCDC"/>
        </a:accent4>
        <a:accent5>
          <a:srgbClr val="DBF1FA"/>
        </a:accent5>
        <a:accent6>
          <a:srgbClr val="4B9DCA"/>
        </a:accent6>
        <a:hlink>
          <a:srgbClr val="410082"/>
        </a:hlink>
        <a:folHlink>
          <a:srgbClr val="93296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5.xml><?xml version="1.0" encoding="utf-8"?>
<a:theme xmlns:a="http://schemas.openxmlformats.org/drawingml/2006/main" name="27_Theme2">
  <a:themeElements>
    <a:clrScheme name="Default">
      <a:dk1>
        <a:srgbClr val="FFFFFF"/>
      </a:dk1>
      <a:lt1>
        <a:srgbClr val="000000"/>
      </a:lt1>
      <a:dk2>
        <a:srgbClr val="C9C2D1"/>
      </a:dk2>
      <a:lt2>
        <a:srgbClr val="69676D"/>
      </a:lt2>
      <a:accent1>
        <a:srgbClr val="CEB966"/>
      </a:accent1>
      <a:accent2>
        <a:srgbClr val="9CB084"/>
      </a:accent2>
      <a:accent3>
        <a:srgbClr val="AAAAAA"/>
      </a:accent3>
      <a:accent4>
        <a:srgbClr val="DCDCDC"/>
      </a:accent4>
      <a:accent5>
        <a:srgbClr val="DBF1FA"/>
      </a:accent5>
      <a:accent6>
        <a:srgbClr val="4B9DCA"/>
      </a:accent6>
      <a:hlink>
        <a:srgbClr val="410082"/>
      </a:hlink>
      <a:folHlink>
        <a:srgbClr val="932968"/>
      </a:folHlink>
    </a:clrScheme>
    <a:fontScheme name="default">
      <a:majorFont>
        <a:latin typeface="Arial"/>
        <a:ea typeface="Arial"/>
        <a:cs typeface="Arial"/>
      </a:majorFont>
      <a:minorFont>
        <a:latin typeface="Calibri Light"/>
        <a:ea typeface="Arial"/>
        <a:cs typeface="Arial"/>
      </a:minorFont>
    </a:fontScheme>
    <a:fmtScheme name="Default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extraClrSchemeLst>
    <a:extraClrScheme>
      <a:clrScheme name="27_Theme2 1">
        <a:dk1>
          <a:srgbClr val="FFFFFF"/>
        </a:dk1>
        <a:lt1>
          <a:srgbClr val="000000"/>
        </a:lt1>
        <a:dk2>
          <a:srgbClr val="C9C2D1"/>
        </a:dk2>
        <a:lt2>
          <a:srgbClr val="69676D"/>
        </a:lt2>
        <a:accent1>
          <a:srgbClr val="CEB966"/>
        </a:accent1>
        <a:accent2>
          <a:srgbClr val="9CB084"/>
        </a:accent2>
        <a:accent3>
          <a:srgbClr val="AAAAAA"/>
        </a:accent3>
        <a:accent4>
          <a:srgbClr val="DCDCDC"/>
        </a:accent4>
        <a:accent5>
          <a:srgbClr val="DBF1FA"/>
        </a:accent5>
        <a:accent6>
          <a:srgbClr val="4B9DCA"/>
        </a:accent6>
        <a:hlink>
          <a:srgbClr val="410082"/>
        </a:hlink>
        <a:folHlink>
          <a:srgbClr val="93296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6.xml><?xml version="1.0" encoding="utf-8"?>
<a:theme xmlns:a="http://schemas.openxmlformats.org/drawingml/2006/main" name="33_Theme2">
  <a:themeElements>
    <a:clrScheme name="Default">
      <a:dk1>
        <a:srgbClr val="FFFFFF"/>
      </a:dk1>
      <a:lt1>
        <a:srgbClr val="000000"/>
      </a:lt1>
      <a:dk2>
        <a:srgbClr val="C9C2D1"/>
      </a:dk2>
      <a:lt2>
        <a:srgbClr val="69676D"/>
      </a:lt2>
      <a:accent1>
        <a:srgbClr val="CEB966"/>
      </a:accent1>
      <a:accent2>
        <a:srgbClr val="9CB084"/>
      </a:accent2>
      <a:accent3>
        <a:srgbClr val="AAAAAA"/>
      </a:accent3>
      <a:accent4>
        <a:srgbClr val="DCDCDC"/>
      </a:accent4>
      <a:accent5>
        <a:srgbClr val="DBF1FA"/>
      </a:accent5>
      <a:accent6>
        <a:srgbClr val="4B9DCA"/>
      </a:accent6>
      <a:hlink>
        <a:srgbClr val="410082"/>
      </a:hlink>
      <a:folHlink>
        <a:srgbClr val="932968"/>
      </a:folHlink>
    </a:clrScheme>
    <a:fontScheme name="default">
      <a:majorFont>
        <a:latin typeface="Arial"/>
        <a:ea typeface="Arial"/>
        <a:cs typeface="Arial"/>
      </a:majorFont>
      <a:minorFont>
        <a:latin typeface="Calibri Light"/>
        <a:ea typeface="Arial"/>
        <a:cs typeface="Arial"/>
      </a:minorFont>
    </a:fontScheme>
    <a:fmtScheme name="Default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extraClrSchemeLst>
    <a:extraClrScheme>
      <a:clrScheme name="33_Theme2 1">
        <a:dk1>
          <a:srgbClr val="FFFFFF"/>
        </a:dk1>
        <a:lt1>
          <a:srgbClr val="000000"/>
        </a:lt1>
        <a:dk2>
          <a:srgbClr val="C9C2D1"/>
        </a:dk2>
        <a:lt2>
          <a:srgbClr val="69676D"/>
        </a:lt2>
        <a:accent1>
          <a:srgbClr val="CEB966"/>
        </a:accent1>
        <a:accent2>
          <a:srgbClr val="9CB084"/>
        </a:accent2>
        <a:accent3>
          <a:srgbClr val="AAAAAA"/>
        </a:accent3>
        <a:accent4>
          <a:srgbClr val="DCDCDC"/>
        </a:accent4>
        <a:accent5>
          <a:srgbClr val="DBF1FA"/>
        </a:accent5>
        <a:accent6>
          <a:srgbClr val="4B9DCA"/>
        </a:accent6>
        <a:hlink>
          <a:srgbClr val="410082"/>
        </a:hlink>
        <a:folHlink>
          <a:srgbClr val="93296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7.xml><?xml version="1.0" encoding="utf-8"?>
<a:theme xmlns:a="http://schemas.openxmlformats.org/drawingml/2006/main" name="5_Theme2">
  <a:themeElements>
    <a:clrScheme name="Default">
      <a:dk1>
        <a:srgbClr val="FFFFFF"/>
      </a:dk1>
      <a:lt1>
        <a:srgbClr val="000000"/>
      </a:lt1>
      <a:dk2>
        <a:srgbClr val="C9C2D1"/>
      </a:dk2>
      <a:lt2>
        <a:srgbClr val="69676D"/>
      </a:lt2>
      <a:accent1>
        <a:srgbClr val="CEB966"/>
      </a:accent1>
      <a:accent2>
        <a:srgbClr val="9CB084"/>
      </a:accent2>
      <a:accent3>
        <a:srgbClr val="AAAAAA"/>
      </a:accent3>
      <a:accent4>
        <a:srgbClr val="DCDCDC"/>
      </a:accent4>
      <a:accent5>
        <a:srgbClr val="DBF1FA"/>
      </a:accent5>
      <a:accent6>
        <a:srgbClr val="4B9DCA"/>
      </a:accent6>
      <a:hlink>
        <a:srgbClr val="410082"/>
      </a:hlink>
      <a:folHlink>
        <a:srgbClr val="932968"/>
      </a:folHlink>
    </a:clrScheme>
    <a:fontScheme name="default">
      <a:majorFont>
        <a:latin typeface="Arial"/>
        <a:ea typeface="Arial"/>
        <a:cs typeface="Arial"/>
      </a:majorFont>
      <a:minorFont>
        <a:latin typeface="Calibri Light"/>
        <a:ea typeface="Arial"/>
        <a:cs typeface="Arial"/>
      </a:minorFont>
    </a:fontScheme>
    <a:fmtScheme name="Default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extraClrSchemeLst>
    <a:extraClrScheme>
      <a:clrScheme name="5_Theme2 1">
        <a:dk1>
          <a:srgbClr val="FFFFFF"/>
        </a:dk1>
        <a:lt1>
          <a:srgbClr val="000000"/>
        </a:lt1>
        <a:dk2>
          <a:srgbClr val="C9C2D1"/>
        </a:dk2>
        <a:lt2>
          <a:srgbClr val="69676D"/>
        </a:lt2>
        <a:accent1>
          <a:srgbClr val="CEB966"/>
        </a:accent1>
        <a:accent2>
          <a:srgbClr val="9CB084"/>
        </a:accent2>
        <a:accent3>
          <a:srgbClr val="AAAAAA"/>
        </a:accent3>
        <a:accent4>
          <a:srgbClr val="DCDCDC"/>
        </a:accent4>
        <a:accent5>
          <a:srgbClr val="DBF1FA"/>
        </a:accent5>
        <a:accent6>
          <a:srgbClr val="4B9DCA"/>
        </a:accent6>
        <a:hlink>
          <a:srgbClr val="410082"/>
        </a:hlink>
        <a:folHlink>
          <a:srgbClr val="93296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8.xml><?xml version="1.0" encoding="utf-8"?>
<a:theme xmlns:a="http://schemas.openxmlformats.org/drawingml/2006/main" name="6_Theme2">
  <a:themeElements>
    <a:clrScheme name="Default">
      <a:dk1>
        <a:srgbClr val="FFFFFF"/>
      </a:dk1>
      <a:lt1>
        <a:srgbClr val="000000"/>
      </a:lt1>
      <a:dk2>
        <a:srgbClr val="C9C2D1"/>
      </a:dk2>
      <a:lt2>
        <a:srgbClr val="69676D"/>
      </a:lt2>
      <a:accent1>
        <a:srgbClr val="CEB966"/>
      </a:accent1>
      <a:accent2>
        <a:srgbClr val="9CB084"/>
      </a:accent2>
      <a:accent3>
        <a:srgbClr val="AAAAAA"/>
      </a:accent3>
      <a:accent4>
        <a:srgbClr val="DCDCDC"/>
      </a:accent4>
      <a:accent5>
        <a:srgbClr val="DBF1FA"/>
      </a:accent5>
      <a:accent6>
        <a:srgbClr val="4B9DCA"/>
      </a:accent6>
      <a:hlink>
        <a:srgbClr val="410082"/>
      </a:hlink>
      <a:folHlink>
        <a:srgbClr val="932968"/>
      </a:folHlink>
    </a:clrScheme>
    <a:fontScheme name="default">
      <a:majorFont>
        <a:latin typeface="Arial"/>
        <a:ea typeface="Arial"/>
        <a:cs typeface="Arial"/>
      </a:majorFont>
      <a:minorFont>
        <a:latin typeface="Calibri Light"/>
        <a:ea typeface="Arial"/>
        <a:cs typeface="Arial"/>
      </a:minorFont>
    </a:fontScheme>
    <a:fmtScheme name="Default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extraClrSchemeLst>
    <a:extraClrScheme>
      <a:clrScheme name="6_Theme2 1">
        <a:dk1>
          <a:srgbClr val="FFFFFF"/>
        </a:dk1>
        <a:lt1>
          <a:srgbClr val="000000"/>
        </a:lt1>
        <a:dk2>
          <a:srgbClr val="C9C2D1"/>
        </a:dk2>
        <a:lt2>
          <a:srgbClr val="69676D"/>
        </a:lt2>
        <a:accent1>
          <a:srgbClr val="CEB966"/>
        </a:accent1>
        <a:accent2>
          <a:srgbClr val="9CB084"/>
        </a:accent2>
        <a:accent3>
          <a:srgbClr val="AAAAAA"/>
        </a:accent3>
        <a:accent4>
          <a:srgbClr val="DCDCDC"/>
        </a:accent4>
        <a:accent5>
          <a:srgbClr val="DBF1FA"/>
        </a:accent5>
        <a:accent6>
          <a:srgbClr val="4B9DCA"/>
        </a:accent6>
        <a:hlink>
          <a:srgbClr val="410082"/>
        </a:hlink>
        <a:folHlink>
          <a:srgbClr val="93296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9.xml><?xml version="1.0" encoding="utf-8"?>
<a:theme xmlns:a="http://schemas.openxmlformats.org/drawingml/2006/main" name="21_Theme2">
  <a:themeElements>
    <a:clrScheme name="Default">
      <a:dk1>
        <a:srgbClr val="FFFFFF"/>
      </a:dk1>
      <a:lt1>
        <a:srgbClr val="000000"/>
      </a:lt1>
      <a:dk2>
        <a:srgbClr val="C9C2D1"/>
      </a:dk2>
      <a:lt2>
        <a:srgbClr val="69676D"/>
      </a:lt2>
      <a:accent1>
        <a:srgbClr val="CEB966"/>
      </a:accent1>
      <a:accent2>
        <a:srgbClr val="9CB084"/>
      </a:accent2>
      <a:accent3>
        <a:srgbClr val="AAAAAA"/>
      </a:accent3>
      <a:accent4>
        <a:srgbClr val="DCDCDC"/>
      </a:accent4>
      <a:accent5>
        <a:srgbClr val="DBF1FA"/>
      </a:accent5>
      <a:accent6>
        <a:srgbClr val="4B9DCA"/>
      </a:accent6>
      <a:hlink>
        <a:srgbClr val="410082"/>
      </a:hlink>
      <a:folHlink>
        <a:srgbClr val="932968"/>
      </a:folHlink>
    </a:clrScheme>
    <a:fontScheme name="default">
      <a:majorFont>
        <a:latin typeface="Arial"/>
        <a:ea typeface="Arial"/>
        <a:cs typeface="Arial"/>
      </a:majorFont>
      <a:minorFont>
        <a:latin typeface="Calibri Light"/>
        <a:ea typeface="Arial"/>
        <a:cs typeface="Arial"/>
      </a:minorFont>
    </a:fontScheme>
    <a:fmtScheme name="Default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extraClrSchemeLst>
    <a:extraClrScheme>
      <a:clrScheme name="21_Theme2 1">
        <a:dk1>
          <a:srgbClr val="FFFFFF"/>
        </a:dk1>
        <a:lt1>
          <a:srgbClr val="000000"/>
        </a:lt1>
        <a:dk2>
          <a:srgbClr val="C9C2D1"/>
        </a:dk2>
        <a:lt2>
          <a:srgbClr val="69676D"/>
        </a:lt2>
        <a:accent1>
          <a:srgbClr val="CEB966"/>
        </a:accent1>
        <a:accent2>
          <a:srgbClr val="9CB084"/>
        </a:accent2>
        <a:accent3>
          <a:srgbClr val="AAAAAA"/>
        </a:accent3>
        <a:accent4>
          <a:srgbClr val="DCDCDC"/>
        </a:accent4>
        <a:accent5>
          <a:srgbClr val="DBF1FA"/>
        </a:accent5>
        <a:accent6>
          <a:srgbClr val="4B9DCA"/>
        </a:accent6>
        <a:hlink>
          <a:srgbClr val="410082"/>
        </a:hlink>
        <a:folHlink>
          <a:srgbClr val="93296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0.xml><?xml version="1.0" encoding="utf-8"?>
<a:theme xmlns:a="http://schemas.openxmlformats.org/drawingml/2006/main" name="22_Theme2">
  <a:themeElements>
    <a:clrScheme name="Default">
      <a:dk1>
        <a:srgbClr val="FFFFFF"/>
      </a:dk1>
      <a:lt1>
        <a:srgbClr val="000000"/>
      </a:lt1>
      <a:dk2>
        <a:srgbClr val="C9C2D1"/>
      </a:dk2>
      <a:lt2>
        <a:srgbClr val="69676D"/>
      </a:lt2>
      <a:accent1>
        <a:srgbClr val="CEB966"/>
      </a:accent1>
      <a:accent2>
        <a:srgbClr val="9CB084"/>
      </a:accent2>
      <a:accent3>
        <a:srgbClr val="AAAAAA"/>
      </a:accent3>
      <a:accent4>
        <a:srgbClr val="DCDCDC"/>
      </a:accent4>
      <a:accent5>
        <a:srgbClr val="DBF1FA"/>
      </a:accent5>
      <a:accent6>
        <a:srgbClr val="4B9DCA"/>
      </a:accent6>
      <a:hlink>
        <a:srgbClr val="410082"/>
      </a:hlink>
      <a:folHlink>
        <a:srgbClr val="932968"/>
      </a:folHlink>
    </a:clrScheme>
    <a:fontScheme name="default">
      <a:majorFont>
        <a:latin typeface="Arial"/>
        <a:ea typeface="Arial"/>
        <a:cs typeface="Arial"/>
      </a:majorFont>
      <a:minorFont>
        <a:latin typeface="Calibri Light"/>
        <a:ea typeface="Arial"/>
        <a:cs typeface="Arial"/>
      </a:minorFont>
    </a:fontScheme>
    <a:fmtScheme name="Default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extraClrSchemeLst>
    <a:extraClrScheme>
      <a:clrScheme name="22_Theme2 1">
        <a:dk1>
          <a:srgbClr val="FFFFFF"/>
        </a:dk1>
        <a:lt1>
          <a:srgbClr val="000000"/>
        </a:lt1>
        <a:dk2>
          <a:srgbClr val="C9C2D1"/>
        </a:dk2>
        <a:lt2>
          <a:srgbClr val="69676D"/>
        </a:lt2>
        <a:accent1>
          <a:srgbClr val="CEB966"/>
        </a:accent1>
        <a:accent2>
          <a:srgbClr val="9CB084"/>
        </a:accent2>
        <a:accent3>
          <a:srgbClr val="AAAAAA"/>
        </a:accent3>
        <a:accent4>
          <a:srgbClr val="DCDCDC"/>
        </a:accent4>
        <a:accent5>
          <a:srgbClr val="DBF1FA"/>
        </a:accent5>
        <a:accent6>
          <a:srgbClr val="4B9DCA"/>
        </a:accent6>
        <a:hlink>
          <a:srgbClr val="410082"/>
        </a:hlink>
        <a:folHlink>
          <a:srgbClr val="93296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1.xml><?xml version="1.0" encoding="utf-8"?>
<a:theme xmlns:a="http://schemas.openxmlformats.org/drawingml/2006/main" name="23_Theme2">
  <a:themeElements>
    <a:clrScheme name="Default">
      <a:dk1>
        <a:srgbClr val="FFFFFF"/>
      </a:dk1>
      <a:lt1>
        <a:srgbClr val="000000"/>
      </a:lt1>
      <a:dk2>
        <a:srgbClr val="C9C2D1"/>
      </a:dk2>
      <a:lt2>
        <a:srgbClr val="69676D"/>
      </a:lt2>
      <a:accent1>
        <a:srgbClr val="CEB966"/>
      </a:accent1>
      <a:accent2>
        <a:srgbClr val="9CB084"/>
      </a:accent2>
      <a:accent3>
        <a:srgbClr val="AAAAAA"/>
      </a:accent3>
      <a:accent4>
        <a:srgbClr val="DCDCDC"/>
      </a:accent4>
      <a:accent5>
        <a:srgbClr val="DBF1FA"/>
      </a:accent5>
      <a:accent6>
        <a:srgbClr val="4B9DCA"/>
      </a:accent6>
      <a:hlink>
        <a:srgbClr val="410082"/>
      </a:hlink>
      <a:folHlink>
        <a:srgbClr val="932968"/>
      </a:folHlink>
    </a:clrScheme>
    <a:fontScheme name="default">
      <a:majorFont>
        <a:latin typeface="Arial"/>
        <a:ea typeface="Arial"/>
        <a:cs typeface="Arial"/>
      </a:majorFont>
      <a:minorFont>
        <a:latin typeface="Calibri Light"/>
        <a:ea typeface="Arial"/>
        <a:cs typeface="Arial"/>
      </a:minorFont>
    </a:fontScheme>
    <a:fmtScheme name="Default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extraClrSchemeLst>
    <a:extraClrScheme>
      <a:clrScheme name="23_Theme2 1">
        <a:dk1>
          <a:srgbClr val="FFFFFF"/>
        </a:dk1>
        <a:lt1>
          <a:srgbClr val="000000"/>
        </a:lt1>
        <a:dk2>
          <a:srgbClr val="C9C2D1"/>
        </a:dk2>
        <a:lt2>
          <a:srgbClr val="69676D"/>
        </a:lt2>
        <a:accent1>
          <a:srgbClr val="CEB966"/>
        </a:accent1>
        <a:accent2>
          <a:srgbClr val="9CB084"/>
        </a:accent2>
        <a:accent3>
          <a:srgbClr val="AAAAAA"/>
        </a:accent3>
        <a:accent4>
          <a:srgbClr val="DCDCDC"/>
        </a:accent4>
        <a:accent5>
          <a:srgbClr val="DBF1FA"/>
        </a:accent5>
        <a:accent6>
          <a:srgbClr val="4B9DCA"/>
        </a:accent6>
        <a:hlink>
          <a:srgbClr val="410082"/>
        </a:hlink>
        <a:folHlink>
          <a:srgbClr val="93296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2.xml><?xml version="1.0" encoding="utf-8"?>
<a:theme xmlns:a="http://schemas.openxmlformats.org/drawingml/2006/main" name="41_Theme2">
  <a:themeElements>
    <a:clrScheme name="Default">
      <a:dk1>
        <a:srgbClr val="FFFFFF"/>
      </a:dk1>
      <a:lt1>
        <a:srgbClr val="000000"/>
      </a:lt1>
      <a:dk2>
        <a:srgbClr val="C9C2D1"/>
      </a:dk2>
      <a:lt2>
        <a:srgbClr val="69676D"/>
      </a:lt2>
      <a:accent1>
        <a:srgbClr val="CEB966"/>
      </a:accent1>
      <a:accent2>
        <a:srgbClr val="9CB084"/>
      </a:accent2>
      <a:accent3>
        <a:srgbClr val="AAAAAA"/>
      </a:accent3>
      <a:accent4>
        <a:srgbClr val="DCDCDC"/>
      </a:accent4>
      <a:accent5>
        <a:srgbClr val="DBF1FA"/>
      </a:accent5>
      <a:accent6>
        <a:srgbClr val="4B9DCA"/>
      </a:accent6>
      <a:hlink>
        <a:srgbClr val="410082"/>
      </a:hlink>
      <a:folHlink>
        <a:srgbClr val="932968"/>
      </a:folHlink>
    </a:clrScheme>
    <a:fontScheme name="default">
      <a:majorFont>
        <a:latin typeface="Arial"/>
        <a:ea typeface="Arial"/>
        <a:cs typeface="Arial"/>
      </a:majorFont>
      <a:minorFont>
        <a:latin typeface="Calibri Light"/>
        <a:ea typeface="Arial"/>
        <a:cs typeface="Arial"/>
      </a:minorFont>
    </a:fontScheme>
    <a:fmtScheme name="Default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extraClrSchemeLst>
    <a:extraClrScheme>
      <a:clrScheme name="41_Theme2 1">
        <a:dk1>
          <a:srgbClr val="FFFFFF"/>
        </a:dk1>
        <a:lt1>
          <a:srgbClr val="000000"/>
        </a:lt1>
        <a:dk2>
          <a:srgbClr val="C9C2D1"/>
        </a:dk2>
        <a:lt2>
          <a:srgbClr val="69676D"/>
        </a:lt2>
        <a:accent1>
          <a:srgbClr val="CEB966"/>
        </a:accent1>
        <a:accent2>
          <a:srgbClr val="9CB084"/>
        </a:accent2>
        <a:accent3>
          <a:srgbClr val="AAAAAA"/>
        </a:accent3>
        <a:accent4>
          <a:srgbClr val="DCDCDC"/>
        </a:accent4>
        <a:accent5>
          <a:srgbClr val="DBF1FA"/>
        </a:accent5>
        <a:accent6>
          <a:srgbClr val="4B9DCA"/>
        </a:accent6>
        <a:hlink>
          <a:srgbClr val="410082"/>
        </a:hlink>
        <a:folHlink>
          <a:srgbClr val="93296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3.xml><?xml version="1.0" encoding="utf-8"?>
<a:theme xmlns:a="http://schemas.openxmlformats.org/drawingml/2006/main" name="14_Theme2">
  <a:themeElements>
    <a:clrScheme name="Default">
      <a:dk1>
        <a:srgbClr val="FFFFFF"/>
      </a:dk1>
      <a:lt1>
        <a:srgbClr val="000000"/>
      </a:lt1>
      <a:dk2>
        <a:srgbClr val="C9C2D1"/>
      </a:dk2>
      <a:lt2>
        <a:srgbClr val="69676D"/>
      </a:lt2>
      <a:accent1>
        <a:srgbClr val="CEB966"/>
      </a:accent1>
      <a:accent2>
        <a:srgbClr val="9CB084"/>
      </a:accent2>
      <a:accent3>
        <a:srgbClr val="AAAAAA"/>
      </a:accent3>
      <a:accent4>
        <a:srgbClr val="DCDCDC"/>
      </a:accent4>
      <a:accent5>
        <a:srgbClr val="DBF1FA"/>
      </a:accent5>
      <a:accent6>
        <a:srgbClr val="4B9DCA"/>
      </a:accent6>
      <a:hlink>
        <a:srgbClr val="410082"/>
      </a:hlink>
      <a:folHlink>
        <a:srgbClr val="932968"/>
      </a:folHlink>
    </a:clrScheme>
    <a:fontScheme name="default">
      <a:majorFont>
        <a:latin typeface="Arial"/>
        <a:ea typeface="Arial"/>
        <a:cs typeface="Arial"/>
      </a:majorFont>
      <a:minorFont>
        <a:latin typeface="Calibri Light"/>
        <a:ea typeface="Arial"/>
        <a:cs typeface="Arial"/>
      </a:minorFont>
    </a:fontScheme>
    <a:fmtScheme name="Default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extraClrSchemeLst>
    <a:extraClrScheme>
      <a:clrScheme name="14_Theme2 1">
        <a:dk1>
          <a:srgbClr val="FFFFFF"/>
        </a:dk1>
        <a:lt1>
          <a:srgbClr val="000000"/>
        </a:lt1>
        <a:dk2>
          <a:srgbClr val="C9C2D1"/>
        </a:dk2>
        <a:lt2>
          <a:srgbClr val="69676D"/>
        </a:lt2>
        <a:accent1>
          <a:srgbClr val="CEB966"/>
        </a:accent1>
        <a:accent2>
          <a:srgbClr val="9CB084"/>
        </a:accent2>
        <a:accent3>
          <a:srgbClr val="AAAAAA"/>
        </a:accent3>
        <a:accent4>
          <a:srgbClr val="DCDCDC"/>
        </a:accent4>
        <a:accent5>
          <a:srgbClr val="DBF1FA"/>
        </a:accent5>
        <a:accent6>
          <a:srgbClr val="4B9DCA"/>
        </a:accent6>
        <a:hlink>
          <a:srgbClr val="410082"/>
        </a:hlink>
        <a:folHlink>
          <a:srgbClr val="93296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4.xml><?xml version="1.0" encoding="utf-8"?>
<a:theme xmlns:a="http://schemas.openxmlformats.org/drawingml/2006/main" name="18_Theme2">
  <a:themeElements>
    <a:clrScheme name="Default">
      <a:dk1>
        <a:srgbClr val="FFFFFF"/>
      </a:dk1>
      <a:lt1>
        <a:srgbClr val="000000"/>
      </a:lt1>
      <a:dk2>
        <a:srgbClr val="C9C2D1"/>
      </a:dk2>
      <a:lt2>
        <a:srgbClr val="69676D"/>
      </a:lt2>
      <a:accent1>
        <a:srgbClr val="CEB966"/>
      </a:accent1>
      <a:accent2>
        <a:srgbClr val="9CB084"/>
      </a:accent2>
      <a:accent3>
        <a:srgbClr val="AAAAAA"/>
      </a:accent3>
      <a:accent4>
        <a:srgbClr val="DCDCDC"/>
      </a:accent4>
      <a:accent5>
        <a:srgbClr val="DBF1FA"/>
      </a:accent5>
      <a:accent6>
        <a:srgbClr val="4B9DCA"/>
      </a:accent6>
      <a:hlink>
        <a:srgbClr val="410082"/>
      </a:hlink>
      <a:folHlink>
        <a:srgbClr val="932968"/>
      </a:folHlink>
    </a:clrScheme>
    <a:fontScheme name="default">
      <a:majorFont>
        <a:latin typeface="Arial"/>
        <a:ea typeface="Arial"/>
        <a:cs typeface="Arial"/>
      </a:majorFont>
      <a:minorFont>
        <a:latin typeface="Calibri Light"/>
        <a:ea typeface="Arial"/>
        <a:cs typeface="Arial"/>
      </a:minorFont>
    </a:fontScheme>
    <a:fmtScheme name="Default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extraClrSchemeLst>
    <a:extraClrScheme>
      <a:clrScheme name="18_Theme2 1">
        <a:dk1>
          <a:srgbClr val="FFFFFF"/>
        </a:dk1>
        <a:lt1>
          <a:srgbClr val="000000"/>
        </a:lt1>
        <a:dk2>
          <a:srgbClr val="C9C2D1"/>
        </a:dk2>
        <a:lt2>
          <a:srgbClr val="69676D"/>
        </a:lt2>
        <a:accent1>
          <a:srgbClr val="CEB966"/>
        </a:accent1>
        <a:accent2>
          <a:srgbClr val="9CB084"/>
        </a:accent2>
        <a:accent3>
          <a:srgbClr val="AAAAAA"/>
        </a:accent3>
        <a:accent4>
          <a:srgbClr val="DCDCDC"/>
        </a:accent4>
        <a:accent5>
          <a:srgbClr val="DBF1FA"/>
        </a:accent5>
        <a:accent6>
          <a:srgbClr val="4B9DCA"/>
        </a:accent6>
        <a:hlink>
          <a:srgbClr val="410082"/>
        </a:hlink>
        <a:folHlink>
          <a:srgbClr val="93296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5.xml><?xml version="1.0" encoding="utf-8"?>
<a:theme xmlns:a="http://schemas.openxmlformats.org/drawingml/2006/main" name="25_Theme2">
  <a:themeElements>
    <a:clrScheme name="Default">
      <a:dk1>
        <a:srgbClr val="FFFFFF"/>
      </a:dk1>
      <a:lt1>
        <a:srgbClr val="000000"/>
      </a:lt1>
      <a:dk2>
        <a:srgbClr val="C9C2D1"/>
      </a:dk2>
      <a:lt2>
        <a:srgbClr val="69676D"/>
      </a:lt2>
      <a:accent1>
        <a:srgbClr val="CEB966"/>
      </a:accent1>
      <a:accent2>
        <a:srgbClr val="9CB084"/>
      </a:accent2>
      <a:accent3>
        <a:srgbClr val="AAAAAA"/>
      </a:accent3>
      <a:accent4>
        <a:srgbClr val="DCDCDC"/>
      </a:accent4>
      <a:accent5>
        <a:srgbClr val="DBF1FA"/>
      </a:accent5>
      <a:accent6>
        <a:srgbClr val="4B9DCA"/>
      </a:accent6>
      <a:hlink>
        <a:srgbClr val="410082"/>
      </a:hlink>
      <a:folHlink>
        <a:srgbClr val="932968"/>
      </a:folHlink>
    </a:clrScheme>
    <a:fontScheme name="default">
      <a:majorFont>
        <a:latin typeface="Arial"/>
        <a:ea typeface="Arial"/>
        <a:cs typeface="Arial"/>
      </a:majorFont>
      <a:minorFont>
        <a:latin typeface="Calibri Light"/>
        <a:ea typeface="Arial"/>
        <a:cs typeface="Arial"/>
      </a:minorFont>
    </a:fontScheme>
    <a:fmtScheme name="Default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extraClrSchemeLst>
    <a:extraClrScheme>
      <a:clrScheme name="25_Theme2 1">
        <a:dk1>
          <a:srgbClr val="FFFFFF"/>
        </a:dk1>
        <a:lt1>
          <a:srgbClr val="000000"/>
        </a:lt1>
        <a:dk2>
          <a:srgbClr val="C9C2D1"/>
        </a:dk2>
        <a:lt2>
          <a:srgbClr val="69676D"/>
        </a:lt2>
        <a:accent1>
          <a:srgbClr val="CEB966"/>
        </a:accent1>
        <a:accent2>
          <a:srgbClr val="9CB084"/>
        </a:accent2>
        <a:accent3>
          <a:srgbClr val="AAAAAA"/>
        </a:accent3>
        <a:accent4>
          <a:srgbClr val="DCDCDC"/>
        </a:accent4>
        <a:accent5>
          <a:srgbClr val="DBF1FA"/>
        </a:accent5>
        <a:accent6>
          <a:srgbClr val="4B9DCA"/>
        </a:accent6>
        <a:hlink>
          <a:srgbClr val="410082"/>
        </a:hlink>
        <a:folHlink>
          <a:srgbClr val="93296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6.xml><?xml version="1.0" encoding="utf-8"?>
<a:theme xmlns:a="http://schemas.openxmlformats.org/drawingml/2006/main" name="15_Theme2">
  <a:themeElements>
    <a:clrScheme name="Default">
      <a:dk1>
        <a:srgbClr val="FFFFFF"/>
      </a:dk1>
      <a:lt1>
        <a:srgbClr val="000000"/>
      </a:lt1>
      <a:dk2>
        <a:srgbClr val="C9C2D1"/>
      </a:dk2>
      <a:lt2>
        <a:srgbClr val="69676D"/>
      </a:lt2>
      <a:accent1>
        <a:srgbClr val="CEB966"/>
      </a:accent1>
      <a:accent2>
        <a:srgbClr val="9CB084"/>
      </a:accent2>
      <a:accent3>
        <a:srgbClr val="AAAAAA"/>
      </a:accent3>
      <a:accent4>
        <a:srgbClr val="DCDCDC"/>
      </a:accent4>
      <a:accent5>
        <a:srgbClr val="DBF1FA"/>
      </a:accent5>
      <a:accent6>
        <a:srgbClr val="4B9DCA"/>
      </a:accent6>
      <a:hlink>
        <a:srgbClr val="410082"/>
      </a:hlink>
      <a:folHlink>
        <a:srgbClr val="932968"/>
      </a:folHlink>
    </a:clrScheme>
    <a:fontScheme name="default">
      <a:majorFont>
        <a:latin typeface="Arial"/>
        <a:ea typeface="Arial"/>
        <a:cs typeface="Arial"/>
      </a:majorFont>
      <a:minorFont>
        <a:latin typeface="Calibri Light"/>
        <a:ea typeface="Arial"/>
        <a:cs typeface="Arial"/>
      </a:minorFont>
    </a:fontScheme>
    <a:fmtScheme name="Default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extraClrSchemeLst>
    <a:extraClrScheme>
      <a:clrScheme name="15_Theme2 1">
        <a:dk1>
          <a:srgbClr val="FFFFFF"/>
        </a:dk1>
        <a:lt1>
          <a:srgbClr val="000000"/>
        </a:lt1>
        <a:dk2>
          <a:srgbClr val="C9C2D1"/>
        </a:dk2>
        <a:lt2>
          <a:srgbClr val="69676D"/>
        </a:lt2>
        <a:accent1>
          <a:srgbClr val="CEB966"/>
        </a:accent1>
        <a:accent2>
          <a:srgbClr val="9CB084"/>
        </a:accent2>
        <a:accent3>
          <a:srgbClr val="AAAAAA"/>
        </a:accent3>
        <a:accent4>
          <a:srgbClr val="DCDCDC"/>
        </a:accent4>
        <a:accent5>
          <a:srgbClr val="DBF1FA"/>
        </a:accent5>
        <a:accent6>
          <a:srgbClr val="4B9DCA"/>
        </a:accent6>
        <a:hlink>
          <a:srgbClr val="410082"/>
        </a:hlink>
        <a:folHlink>
          <a:srgbClr val="93296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7.xml><?xml version="1.0" encoding="utf-8"?>
<a:theme xmlns:a="http://schemas.openxmlformats.org/drawingml/2006/main" name="17_Theme2">
  <a:themeElements>
    <a:clrScheme name="Default">
      <a:dk1>
        <a:srgbClr val="FFFFFF"/>
      </a:dk1>
      <a:lt1>
        <a:srgbClr val="000000"/>
      </a:lt1>
      <a:dk2>
        <a:srgbClr val="C9C2D1"/>
      </a:dk2>
      <a:lt2>
        <a:srgbClr val="69676D"/>
      </a:lt2>
      <a:accent1>
        <a:srgbClr val="CEB966"/>
      </a:accent1>
      <a:accent2>
        <a:srgbClr val="9CB084"/>
      </a:accent2>
      <a:accent3>
        <a:srgbClr val="AAAAAA"/>
      </a:accent3>
      <a:accent4>
        <a:srgbClr val="DCDCDC"/>
      </a:accent4>
      <a:accent5>
        <a:srgbClr val="DBF1FA"/>
      </a:accent5>
      <a:accent6>
        <a:srgbClr val="4B9DCA"/>
      </a:accent6>
      <a:hlink>
        <a:srgbClr val="410082"/>
      </a:hlink>
      <a:folHlink>
        <a:srgbClr val="932968"/>
      </a:folHlink>
    </a:clrScheme>
    <a:fontScheme name="default">
      <a:majorFont>
        <a:latin typeface="Arial"/>
        <a:ea typeface="Arial"/>
        <a:cs typeface="Arial"/>
      </a:majorFont>
      <a:minorFont>
        <a:latin typeface="Calibri Light"/>
        <a:ea typeface="Arial"/>
        <a:cs typeface="Arial"/>
      </a:minorFont>
    </a:fontScheme>
    <a:fmtScheme name="Default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extraClrSchemeLst>
    <a:extraClrScheme>
      <a:clrScheme name="17_Theme2 1">
        <a:dk1>
          <a:srgbClr val="FFFFFF"/>
        </a:dk1>
        <a:lt1>
          <a:srgbClr val="000000"/>
        </a:lt1>
        <a:dk2>
          <a:srgbClr val="C9C2D1"/>
        </a:dk2>
        <a:lt2>
          <a:srgbClr val="69676D"/>
        </a:lt2>
        <a:accent1>
          <a:srgbClr val="CEB966"/>
        </a:accent1>
        <a:accent2>
          <a:srgbClr val="9CB084"/>
        </a:accent2>
        <a:accent3>
          <a:srgbClr val="AAAAAA"/>
        </a:accent3>
        <a:accent4>
          <a:srgbClr val="DCDCDC"/>
        </a:accent4>
        <a:accent5>
          <a:srgbClr val="DBF1FA"/>
        </a:accent5>
        <a:accent6>
          <a:srgbClr val="4B9DCA"/>
        </a:accent6>
        <a:hlink>
          <a:srgbClr val="410082"/>
        </a:hlink>
        <a:folHlink>
          <a:srgbClr val="93296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8.xml><?xml version="1.0" encoding="utf-8"?>
<a:theme xmlns:a="http://schemas.openxmlformats.org/drawingml/2006/main" name="42_Theme2">
  <a:themeElements>
    <a:clrScheme name="Default">
      <a:dk1>
        <a:srgbClr val="FFFFFF"/>
      </a:dk1>
      <a:lt1>
        <a:srgbClr val="000000"/>
      </a:lt1>
      <a:dk2>
        <a:srgbClr val="C9C2D1"/>
      </a:dk2>
      <a:lt2>
        <a:srgbClr val="69676D"/>
      </a:lt2>
      <a:accent1>
        <a:srgbClr val="CEB966"/>
      </a:accent1>
      <a:accent2>
        <a:srgbClr val="9CB084"/>
      </a:accent2>
      <a:accent3>
        <a:srgbClr val="AAAAAA"/>
      </a:accent3>
      <a:accent4>
        <a:srgbClr val="DCDCDC"/>
      </a:accent4>
      <a:accent5>
        <a:srgbClr val="DBF1FA"/>
      </a:accent5>
      <a:accent6>
        <a:srgbClr val="4B9DCA"/>
      </a:accent6>
      <a:hlink>
        <a:srgbClr val="410082"/>
      </a:hlink>
      <a:folHlink>
        <a:srgbClr val="932968"/>
      </a:folHlink>
    </a:clrScheme>
    <a:fontScheme name="default">
      <a:majorFont>
        <a:latin typeface="Arial"/>
        <a:ea typeface="Arial"/>
        <a:cs typeface="Arial"/>
      </a:majorFont>
      <a:minorFont>
        <a:latin typeface="Calibri Light"/>
        <a:ea typeface="Arial"/>
        <a:cs typeface="Arial"/>
      </a:minorFont>
    </a:fontScheme>
    <a:fmtScheme name="Default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extraClrSchemeLst>
    <a:extraClrScheme>
      <a:clrScheme name="42_Theme2 1">
        <a:dk1>
          <a:srgbClr val="FFFFFF"/>
        </a:dk1>
        <a:lt1>
          <a:srgbClr val="000000"/>
        </a:lt1>
        <a:dk2>
          <a:srgbClr val="C9C2D1"/>
        </a:dk2>
        <a:lt2>
          <a:srgbClr val="69676D"/>
        </a:lt2>
        <a:accent1>
          <a:srgbClr val="CEB966"/>
        </a:accent1>
        <a:accent2>
          <a:srgbClr val="9CB084"/>
        </a:accent2>
        <a:accent3>
          <a:srgbClr val="AAAAAA"/>
        </a:accent3>
        <a:accent4>
          <a:srgbClr val="DCDCDC"/>
        </a:accent4>
        <a:accent5>
          <a:srgbClr val="DBF1FA"/>
        </a:accent5>
        <a:accent6>
          <a:srgbClr val="4B9DCA"/>
        </a:accent6>
        <a:hlink>
          <a:srgbClr val="410082"/>
        </a:hlink>
        <a:folHlink>
          <a:srgbClr val="93296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9.xml><?xml version="1.0" encoding="utf-8"?>
<a:theme xmlns:a="http://schemas.openxmlformats.org/drawingml/2006/main" name="7_Theme2">
  <a:themeElements>
    <a:clrScheme name="Default">
      <a:dk1>
        <a:srgbClr val="FFFFFF"/>
      </a:dk1>
      <a:lt1>
        <a:srgbClr val="000000"/>
      </a:lt1>
      <a:dk2>
        <a:srgbClr val="C9C2D1"/>
      </a:dk2>
      <a:lt2>
        <a:srgbClr val="69676D"/>
      </a:lt2>
      <a:accent1>
        <a:srgbClr val="CEB966"/>
      </a:accent1>
      <a:accent2>
        <a:srgbClr val="9CB084"/>
      </a:accent2>
      <a:accent3>
        <a:srgbClr val="AAAAAA"/>
      </a:accent3>
      <a:accent4>
        <a:srgbClr val="DCDCDC"/>
      </a:accent4>
      <a:accent5>
        <a:srgbClr val="DBF1FA"/>
      </a:accent5>
      <a:accent6>
        <a:srgbClr val="4B9DCA"/>
      </a:accent6>
      <a:hlink>
        <a:srgbClr val="410082"/>
      </a:hlink>
      <a:folHlink>
        <a:srgbClr val="932968"/>
      </a:folHlink>
    </a:clrScheme>
    <a:fontScheme name="default">
      <a:majorFont>
        <a:latin typeface="Arial"/>
        <a:ea typeface="Arial"/>
        <a:cs typeface="Arial"/>
      </a:majorFont>
      <a:minorFont>
        <a:latin typeface="Calibri Light"/>
        <a:ea typeface="Arial"/>
        <a:cs typeface="Arial"/>
      </a:minorFont>
    </a:fontScheme>
    <a:fmtScheme name="Default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extraClrSchemeLst>
    <a:extraClrScheme>
      <a:clrScheme name="21_Theme2 1">
        <a:dk1>
          <a:srgbClr val="FFFFFF"/>
        </a:dk1>
        <a:lt1>
          <a:srgbClr val="000000"/>
        </a:lt1>
        <a:dk2>
          <a:srgbClr val="C9C2D1"/>
        </a:dk2>
        <a:lt2>
          <a:srgbClr val="69676D"/>
        </a:lt2>
        <a:accent1>
          <a:srgbClr val="CEB966"/>
        </a:accent1>
        <a:accent2>
          <a:srgbClr val="9CB084"/>
        </a:accent2>
        <a:accent3>
          <a:srgbClr val="AAAAAA"/>
        </a:accent3>
        <a:accent4>
          <a:srgbClr val="DCDCDC"/>
        </a:accent4>
        <a:accent5>
          <a:srgbClr val="DBF1FA"/>
        </a:accent5>
        <a:accent6>
          <a:srgbClr val="4B9DCA"/>
        </a:accent6>
        <a:hlink>
          <a:srgbClr val="410082"/>
        </a:hlink>
        <a:folHlink>
          <a:srgbClr val="93296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0.xml><?xml version="1.0" encoding="utf-8"?>
<a:theme xmlns:a="http://schemas.openxmlformats.org/drawingml/2006/main" name="20_Theme2">
  <a:themeElements>
    <a:clrScheme name="Default">
      <a:dk1>
        <a:srgbClr val="FFFFFF"/>
      </a:dk1>
      <a:lt1>
        <a:srgbClr val="000000"/>
      </a:lt1>
      <a:dk2>
        <a:srgbClr val="C9C2D1"/>
      </a:dk2>
      <a:lt2>
        <a:srgbClr val="69676D"/>
      </a:lt2>
      <a:accent1>
        <a:srgbClr val="CEB966"/>
      </a:accent1>
      <a:accent2>
        <a:srgbClr val="9CB084"/>
      </a:accent2>
      <a:accent3>
        <a:srgbClr val="AAAAAA"/>
      </a:accent3>
      <a:accent4>
        <a:srgbClr val="DCDCDC"/>
      </a:accent4>
      <a:accent5>
        <a:srgbClr val="DBF1FA"/>
      </a:accent5>
      <a:accent6>
        <a:srgbClr val="4B9DCA"/>
      </a:accent6>
      <a:hlink>
        <a:srgbClr val="410082"/>
      </a:hlink>
      <a:folHlink>
        <a:srgbClr val="932968"/>
      </a:folHlink>
    </a:clrScheme>
    <a:fontScheme name="default">
      <a:majorFont>
        <a:latin typeface="Arial"/>
        <a:ea typeface="Arial"/>
        <a:cs typeface="Arial"/>
      </a:majorFont>
      <a:minorFont>
        <a:latin typeface="Calibri Light"/>
        <a:ea typeface="Arial"/>
        <a:cs typeface="Arial"/>
      </a:minorFont>
    </a:fontScheme>
    <a:fmtScheme name="Default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extraClrSchemeLst>
    <a:extraClrScheme>
      <a:clrScheme name="22_Theme2 1">
        <a:dk1>
          <a:srgbClr val="FFFFFF"/>
        </a:dk1>
        <a:lt1>
          <a:srgbClr val="000000"/>
        </a:lt1>
        <a:dk2>
          <a:srgbClr val="C9C2D1"/>
        </a:dk2>
        <a:lt2>
          <a:srgbClr val="69676D"/>
        </a:lt2>
        <a:accent1>
          <a:srgbClr val="CEB966"/>
        </a:accent1>
        <a:accent2>
          <a:srgbClr val="9CB084"/>
        </a:accent2>
        <a:accent3>
          <a:srgbClr val="AAAAAA"/>
        </a:accent3>
        <a:accent4>
          <a:srgbClr val="DCDCDC"/>
        </a:accent4>
        <a:accent5>
          <a:srgbClr val="DBF1FA"/>
        </a:accent5>
        <a:accent6>
          <a:srgbClr val="4B9DCA"/>
        </a:accent6>
        <a:hlink>
          <a:srgbClr val="410082"/>
        </a:hlink>
        <a:folHlink>
          <a:srgbClr val="93296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1.xml><?xml version="1.0" encoding="utf-8"?>
<a:theme xmlns:a="http://schemas.openxmlformats.org/drawingml/2006/main" name="24_Theme2">
  <a:themeElements>
    <a:clrScheme name="Default">
      <a:dk1>
        <a:srgbClr val="FFFFFF"/>
      </a:dk1>
      <a:lt1>
        <a:srgbClr val="000000"/>
      </a:lt1>
      <a:dk2>
        <a:srgbClr val="C9C2D1"/>
      </a:dk2>
      <a:lt2>
        <a:srgbClr val="69676D"/>
      </a:lt2>
      <a:accent1>
        <a:srgbClr val="CEB966"/>
      </a:accent1>
      <a:accent2>
        <a:srgbClr val="9CB084"/>
      </a:accent2>
      <a:accent3>
        <a:srgbClr val="AAAAAA"/>
      </a:accent3>
      <a:accent4>
        <a:srgbClr val="DCDCDC"/>
      </a:accent4>
      <a:accent5>
        <a:srgbClr val="DBF1FA"/>
      </a:accent5>
      <a:accent6>
        <a:srgbClr val="4B9DCA"/>
      </a:accent6>
      <a:hlink>
        <a:srgbClr val="410082"/>
      </a:hlink>
      <a:folHlink>
        <a:srgbClr val="932968"/>
      </a:folHlink>
    </a:clrScheme>
    <a:fontScheme name="default">
      <a:majorFont>
        <a:latin typeface="Arial"/>
        <a:ea typeface="Arial"/>
        <a:cs typeface="Arial"/>
      </a:majorFont>
      <a:minorFont>
        <a:latin typeface="Calibri Light"/>
        <a:ea typeface="Arial"/>
        <a:cs typeface="Arial"/>
      </a:minorFont>
    </a:fontScheme>
    <a:fmtScheme name="Default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extraClrSchemeLst>
    <a:extraClrScheme>
      <a:clrScheme name="23_Theme2 1">
        <a:dk1>
          <a:srgbClr val="FFFFFF"/>
        </a:dk1>
        <a:lt1>
          <a:srgbClr val="000000"/>
        </a:lt1>
        <a:dk2>
          <a:srgbClr val="C9C2D1"/>
        </a:dk2>
        <a:lt2>
          <a:srgbClr val="69676D"/>
        </a:lt2>
        <a:accent1>
          <a:srgbClr val="CEB966"/>
        </a:accent1>
        <a:accent2>
          <a:srgbClr val="9CB084"/>
        </a:accent2>
        <a:accent3>
          <a:srgbClr val="AAAAAA"/>
        </a:accent3>
        <a:accent4>
          <a:srgbClr val="DCDCDC"/>
        </a:accent4>
        <a:accent5>
          <a:srgbClr val="DBF1FA"/>
        </a:accent5>
        <a:accent6>
          <a:srgbClr val="4B9DCA"/>
        </a:accent6>
        <a:hlink>
          <a:srgbClr val="410082"/>
        </a:hlink>
        <a:folHlink>
          <a:srgbClr val="93296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2.xml><?xml version="1.0" encoding="utf-8"?>
<a:theme xmlns:a="http://schemas.openxmlformats.org/drawingml/2006/main" name="16_Theme2">
  <a:themeElements>
    <a:clrScheme name="Default">
      <a:dk1>
        <a:srgbClr val="FFFFFF"/>
      </a:dk1>
      <a:lt1>
        <a:srgbClr val="000000"/>
      </a:lt1>
      <a:dk2>
        <a:srgbClr val="C9C2D1"/>
      </a:dk2>
      <a:lt2>
        <a:srgbClr val="69676D"/>
      </a:lt2>
      <a:accent1>
        <a:srgbClr val="CEB966"/>
      </a:accent1>
      <a:accent2>
        <a:srgbClr val="9CB084"/>
      </a:accent2>
      <a:accent3>
        <a:srgbClr val="AAAAAA"/>
      </a:accent3>
      <a:accent4>
        <a:srgbClr val="DCDCDC"/>
      </a:accent4>
      <a:accent5>
        <a:srgbClr val="DBF1FA"/>
      </a:accent5>
      <a:accent6>
        <a:srgbClr val="4B9DCA"/>
      </a:accent6>
      <a:hlink>
        <a:srgbClr val="410082"/>
      </a:hlink>
      <a:folHlink>
        <a:srgbClr val="932968"/>
      </a:folHlink>
    </a:clrScheme>
    <a:fontScheme name="default">
      <a:majorFont>
        <a:latin typeface="Arial"/>
        <a:ea typeface="Arial"/>
        <a:cs typeface="Arial"/>
      </a:majorFont>
      <a:minorFont>
        <a:latin typeface="Calibri Light"/>
        <a:ea typeface="Arial"/>
        <a:cs typeface="Arial"/>
      </a:minorFont>
    </a:fontScheme>
    <a:fmtScheme name="Default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extraClrSchemeLst>
    <a:extraClrScheme>
      <a:clrScheme name="15_Theme2 1">
        <a:dk1>
          <a:srgbClr val="FFFFFF"/>
        </a:dk1>
        <a:lt1>
          <a:srgbClr val="000000"/>
        </a:lt1>
        <a:dk2>
          <a:srgbClr val="C9C2D1"/>
        </a:dk2>
        <a:lt2>
          <a:srgbClr val="69676D"/>
        </a:lt2>
        <a:accent1>
          <a:srgbClr val="CEB966"/>
        </a:accent1>
        <a:accent2>
          <a:srgbClr val="9CB084"/>
        </a:accent2>
        <a:accent3>
          <a:srgbClr val="AAAAAA"/>
        </a:accent3>
        <a:accent4>
          <a:srgbClr val="DCDCDC"/>
        </a:accent4>
        <a:accent5>
          <a:srgbClr val="DBF1FA"/>
        </a:accent5>
        <a:accent6>
          <a:srgbClr val="4B9DCA"/>
        </a:accent6>
        <a:hlink>
          <a:srgbClr val="410082"/>
        </a:hlink>
        <a:folHlink>
          <a:srgbClr val="93296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3.xml><?xml version="1.0" encoding="utf-8"?>
<a:theme xmlns:a="http://schemas.openxmlformats.org/drawingml/2006/main" name="26_Theme2">
  <a:themeElements>
    <a:clrScheme name="Default">
      <a:dk1>
        <a:srgbClr val="FFFFFF"/>
      </a:dk1>
      <a:lt1>
        <a:srgbClr val="000000"/>
      </a:lt1>
      <a:dk2>
        <a:srgbClr val="C9C2D1"/>
      </a:dk2>
      <a:lt2>
        <a:srgbClr val="69676D"/>
      </a:lt2>
      <a:accent1>
        <a:srgbClr val="CEB966"/>
      </a:accent1>
      <a:accent2>
        <a:srgbClr val="9CB084"/>
      </a:accent2>
      <a:accent3>
        <a:srgbClr val="AAAAAA"/>
      </a:accent3>
      <a:accent4>
        <a:srgbClr val="DCDCDC"/>
      </a:accent4>
      <a:accent5>
        <a:srgbClr val="DBF1FA"/>
      </a:accent5>
      <a:accent6>
        <a:srgbClr val="4B9DCA"/>
      </a:accent6>
      <a:hlink>
        <a:srgbClr val="410082"/>
      </a:hlink>
      <a:folHlink>
        <a:srgbClr val="932968"/>
      </a:folHlink>
    </a:clrScheme>
    <a:fontScheme name="default">
      <a:majorFont>
        <a:latin typeface="Arial"/>
        <a:ea typeface="Arial"/>
        <a:cs typeface="Arial"/>
      </a:majorFont>
      <a:minorFont>
        <a:latin typeface="Calibri Light"/>
        <a:ea typeface="Arial"/>
        <a:cs typeface="Arial"/>
      </a:minorFont>
    </a:fontScheme>
    <a:fmtScheme name="Default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extraClrSchemeLst>
    <a:extraClrScheme>
      <a:clrScheme name="17_Theme2 1">
        <a:dk1>
          <a:srgbClr val="FFFFFF"/>
        </a:dk1>
        <a:lt1>
          <a:srgbClr val="000000"/>
        </a:lt1>
        <a:dk2>
          <a:srgbClr val="C9C2D1"/>
        </a:dk2>
        <a:lt2>
          <a:srgbClr val="69676D"/>
        </a:lt2>
        <a:accent1>
          <a:srgbClr val="CEB966"/>
        </a:accent1>
        <a:accent2>
          <a:srgbClr val="9CB084"/>
        </a:accent2>
        <a:accent3>
          <a:srgbClr val="AAAAAA"/>
        </a:accent3>
        <a:accent4>
          <a:srgbClr val="DCDCDC"/>
        </a:accent4>
        <a:accent5>
          <a:srgbClr val="DBF1FA"/>
        </a:accent5>
        <a:accent6>
          <a:srgbClr val="4B9DCA"/>
        </a:accent6>
        <a:hlink>
          <a:srgbClr val="410082"/>
        </a:hlink>
        <a:folHlink>
          <a:srgbClr val="93296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4.xml><?xml version="1.0" encoding="utf-8"?>
<a:theme xmlns:a="http://schemas.openxmlformats.org/drawingml/2006/main" name="Default">
  <a:themeElements>
    <a:clrScheme name="Default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AAAAA"/>
      </a:accent3>
      <a:accent4>
        <a:srgbClr val="DCDCDC"/>
      </a:accent4>
      <a:accent5>
        <a:srgbClr val="DBF1FA"/>
      </a:accent5>
      <a:accent6>
        <a:srgbClr val="4B9DCA"/>
      </a:accent6>
      <a:hlink>
        <a:srgbClr val="0563C1"/>
      </a:hlink>
      <a:folHlink>
        <a:srgbClr val="954F72"/>
      </a:folHlink>
    </a:clrScheme>
    <a:fontScheme name="default">
      <a:majorFont>
        <a:latin typeface="Arial"/>
        <a:ea typeface="Arial"/>
        <a:cs typeface="Arial"/>
      </a:majorFont>
      <a:minorFont>
        <a:latin typeface="Calibri Light"/>
        <a:ea typeface="Arial"/>
        <a:cs typeface="Arial"/>
      </a:minorFont>
    </a:fontScheme>
    <a:fmtScheme name="Default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ppt79BF.tmp</Template>
  <TotalTime>0</TotalTime>
  <Words>6313</Words>
  <Application>WPS Presentation</Application>
  <PresentationFormat>On-screen Show (4:3)</PresentationFormat>
  <Paragraphs>400</Paragraphs>
  <Slides>62</Slides>
  <Notes>71</Notes>
  <HiddenSlides>0</HiddenSlides>
  <MMClips>2</MMClips>
  <ScaleCrop>false</ScaleCrop>
  <HeadingPairs>
    <vt:vector size="6" baseType="variant">
      <vt:variant>
        <vt:lpstr>已用的字体</vt:lpstr>
      </vt:variant>
      <vt:variant>
        <vt:i4>18</vt:i4>
      </vt:variant>
      <vt:variant>
        <vt:lpstr>主题</vt:lpstr>
      </vt:variant>
      <vt:variant>
        <vt:i4>33</vt:i4>
      </vt:variant>
      <vt:variant>
        <vt:lpstr>幻灯片标题</vt:lpstr>
      </vt:variant>
      <vt:variant>
        <vt:i4>62</vt:i4>
      </vt:variant>
    </vt:vector>
  </HeadingPairs>
  <TitlesOfParts>
    <vt:vector size="113" baseType="lpstr">
      <vt:lpstr>Arial</vt:lpstr>
      <vt:lpstr>SimSun</vt:lpstr>
      <vt:lpstr>Wingdings</vt:lpstr>
      <vt:lpstr>Arial</vt:lpstr>
      <vt:lpstr>DejaVu Sans</vt:lpstr>
      <vt:lpstr>Calibri</vt:lpstr>
      <vt:lpstr>Calibri Light</vt:lpstr>
      <vt:lpstr>Book Antiqua</vt:lpstr>
      <vt:lpstr>C059</vt:lpstr>
      <vt:lpstr>Wingdings 2</vt:lpstr>
      <vt:lpstr>Wingdings</vt:lpstr>
      <vt:lpstr>Wingdings 3</vt:lpstr>
      <vt:lpstr>Lucida Sans</vt:lpstr>
      <vt:lpstr>Microsoft YaHei</vt:lpstr>
      <vt:lpstr>Noto Sans CJK SC</vt:lpstr>
      <vt:lpstr>Microsoft YaHei</vt:lpstr>
      <vt:lpstr>Arial Unicode MS</vt:lpstr>
      <vt:lpstr>MalOtf</vt:lpstr>
      <vt:lpstr>Office Theme</vt:lpstr>
      <vt:lpstr>1_Office Theme</vt:lpstr>
      <vt:lpstr>Theme2</vt:lpstr>
      <vt:lpstr>1_Theme2</vt:lpstr>
      <vt:lpstr>2_Theme2</vt:lpstr>
      <vt:lpstr>3_Theme2</vt:lpstr>
      <vt:lpstr>4_Theme2</vt:lpstr>
      <vt:lpstr>8_Theme2</vt:lpstr>
      <vt:lpstr>9_Theme2</vt:lpstr>
      <vt:lpstr>10_Theme2</vt:lpstr>
      <vt:lpstr>11_Theme2</vt:lpstr>
      <vt:lpstr>12_Theme2</vt:lpstr>
      <vt:lpstr>13_Theme2</vt:lpstr>
      <vt:lpstr>19_Theme2</vt:lpstr>
      <vt:lpstr>27_Theme2</vt:lpstr>
      <vt:lpstr>33_Theme2</vt:lpstr>
      <vt:lpstr>5_Theme2</vt:lpstr>
      <vt:lpstr>6_Theme2</vt:lpstr>
      <vt:lpstr>21_Theme2</vt:lpstr>
      <vt:lpstr>22_Theme2</vt:lpstr>
      <vt:lpstr>23_Theme2</vt:lpstr>
      <vt:lpstr>41_Theme2</vt:lpstr>
      <vt:lpstr>14_Theme2</vt:lpstr>
      <vt:lpstr>18_Theme2</vt:lpstr>
      <vt:lpstr>25_Theme2</vt:lpstr>
      <vt:lpstr>15_Theme2</vt:lpstr>
      <vt:lpstr>17_Theme2</vt:lpstr>
      <vt:lpstr>42_Theme2</vt:lpstr>
      <vt:lpstr>7_Theme2</vt:lpstr>
      <vt:lpstr>20_Theme2</vt:lpstr>
      <vt:lpstr>24_Theme2</vt:lpstr>
      <vt:lpstr>16_Theme2</vt:lpstr>
      <vt:lpstr>26_Theme2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Confessio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Response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19th Sunday of the year</dc:title>
  <dc:creator>Guini</dc:creator>
  <cp:lastModifiedBy>rolf</cp:lastModifiedBy>
  <cp:revision>204</cp:revision>
  <dcterms:created xsi:type="dcterms:W3CDTF">2026-10-03T10:19:50Z</dcterms:created>
  <dcterms:modified xsi:type="dcterms:W3CDTF">2026-10-03T10:19:50Z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/>
  </property>
  <property fmtid="{D5CDD505-2E9C-101B-9397-08002B2CF9AE}" pid="3" name="KSOProductBuildVer">
    <vt:lpwstr>1033-11.1.0.11723</vt:lpwstr>
  </property>
</Properties>
</file>